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fd6077e40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fd6077e40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d6077e408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d6077e40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fd6077e40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fd6077e40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fd6077e408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fd6077e408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Businesses that strategically adopt open-source software can reduce costs, improve security, enhance flexibility, and foster innovation, all of which are essential for thriving in the age of digital transformation and AI.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d6077e408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fd6077e408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fd6077e408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fd6077e408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fd6077e408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fd6077e408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595959"/>
                </a:solidFill>
              </a:rPr>
              <a:t>In conclusion,  this presentation aimed to broaden your understanding of the diverse technology landscape available to businesses, emphasizing the importance of considering both open-source and proprietary software options. While this presentation hasn't swayed your existing preferences, it's essential to recognize that each type of software carries its own set of advantages and disadvantages.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595959"/>
                </a:solidFill>
              </a:rPr>
              <a:t>Ultimately, the best choice for your business depends on your specific needs, budget, and risk tolerance. By carefully evaluating the pros and cons of both open-source and proprietary software, you can make informed decisions that align with your business objectives and drive success.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fd6077e40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fd6077e40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9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7.png"/><Relationship Id="rId10" Type="http://schemas.openxmlformats.org/officeDocument/2006/relationships/image" Target="../media/image11.png"/><Relationship Id="rId9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hyperlink" Target="mailto:sakariandadi@gmail.com" TargetMode="External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238025"/>
            <a:ext cx="8520600" cy="20526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Open Source Software in the age of AI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290625"/>
            <a:ext cx="7871100" cy="13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strategic advantage for SMEs and corporations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2"/>
              <a:t>Sakaria Ndadi</a:t>
            </a:r>
            <a:endParaRPr sz="1502"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0250" y="0"/>
            <a:ext cx="1460851" cy="4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50" y="667950"/>
            <a:ext cx="2261225" cy="149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56075" y="2905375"/>
            <a:ext cx="2343376" cy="131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" y="2744650"/>
            <a:ext cx="2163452" cy="1119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49792" y="928600"/>
            <a:ext cx="2461884" cy="123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09563" y="2315738"/>
            <a:ext cx="3246520" cy="51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10250" y="0"/>
            <a:ext cx="1460851" cy="4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Quotes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“If you are not paying for the product, you are the product.”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“Sometimes you win by not losing.”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“Your product is only as good as your marketing.”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“Garbage in, garbage out.”</a:t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0250" y="0"/>
            <a:ext cx="1460851" cy="4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7750" y="1260525"/>
            <a:ext cx="2421725" cy="3730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9475" y="1260525"/>
            <a:ext cx="2412250" cy="373057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Software</a:t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10250" y="0"/>
            <a:ext cx="1460851" cy="4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 of integrating Open Source software into business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521325"/>
            <a:ext cx="8520600" cy="30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Cost Management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Scalability and Flexibility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Security and </a:t>
            </a:r>
            <a:r>
              <a:rPr lang="en"/>
              <a:t>Data Governance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Community support and Innovation</a:t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0250" y="0"/>
            <a:ext cx="1460851" cy="4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 of what you know and their alternatives.</a:t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43200"/>
            <a:ext cx="2004275" cy="1127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6402" y="2280900"/>
            <a:ext cx="1949972" cy="129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34425" y="2427148"/>
            <a:ext cx="1949987" cy="109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33600" y="1043200"/>
            <a:ext cx="2004275" cy="1128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41799" y="2623500"/>
            <a:ext cx="2169275" cy="887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07268" y="1043200"/>
            <a:ext cx="2004275" cy="1127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610250" y="0"/>
            <a:ext cx="1460851" cy="4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governance and policy perspectives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important is your data?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your business policies when it comes to managing your data?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 can have your data?</a:t>
            </a:r>
            <a:endParaRPr/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0250" y="0"/>
            <a:ext cx="1460851" cy="4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0250" y="0"/>
            <a:ext cx="1460851" cy="4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ctrTitle"/>
          </p:nvPr>
        </p:nvSpPr>
        <p:spPr>
          <a:xfrm>
            <a:off x="311700" y="350050"/>
            <a:ext cx="8520600" cy="13596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 &amp; A</a:t>
            </a:r>
            <a:endParaRPr/>
          </a:p>
        </p:txBody>
      </p:sp>
      <p:sp>
        <p:nvSpPr>
          <p:cNvPr id="119" name="Google Shape;119;p21"/>
          <p:cNvSpPr txBox="1"/>
          <p:nvPr>
            <p:ph idx="1" type="subTitle"/>
          </p:nvPr>
        </p:nvSpPr>
        <p:spPr>
          <a:xfrm>
            <a:off x="311700" y="2045725"/>
            <a:ext cx="8104800" cy="7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sakariandadi@gmail.com</a:t>
            </a:r>
            <a:r>
              <a:rPr lang="en"/>
              <a:t> / ndadis@telecom.na</a:t>
            </a:r>
            <a:endParaRPr/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10250" y="0"/>
            <a:ext cx="1460851" cy="4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
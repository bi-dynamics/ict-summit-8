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Open Sauce Bold" charset="1" panose="00000800000000000000"/>
      <p:regular r:id="rId15"/>
    </p:embeddedFont>
    <p:embeddedFont>
      <p:font typeface="Open Sauce" charset="1" panose="00000500000000000000"/>
      <p:regular r:id="rId16"/>
    </p:embeddedFont>
    <p:embeddedFont>
      <p:font typeface="Montserrat Classic" charset="1" panose="00000500000000000000"/>
      <p:regular r:id="rId17"/>
    </p:embeddedFont>
    <p:embeddedFont>
      <p:font typeface="Montserrat Classic Bold" charset="1" panose="00000800000000000000"/>
      <p:regular r:id="rId18"/>
    </p:embeddedFont>
    <p:embeddedFont>
      <p:font typeface="Archivo Black" charset="1" panose="020B0A03020202020B04"/>
      <p:regular r:id="rId19"/>
    </p:embeddedFont>
    <p:embeddedFont>
      <p:font typeface="Now Bold" charset="1" panose="00000800000000000000"/>
      <p:regular r:id="rId20"/>
    </p:embeddedFont>
    <p:embeddedFont>
      <p:font typeface="DM Sans Bold" charset="1" panose="00000000000000000000"/>
      <p:regular r:id="rId21"/>
    </p:embeddedFont>
    <p:embeddedFont>
      <p:font typeface="DM Sans"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jpe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6.png" Type="http://schemas.openxmlformats.org/officeDocument/2006/relationships/image"/><Relationship Id="rId8" Target="../media/image14.gif" Type="http://schemas.openxmlformats.org/officeDocument/2006/relationships/image"/><Relationship Id="rId9" Target="../media/image15.gif"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gif" Type="http://schemas.openxmlformats.org/officeDocument/2006/relationships/image"/><Relationship Id="rId11" Target="../media/image6.png" Type="http://schemas.openxmlformats.org/officeDocument/2006/relationships/image"/><Relationship Id="rId12" Target="../media/image15.gif" Type="http://schemas.openxmlformats.org/officeDocument/2006/relationships/image"/><Relationship Id="rId2" Target="../media/image9.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22.gif"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svg" Type="http://schemas.openxmlformats.org/officeDocument/2006/relationships/image"/><Relationship Id="rId11" Target="../media/image33.png" Type="http://schemas.openxmlformats.org/officeDocument/2006/relationships/image"/><Relationship Id="rId12" Target="../media/image34.svg" Type="http://schemas.openxmlformats.org/officeDocument/2006/relationships/image"/><Relationship Id="rId13" Target="../media/image6.pn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26.jpe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3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12" Target="../media/image45.png" Type="http://schemas.openxmlformats.org/officeDocument/2006/relationships/image"/><Relationship Id="rId13" Target="../media/image46.svg" Type="http://schemas.openxmlformats.org/officeDocument/2006/relationships/image"/><Relationship Id="rId14" Target="../media/image47.png" Type="http://schemas.openxmlformats.org/officeDocument/2006/relationships/image"/><Relationship Id="rId15" Target="../media/image6.png" Type="http://schemas.openxmlformats.org/officeDocument/2006/relationships/image"/><Relationship Id="rId2" Target="../media/image35.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svg" Type="http://schemas.openxmlformats.org/officeDocument/2006/relationships/image"/><Relationship Id="rId11" Target="../media/image57.png" Type="http://schemas.openxmlformats.org/officeDocument/2006/relationships/image"/><Relationship Id="rId12" Target="../media/image58.svg" Type="http://schemas.openxmlformats.org/officeDocument/2006/relationships/image"/><Relationship Id="rId13" Target="../media/image59.png" Type="http://schemas.openxmlformats.org/officeDocument/2006/relationships/image"/><Relationship Id="rId14" Target="../media/image60.svg" Type="http://schemas.openxmlformats.org/officeDocument/2006/relationships/image"/><Relationship Id="rId15" Target="../media/image61.png" Type="http://schemas.openxmlformats.org/officeDocument/2006/relationships/image"/><Relationship Id="rId16" Target="../media/image62.svg" Type="http://schemas.openxmlformats.org/officeDocument/2006/relationships/image"/><Relationship Id="rId17" Target="../media/image63.png" Type="http://schemas.openxmlformats.org/officeDocument/2006/relationships/image"/><Relationship Id="rId18" Target="../media/image64.svg" Type="http://schemas.openxmlformats.org/officeDocument/2006/relationships/image"/><Relationship Id="rId19" Target="../media/image65.png" Type="http://schemas.openxmlformats.org/officeDocument/2006/relationships/image"/><Relationship Id="rId2" Target="../media/image48.jpeg" Type="http://schemas.openxmlformats.org/officeDocument/2006/relationships/image"/><Relationship Id="rId20" Target="../media/image66.svg" Type="http://schemas.openxmlformats.org/officeDocument/2006/relationships/image"/><Relationship Id="rId21" Target="../media/image67.png" Type="http://schemas.openxmlformats.org/officeDocument/2006/relationships/image"/><Relationship Id="rId22" Target="../media/image68.svg" Type="http://schemas.openxmlformats.org/officeDocument/2006/relationships/image"/><Relationship Id="rId23" Target="../media/image6.png" Type="http://schemas.openxmlformats.org/officeDocument/2006/relationships/image"/><Relationship Id="rId3" Target="../media/image49.png" Type="http://schemas.openxmlformats.org/officeDocument/2006/relationships/image"/><Relationship Id="rId4" Target="../media/image50.svg" Type="http://schemas.openxmlformats.org/officeDocument/2006/relationships/image"/><Relationship Id="rId5" Target="../media/image51.png" Type="http://schemas.openxmlformats.org/officeDocument/2006/relationships/image"/><Relationship Id="rId6" Target="../media/image52.svg" Type="http://schemas.openxmlformats.org/officeDocument/2006/relationships/image"/><Relationship Id="rId7" Target="../media/image53.png" Type="http://schemas.openxmlformats.org/officeDocument/2006/relationships/image"/><Relationship Id="rId8" Target="../media/image54.svg" Type="http://schemas.openxmlformats.org/officeDocument/2006/relationships/image"/><Relationship Id="rId9" Target="../media/image5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7.jpeg" Type="http://schemas.openxmlformats.org/officeDocument/2006/relationships/image"/><Relationship Id="rId11" Target="../media/image78.jpeg" Type="http://schemas.openxmlformats.org/officeDocument/2006/relationships/image"/><Relationship Id="rId12" Target="../media/image79.jpeg" Type="http://schemas.openxmlformats.org/officeDocument/2006/relationships/image"/><Relationship Id="rId13" Target="../media/image6.png" Type="http://schemas.openxmlformats.org/officeDocument/2006/relationships/image"/><Relationship Id="rId14" Target="../media/image11.png" Type="http://schemas.openxmlformats.org/officeDocument/2006/relationships/image"/><Relationship Id="rId2" Target="../media/image69.png" Type="http://schemas.openxmlformats.org/officeDocument/2006/relationships/image"/><Relationship Id="rId3" Target="../media/image70.jpeg" Type="http://schemas.openxmlformats.org/officeDocument/2006/relationships/image"/><Relationship Id="rId4" Target="../media/image71.jpeg" Type="http://schemas.openxmlformats.org/officeDocument/2006/relationships/image"/><Relationship Id="rId5" Target="../media/image72.jpeg" Type="http://schemas.openxmlformats.org/officeDocument/2006/relationships/image"/><Relationship Id="rId6" Target="../media/image73.jpeg" Type="http://schemas.openxmlformats.org/officeDocument/2006/relationships/image"/><Relationship Id="rId7" Target="../media/image74.jpeg" Type="http://schemas.openxmlformats.org/officeDocument/2006/relationships/image"/><Relationship Id="rId8" Target="../media/image75.jpeg" Type="http://schemas.openxmlformats.org/officeDocument/2006/relationships/image"/><Relationship Id="rId9" Target="../media/image7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2.jpeg" Type="http://schemas.openxmlformats.org/officeDocument/2006/relationships/image"/><Relationship Id="rId3"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0.png" Type="http://schemas.openxmlformats.org/officeDocument/2006/relationships/image"/><Relationship Id="rId3" Target="../media/image81.svg" Type="http://schemas.openxmlformats.org/officeDocument/2006/relationships/image"/><Relationship Id="rId4" Target="../media/image82.jpeg" Type="http://schemas.openxmlformats.org/officeDocument/2006/relationships/image"/><Relationship Id="rId5" Target="../media/image83.png" Type="http://schemas.openxmlformats.org/officeDocument/2006/relationships/image"/><Relationship Id="rId6" Target="../media/image84.svg" Type="http://schemas.openxmlformats.org/officeDocument/2006/relationships/image"/><Relationship Id="rId7"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sp>
        <p:nvSpPr>
          <p:cNvPr name="Freeform 2" id="2"/>
          <p:cNvSpPr/>
          <p:nvPr/>
        </p:nvSpPr>
        <p:spPr>
          <a:xfrm flipH="false" flipV="false" rot="0">
            <a:off x="15047759" y="3749017"/>
            <a:ext cx="3240241" cy="6504134"/>
          </a:xfrm>
          <a:custGeom>
            <a:avLst/>
            <a:gdLst/>
            <a:ahLst/>
            <a:cxnLst/>
            <a:rect r="r" b="b" t="t" l="l"/>
            <a:pathLst>
              <a:path h="6504134" w="3240241">
                <a:moveTo>
                  <a:pt x="0" y="0"/>
                </a:moveTo>
                <a:lnTo>
                  <a:pt x="3240241" y="0"/>
                </a:lnTo>
                <a:lnTo>
                  <a:pt x="3240241" y="6504133"/>
                </a:lnTo>
                <a:lnTo>
                  <a:pt x="0" y="6504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032403" y="-1448305"/>
            <a:ext cx="5255597" cy="13183610"/>
            <a:chOff x="0" y="0"/>
            <a:chExt cx="1384190" cy="3472227"/>
          </a:xfrm>
        </p:grpSpPr>
        <p:sp>
          <p:nvSpPr>
            <p:cNvPr name="Freeform 4" id="4"/>
            <p:cNvSpPr/>
            <p:nvPr/>
          </p:nvSpPr>
          <p:spPr>
            <a:xfrm flipH="false" flipV="false" rot="0">
              <a:off x="0" y="0"/>
              <a:ext cx="1384190" cy="3472226"/>
            </a:xfrm>
            <a:custGeom>
              <a:avLst/>
              <a:gdLst/>
              <a:ahLst/>
              <a:cxnLst/>
              <a:rect r="r" b="b" t="t" l="l"/>
              <a:pathLst>
                <a:path h="3472226" w="1384190">
                  <a:moveTo>
                    <a:pt x="0" y="0"/>
                  </a:moveTo>
                  <a:lnTo>
                    <a:pt x="1384190" y="0"/>
                  </a:lnTo>
                  <a:lnTo>
                    <a:pt x="1384190" y="3472226"/>
                  </a:lnTo>
                  <a:lnTo>
                    <a:pt x="0" y="3472226"/>
                  </a:lnTo>
                  <a:close/>
                </a:path>
              </a:pathLst>
            </a:custGeom>
            <a:solidFill>
              <a:srgbClr val="035D61"/>
            </a:solidFill>
          </p:spPr>
        </p:sp>
        <p:sp>
          <p:nvSpPr>
            <p:cNvPr name="TextBox 5" id="5"/>
            <p:cNvSpPr txBox="true"/>
            <p:nvPr/>
          </p:nvSpPr>
          <p:spPr>
            <a:xfrm>
              <a:off x="0" y="-19050"/>
              <a:ext cx="1384190" cy="3491277"/>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9432880" y="1526000"/>
            <a:ext cx="7234999" cy="7234999"/>
          </a:xfrm>
          <a:custGeom>
            <a:avLst/>
            <a:gdLst/>
            <a:ahLst/>
            <a:cxnLst/>
            <a:rect r="r" b="b" t="t" l="l"/>
            <a:pathLst>
              <a:path h="7234999" w="7234999">
                <a:moveTo>
                  <a:pt x="0" y="0"/>
                </a:moveTo>
                <a:lnTo>
                  <a:pt x="7234999" y="0"/>
                </a:lnTo>
                <a:lnTo>
                  <a:pt x="7234999" y="7235000"/>
                </a:lnTo>
                <a:lnTo>
                  <a:pt x="0" y="7235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7" id="7"/>
          <p:cNvGrpSpPr/>
          <p:nvPr/>
        </p:nvGrpSpPr>
        <p:grpSpPr>
          <a:xfrm rot="0">
            <a:off x="10106590" y="2199722"/>
            <a:ext cx="5887580" cy="5887556"/>
            <a:chOff x="0" y="0"/>
            <a:chExt cx="6350000" cy="6349975"/>
          </a:xfrm>
        </p:grpSpPr>
        <p:sp>
          <p:nvSpPr>
            <p:cNvPr name="Freeform 8" id="8"/>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6"/>
              <a:stretch>
                <a:fillRect l="-26714" t="0" r="-26714" b="0"/>
              </a:stretch>
            </a:blipFill>
          </p:spPr>
        </p:sp>
      </p:grpSp>
      <p:grpSp>
        <p:nvGrpSpPr>
          <p:cNvPr name="Group 9" id="9"/>
          <p:cNvGrpSpPr/>
          <p:nvPr/>
        </p:nvGrpSpPr>
        <p:grpSpPr>
          <a:xfrm rot="0">
            <a:off x="1057435" y="3489495"/>
            <a:ext cx="78988" cy="3562352"/>
            <a:chOff x="0" y="0"/>
            <a:chExt cx="20803" cy="938233"/>
          </a:xfrm>
        </p:grpSpPr>
        <p:sp>
          <p:nvSpPr>
            <p:cNvPr name="Freeform 10" id="10"/>
            <p:cNvSpPr/>
            <p:nvPr/>
          </p:nvSpPr>
          <p:spPr>
            <a:xfrm flipH="false" flipV="false" rot="0">
              <a:off x="0" y="0"/>
              <a:ext cx="20803" cy="938233"/>
            </a:xfrm>
            <a:custGeom>
              <a:avLst/>
              <a:gdLst/>
              <a:ahLst/>
              <a:cxnLst/>
              <a:rect r="r" b="b" t="t" l="l"/>
              <a:pathLst>
                <a:path h="938233" w="20803">
                  <a:moveTo>
                    <a:pt x="0" y="0"/>
                  </a:moveTo>
                  <a:lnTo>
                    <a:pt x="20803" y="0"/>
                  </a:lnTo>
                  <a:lnTo>
                    <a:pt x="20803" y="938233"/>
                  </a:lnTo>
                  <a:lnTo>
                    <a:pt x="0" y="938233"/>
                  </a:lnTo>
                  <a:close/>
                </a:path>
              </a:pathLst>
            </a:custGeom>
            <a:solidFill>
              <a:srgbClr val="123D33"/>
            </a:solidFill>
            <a:ln cap="sq">
              <a:noFill/>
              <a:prstDash val="solid"/>
              <a:miter/>
            </a:ln>
          </p:spPr>
        </p:sp>
        <p:sp>
          <p:nvSpPr>
            <p:cNvPr name="TextBox 11" id="11"/>
            <p:cNvSpPr txBox="true"/>
            <p:nvPr/>
          </p:nvSpPr>
          <p:spPr>
            <a:xfrm>
              <a:off x="0" y="-19050"/>
              <a:ext cx="20803" cy="957283"/>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12" id="12"/>
          <p:cNvSpPr/>
          <p:nvPr/>
        </p:nvSpPr>
        <p:spPr>
          <a:xfrm flipH="false" flipV="false" rot="0">
            <a:off x="598086" y="362278"/>
            <a:ext cx="1573683" cy="1550766"/>
          </a:xfrm>
          <a:custGeom>
            <a:avLst/>
            <a:gdLst/>
            <a:ahLst/>
            <a:cxnLst/>
            <a:rect r="r" b="b" t="t" l="l"/>
            <a:pathLst>
              <a:path h="1550766" w="1573683">
                <a:moveTo>
                  <a:pt x="0" y="0"/>
                </a:moveTo>
                <a:lnTo>
                  <a:pt x="1573683" y="0"/>
                </a:lnTo>
                <a:lnTo>
                  <a:pt x="1573683" y="1550766"/>
                </a:lnTo>
                <a:lnTo>
                  <a:pt x="0" y="1550766"/>
                </a:lnTo>
                <a:lnTo>
                  <a:pt x="0" y="0"/>
                </a:lnTo>
                <a:close/>
              </a:path>
            </a:pathLst>
          </a:custGeom>
          <a:blipFill>
            <a:blip r:embed="rId7"/>
            <a:stretch>
              <a:fillRect l="0" t="0" r="0" b="0"/>
            </a:stretch>
          </a:blipFill>
        </p:spPr>
      </p:sp>
      <p:sp>
        <p:nvSpPr>
          <p:cNvPr name="Freeform 13" id="13"/>
          <p:cNvSpPr/>
          <p:nvPr/>
        </p:nvSpPr>
        <p:spPr>
          <a:xfrm flipH="false" flipV="false" rot="0">
            <a:off x="2628969" y="267538"/>
            <a:ext cx="1472022" cy="1536544"/>
          </a:xfrm>
          <a:custGeom>
            <a:avLst/>
            <a:gdLst/>
            <a:ahLst/>
            <a:cxnLst/>
            <a:rect r="r" b="b" t="t" l="l"/>
            <a:pathLst>
              <a:path h="1536544" w="1472022">
                <a:moveTo>
                  <a:pt x="0" y="0"/>
                </a:moveTo>
                <a:lnTo>
                  <a:pt x="1472021" y="0"/>
                </a:lnTo>
                <a:lnTo>
                  <a:pt x="1472021" y="1536545"/>
                </a:lnTo>
                <a:lnTo>
                  <a:pt x="0" y="1536545"/>
                </a:lnTo>
                <a:lnTo>
                  <a:pt x="0" y="0"/>
                </a:lnTo>
                <a:close/>
              </a:path>
            </a:pathLst>
          </a:custGeom>
          <a:blipFill>
            <a:blip r:embed="rId8"/>
            <a:stretch>
              <a:fillRect l="0" t="0" r="0" b="0"/>
            </a:stretch>
          </a:blipFill>
        </p:spPr>
      </p:sp>
      <p:sp>
        <p:nvSpPr>
          <p:cNvPr name="Freeform 14" id="14"/>
          <p:cNvSpPr/>
          <p:nvPr/>
        </p:nvSpPr>
        <p:spPr>
          <a:xfrm flipH="false" flipV="false" rot="0">
            <a:off x="4558190" y="362278"/>
            <a:ext cx="1441805" cy="1441805"/>
          </a:xfrm>
          <a:custGeom>
            <a:avLst/>
            <a:gdLst/>
            <a:ahLst/>
            <a:cxnLst/>
            <a:rect r="r" b="b" t="t" l="l"/>
            <a:pathLst>
              <a:path h="1441805" w="1441805">
                <a:moveTo>
                  <a:pt x="0" y="0"/>
                </a:moveTo>
                <a:lnTo>
                  <a:pt x="1441805" y="0"/>
                </a:lnTo>
                <a:lnTo>
                  <a:pt x="1441805" y="1441805"/>
                </a:lnTo>
                <a:lnTo>
                  <a:pt x="0" y="1441805"/>
                </a:lnTo>
                <a:lnTo>
                  <a:pt x="0" y="0"/>
                </a:lnTo>
                <a:close/>
              </a:path>
            </a:pathLst>
          </a:custGeom>
          <a:blipFill>
            <a:blip r:embed="rId9"/>
            <a:stretch>
              <a:fillRect l="0" t="0" r="0" b="0"/>
            </a:stretch>
          </a:blipFill>
        </p:spPr>
      </p:sp>
      <p:sp>
        <p:nvSpPr>
          <p:cNvPr name="TextBox 15" id="15"/>
          <p:cNvSpPr txBox="true"/>
          <p:nvPr/>
        </p:nvSpPr>
        <p:spPr>
          <a:xfrm rot="0">
            <a:off x="1387521" y="3403770"/>
            <a:ext cx="8558427" cy="2479548"/>
          </a:xfrm>
          <a:prstGeom prst="rect">
            <a:avLst/>
          </a:prstGeom>
        </p:spPr>
        <p:txBody>
          <a:bodyPr anchor="t" rtlCol="false" tIns="0" lIns="0" bIns="0" rIns="0">
            <a:spAutoFit/>
          </a:bodyPr>
          <a:lstStyle/>
          <a:p>
            <a:pPr algn="l">
              <a:lnSpc>
                <a:spcPts val="6657"/>
              </a:lnSpc>
            </a:pPr>
            <a:r>
              <a:rPr lang="en-US" sz="4755" spc="-95" b="true">
                <a:solidFill>
                  <a:srgbClr val="191919"/>
                </a:solidFill>
                <a:latin typeface="Open Sauce Bold"/>
                <a:ea typeface="Open Sauce Bold"/>
                <a:cs typeface="Open Sauce Bold"/>
                <a:sym typeface="Open Sauce Bold"/>
              </a:rPr>
              <a:t>Education 4.0: Building Resilient Learners in the Digital Age</a:t>
            </a:r>
          </a:p>
        </p:txBody>
      </p:sp>
      <p:sp>
        <p:nvSpPr>
          <p:cNvPr name="TextBox 16" id="16"/>
          <p:cNvSpPr txBox="true"/>
          <p:nvPr/>
        </p:nvSpPr>
        <p:spPr>
          <a:xfrm rot="0">
            <a:off x="2250551" y="7417761"/>
            <a:ext cx="6832368" cy="1272359"/>
          </a:xfrm>
          <a:prstGeom prst="rect">
            <a:avLst/>
          </a:prstGeom>
        </p:spPr>
        <p:txBody>
          <a:bodyPr anchor="t" rtlCol="false" tIns="0" lIns="0" bIns="0" rIns="0">
            <a:spAutoFit/>
          </a:bodyPr>
          <a:lstStyle/>
          <a:p>
            <a:pPr algn="ctr">
              <a:lnSpc>
                <a:spcPts val="5168"/>
              </a:lnSpc>
            </a:pPr>
            <a:r>
              <a:rPr lang="en-US" b="true" sz="3718" spc="297">
                <a:solidFill>
                  <a:srgbClr val="191919"/>
                </a:solidFill>
                <a:latin typeface="Open Sauce Bold"/>
                <a:ea typeface="Open Sauce Bold"/>
                <a:cs typeface="Open Sauce Bold"/>
                <a:sym typeface="Open Sauce Bold"/>
              </a:rPr>
              <a:t>SPEAKER</a:t>
            </a:r>
          </a:p>
          <a:p>
            <a:pPr algn="ctr">
              <a:lnSpc>
                <a:spcPts val="5168"/>
              </a:lnSpc>
            </a:pPr>
            <a:r>
              <a:rPr lang="en-US" b="true" sz="3718" spc="297">
                <a:solidFill>
                  <a:srgbClr val="191919"/>
                </a:solidFill>
                <a:latin typeface="Open Sauce Bold"/>
                <a:ea typeface="Open Sauce Bold"/>
                <a:cs typeface="Open Sauce Bold"/>
                <a:sym typeface="Open Sauce Bold"/>
              </a:rPr>
              <a:t>BARTHROMEUS SHILEKA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2778327" y="7417124"/>
            <a:ext cx="12710840" cy="1184047"/>
          </a:xfrm>
          <a:custGeom>
            <a:avLst/>
            <a:gdLst/>
            <a:ahLst/>
            <a:cxnLst/>
            <a:rect r="r" b="b" t="t" l="l"/>
            <a:pathLst>
              <a:path h="1184047" w="12710840">
                <a:moveTo>
                  <a:pt x="0" y="0"/>
                </a:moveTo>
                <a:lnTo>
                  <a:pt x="12710840" y="0"/>
                </a:lnTo>
                <a:lnTo>
                  <a:pt x="12710840" y="1184046"/>
                </a:lnTo>
                <a:lnTo>
                  <a:pt x="0" y="1184046"/>
                </a:lnTo>
                <a:lnTo>
                  <a:pt x="0" y="0"/>
                </a:lnTo>
                <a:close/>
              </a:path>
            </a:pathLst>
          </a:custGeom>
          <a:blipFill>
            <a:blip r:embed="rId2">
              <a:alphaModFix amt="72000"/>
            </a:blip>
            <a:stretch>
              <a:fillRect l="0" t="0" r="0" b="-208633"/>
            </a:stretch>
          </a:blipFill>
        </p:spPr>
      </p:sp>
      <p:grpSp>
        <p:nvGrpSpPr>
          <p:cNvPr name="Group 3" id="3"/>
          <p:cNvGrpSpPr/>
          <p:nvPr/>
        </p:nvGrpSpPr>
        <p:grpSpPr>
          <a:xfrm rot="0">
            <a:off x="0" y="0"/>
            <a:ext cx="18288000" cy="4491629"/>
            <a:chOff x="0" y="0"/>
            <a:chExt cx="4816593" cy="1182980"/>
          </a:xfrm>
        </p:grpSpPr>
        <p:sp>
          <p:nvSpPr>
            <p:cNvPr name="Freeform 4" id="4"/>
            <p:cNvSpPr/>
            <p:nvPr/>
          </p:nvSpPr>
          <p:spPr>
            <a:xfrm flipH="false" flipV="false" rot="0">
              <a:off x="0" y="0"/>
              <a:ext cx="4816592" cy="1182980"/>
            </a:xfrm>
            <a:custGeom>
              <a:avLst/>
              <a:gdLst/>
              <a:ahLst/>
              <a:cxnLst/>
              <a:rect r="r" b="b" t="t" l="l"/>
              <a:pathLst>
                <a:path h="1182980" w="4816592">
                  <a:moveTo>
                    <a:pt x="0" y="0"/>
                  </a:moveTo>
                  <a:lnTo>
                    <a:pt x="4816592" y="0"/>
                  </a:lnTo>
                  <a:lnTo>
                    <a:pt x="4816592" y="1182980"/>
                  </a:lnTo>
                  <a:lnTo>
                    <a:pt x="0" y="1182980"/>
                  </a:lnTo>
                  <a:close/>
                </a:path>
              </a:pathLst>
            </a:custGeom>
            <a:solidFill>
              <a:srgbClr val="106861"/>
            </a:solidFill>
            <a:ln cap="sq">
              <a:noFill/>
              <a:prstDash val="solid"/>
              <a:miter/>
            </a:ln>
          </p:spPr>
        </p:sp>
        <p:sp>
          <p:nvSpPr>
            <p:cNvPr name="TextBox 5" id="5"/>
            <p:cNvSpPr txBox="true"/>
            <p:nvPr/>
          </p:nvSpPr>
          <p:spPr>
            <a:xfrm>
              <a:off x="0" y="-19050"/>
              <a:ext cx="4816593" cy="120203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6" id="6"/>
          <p:cNvSpPr/>
          <p:nvPr/>
        </p:nvSpPr>
        <p:spPr>
          <a:xfrm flipH="false" flipV="false" rot="0">
            <a:off x="0" y="0"/>
            <a:ext cx="18288000" cy="4491629"/>
          </a:xfrm>
          <a:custGeom>
            <a:avLst/>
            <a:gdLst/>
            <a:ahLst/>
            <a:cxnLst/>
            <a:rect r="r" b="b" t="t" l="l"/>
            <a:pathLst>
              <a:path h="4491629" w="18288000">
                <a:moveTo>
                  <a:pt x="0" y="0"/>
                </a:moveTo>
                <a:lnTo>
                  <a:pt x="18288000" y="0"/>
                </a:lnTo>
                <a:lnTo>
                  <a:pt x="18288000" y="4491629"/>
                </a:lnTo>
                <a:lnTo>
                  <a:pt x="0" y="4491629"/>
                </a:lnTo>
                <a:lnTo>
                  <a:pt x="0" y="0"/>
                </a:lnTo>
                <a:close/>
              </a:path>
            </a:pathLst>
          </a:custGeom>
          <a:blipFill>
            <a:blip r:embed="rId3">
              <a:alphaModFix amt="59000"/>
            </a:blip>
            <a:stretch>
              <a:fillRect l="0" t="-85634" r="0" b="-85634"/>
            </a:stretch>
          </a:blipFill>
          <a:ln cap="sq">
            <a:noFill/>
            <a:prstDash val="solid"/>
            <a:miter/>
          </a:ln>
        </p:spPr>
      </p:sp>
      <p:grpSp>
        <p:nvGrpSpPr>
          <p:cNvPr name="Group 7" id="7"/>
          <p:cNvGrpSpPr/>
          <p:nvPr/>
        </p:nvGrpSpPr>
        <p:grpSpPr>
          <a:xfrm rot="0">
            <a:off x="16113923" y="9258300"/>
            <a:ext cx="327444" cy="32744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9" id="9"/>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10" id="10"/>
          <p:cNvGrpSpPr/>
          <p:nvPr/>
        </p:nvGrpSpPr>
        <p:grpSpPr>
          <a:xfrm rot="0">
            <a:off x="15648108" y="9258300"/>
            <a:ext cx="327444" cy="32744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12" id="12"/>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13" id="13"/>
          <p:cNvGrpSpPr/>
          <p:nvPr/>
        </p:nvGrpSpPr>
        <p:grpSpPr>
          <a:xfrm rot="0">
            <a:off x="15161723" y="9258300"/>
            <a:ext cx="327444" cy="32744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15" id="15"/>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16" id="16"/>
          <p:cNvSpPr/>
          <p:nvPr/>
        </p:nvSpPr>
        <p:spPr>
          <a:xfrm flipH="false" flipV="false" rot="0">
            <a:off x="0" y="0"/>
            <a:ext cx="18288000" cy="4491629"/>
          </a:xfrm>
          <a:custGeom>
            <a:avLst/>
            <a:gdLst/>
            <a:ahLst/>
            <a:cxnLst/>
            <a:rect r="r" b="b" t="t" l="l"/>
            <a:pathLst>
              <a:path h="4491629" w="18288000">
                <a:moveTo>
                  <a:pt x="0" y="0"/>
                </a:moveTo>
                <a:lnTo>
                  <a:pt x="18288000" y="0"/>
                </a:lnTo>
                <a:lnTo>
                  <a:pt x="18288000" y="4491629"/>
                </a:lnTo>
                <a:lnTo>
                  <a:pt x="0" y="4491629"/>
                </a:lnTo>
                <a:lnTo>
                  <a:pt x="0" y="0"/>
                </a:lnTo>
                <a:close/>
              </a:path>
            </a:pathLst>
          </a:custGeom>
          <a:blipFill>
            <a:blip r:embed="rId4"/>
            <a:stretch>
              <a:fillRect l="-15320" t="0" r="-15320" b="0"/>
            </a:stretch>
          </a:blipFill>
        </p:spPr>
      </p:sp>
      <p:grpSp>
        <p:nvGrpSpPr>
          <p:cNvPr name="Group 17" id="17"/>
          <p:cNvGrpSpPr/>
          <p:nvPr/>
        </p:nvGrpSpPr>
        <p:grpSpPr>
          <a:xfrm rot="0">
            <a:off x="2778327" y="2245814"/>
            <a:ext cx="12731346" cy="5171309"/>
            <a:chOff x="0" y="0"/>
            <a:chExt cx="3353112" cy="1361991"/>
          </a:xfrm>
        </p:grpSpPr>
        <p:sp>
          <p:nvSpPr>
            <p:cNvPr name="Freeform 18" id="18"/>
            <p:cNvSpPr/>
            <p:nvPr/>
          </p:nvSpPr>
          <p:spPr>
            <a:xfrm flipH="false" flipV="false" rot="0">
              <a:off x="0" y="0"/>
              <a:ext cx="3353112" cy="1361991"/>
            </a:xfrm>
            <a:custGeom>
              <a:avLst/>
              <a:gdLst/>
              <a:ahLst/>
              <a:cxnLst/>
              <a:rect r="r" b="b" t="t" l="l"/>
              <a:pathLst>
                <a:path h="1361991" w="3353112">
                  <a:moveTo>
                    <a:pt x="15202" y="0"/>
                  </a:moveTo>
                  <a:lnTo>
                    <a:pt x="3337909" y="0"/>
                  </a:lnTo>
                  <a:cubicBezTo>
                    <a:pt x="3341941" y="0"/>
                    <a:pt x="3345808" y="1602"/>
                    <a:pt x="3348659" y="4453"/>
                  </a:cubicBezTo>
                  <a:cubicBezTo>
                    <a:pt x="3351510" y="7304"/>
                    <a:pt x="3353112" y="11171"/>
                    <a:pt x="3353112" y="15202"/>
                  </a:cubicBezTo>
                  <a:lnTo>
                    <a:pt x="3353112" y="1346788"/>
                  </a:lnTo>
                  <a:cubicBezTo>
                    <a:pt x="3353112" y="1350820"/>
                    <a:pt x="3351510" y="1354687"/>
                    <a:pt x="3348659" y="1357538"/>
                  </a:cubicBezTo>
                  <a:cubicBezTo>
                    <a:pt x="3345808" y="1360389"/>
                    <a:pt x="3341941" y="1361991"/>
                    <a:pt x="3337909" y="1361991"/>
                  </a:cubicBezTo>
                  <a:lnTo>
                    <a:pt x="15202" y="1361991"/>
                  </a:lnTo>
                  <a:cubicBezTo>
                    <a:pt x="11171" y="1361991"/>
                    <a:pt x="7304" y="1360389"/>
                    <a:pt x="4453" y="1357538"/>
                  </a:cubicBezTo>
                  <a:cubicBezTo>
                    <a:pt x="1602" y="1354687"/>
                    <a:pt x="0" y="1350820"/>
                    <a:pt x="0" y="1346788"/>
                  </a:cubicBezTo>
                  <a:lnTo>
                    <a:pt x="0" y="15202"/>
                  </a:lnTo>
                  <a:cubicBezTo>
                    <a:pt x="0" y="11171"/>
                    <a:pt x="1602" y="7304"/>
                    <a:pt x="4453" y="4453"/>
                  </a:cubicBezTo>
                  <a:cubicBezTo>
                    <a:pt x="7304" y="1602"/>
                    <a:pt x="11171" y="0"/>
                    <a:pt x="15202" y="0"/>
                  </a:cubicBezTo>
                  <a:close/>
                </a:path>
              </a:pathLst>
            </a:custGeom>
            <a:solidFill>
              <a:srgbClr val="106861"/>
            </a:solidFill>
            <a:ln cap="rnd">
              <a:noFill/>
              <a:prstDash val="solid"/>
              <a:round/>
            </a:ln>
          </p:spPr>
        </p:sp>
        <p:sp>
          <p:nvSpPr>
            <p:cNvPr name="TextBox 19" id="19"/>
            <p:cNvSpPr txBox="true"/>
            <p:nvPr/>
          </p:nvSpPr>
          <p:spPr>
            <a:xfrm>
              <a:off x="0" y="-19050"/>
              <a:ext cx="3353112" cy="1381041"/>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20" id="20"/>
          <p:cNvSpPr/>
          <p:nvPr/>
        </p:nvSpPr>
        <p:spPr>
          <a:xfrm flipH="false" flipV="false" rot="0">
            <a:off x="8123750" y="8009147"/>
            <a:ext cx="2019993" cy="2057400"/>
          </a:xfrm>
          <a:custGeom>
            <a:avLst/>
            <a:gdLst/>
            <a:ahLst/>
            <a:cxnLst/>
            <a:rect r="r" b="b" t="t" l="l"/>
            <a:pathLst>
              <a:path h="2057400" w="2019993">
                <a:moveTo>
                  <a:pt x="0" y="0"/>
                </a:moveTo>
                <a:lnTo>
                  <a:pt x="2019993" y="0"/>
                </a:lnTo>
                <a:lnTo>
                  <a:pt x="2019993" y="2057400"/>
                </a:lnTo>
                <a:lnTo>
                  <a:pt x="0" y="20574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241858" y="8262301"/>
            <a:ext cx="1573683" cy="1550766"/>
          </a:xfrm>
          <a:custGeom>
            <a:avLst/>
            <a:gdLst/>
            <a:ahLst/>
            <a:cxnLst/>
            <a:rect r="r" b="b" t="t" l="l"/>
            <a:pathLst>
              <a:path h="1550766" w="1573683">
                <a:moveTo>
                  <a:pt x="0" y="0"/>
                </a:moveTo>
                <a:lnTo>
                  <a:pt x="1573684" y="0"/>
                </a:lnTo>
                <a:lnTo>
                  <a:pt x="1573684" y="1550765"/>
                </a:lnTo>
                <a:lnTo>
                  <a:pt x="0" y="1550765"/>
                </a:lnTo>
                <a:lnTo>
                  <a:pt x="0" y="0"/>
                </a:lnTo>
                <a:close/>
              </a:path>
            </a:pathLst>
          </a:custGeom>
          <a:blipFill>
            <a:blip r:embed="rId7"/>
            <a:stretch>
              <a:fillRect l="0" t="0" r="0" b="0"/>
            </a:stretch>
          </a:blipFill>
        </p:spPr>
      </p:sp>
      <p:pic>
        <p:nvPicPr>
          <p:cNvPr name="Picture 22" id="22"/>
          <p:cNvPicPr>
            <a:picLocks noChangeAspect="true"/>
          </p:cNvPicPr>
          <p:nvPr/>
        </p:nvPicPr>
        <p:blipFill>
          <a:blip r:embed="rId8"/>
          <a:srcRect l="0" t="0" r="0" b="0"/>
          <a:stretch>
            <a:fillRect/>
          </a:stretch>
        </p:blipFill>
        <p:spPr>
          <a:xfrm flipH="false" flipV="false" rot="0">
            <a:off x="11985181" y="7760024"/>
            <a:ext cx="2064338" cy="2306523"/>
          </a:xfrm>
          <a:prstGeom prst="rect">
            <a:avLst/>
          </a:prstGeom>
        </p:spPr>
      </p:pic>
      <p:sp>
        <p:nvSpPr>
          <p:cNvPr name="TextBox 23" id="23"/>
          <p:cNvSpPr txBox="true"/>
          <p:nvPr/>
        </p:nvSpPr>
        <p:spPr>
          <a:xfrm rot="0">
            <a:off x="3558350" y="4197614"/>
            <a:ext cx="11150794" cy="2977478"/>
          </a:xfrm>
          <a:prstGeom prst="rect">
            <a:avLst/>
          </a:prstGeom>
        </p:spPr>
        <p:txBody>
          <a:bodyPr anchor="t" rtlCol="false" tIns="0" lIns="0" bIns="0" rIns="0">
            <a:spAutoFit/>
          </a:bodyPr>
          <a:lstStyle/>
          <a:p>
            <a:pPr algn="ctr">
              <a:lnSpc>
                <a:spcPts val="3950"/>
              </a:lnSpc>
            </a:pPr>
            <a:r>
              <a:rPr lang="en-US" sz="2469">
                <a:solidFill>
                  <a:srgbClr val="FFFFFF"/>
                </a:solidFill>
                <a:latin typeface="Open Sauce"/>
                <a:ea typeface="Open Sauce"/>
                <a:cs typeface="Open Sauce"/>
                <a:sym typeface="Open Sauce"/>
              </a:rPr>
              <a:t>The Fourth Industrial Revolution has ushered in an era of unprecedented technological advancement, transforming industries and societies worldwide. The education sector is no exception, with the convergence of digital transformation and artificial intelligence (AI) reshaping the way we learn and teach.</a:t>
            </a:r>
          </a:p>
          <a:p>
            <a:pPr algn="ctr">
              <a:lnSpc>
                <a:spcPts val="3950"/>
              </a:lnSpc>
            </a:pPr>
          </a:p>
        </p:txBody>
      </p:sp>
      <p:sp>
        <p:nvSpPr>
          <p:cNvPr name="TextBox 24" id="24"/>
          <p:cNvSpPr txBox="true"/>
          <p:nvPr/>
        </p:nvSpPr>
        <p:spPr>
          <a:xfrm rot="0">
            <a:off x="5679731" y="2788642"/>
            <a:ext cx="6928538" cy="1158738"/>
          </a:xfrm>
          <a:prstGeom prst="rect">
            <a:avLst/>
          </a:prstGeom>
        </p:spPr>
        <p:txBody>
          <a:bodyPr anchor="t" rtlCol="false" tIns="0" lIns="0" bIns="0" rIns="0">
            <a:spAutoFit/>
          </a:bodyPr>
          <a:lstStyle/>
          <a:p>
            <a:pPr algn="ctr" marL="0" indent="0" lvl="0">
              <a:lnSpc>
                <a:spcPts val="9582"/>
              </a:lnSpc>
              <a:spcBef>
                <a:spcPct val="0"/>
              </a:spcBef>
            </a:pPr>
            <a:r>
              <a:rPr lang="en-US" b="true" sz="6844" spc="-136">
                <a:solidFill>
                  <a:srgbClr val="FDFBFB"/>
                </a:solidFill>
                <a:latin typeface="Open Sauce Bold"/>
                <a:ea typeface="Open Sauce Bold"/>
                <a:cs typeface="Open Sauce Bold"/>
                <a:sym typeface="Open Sauce Bold"/>
              </a:rPr>
              <a:t>Introduction</a:t>
            </a:r>
          </a:p>
        </p:txBody>
      </p:sp>
      <p:pic>
        <p:nvPicPr>
          <p:cNvPr name="Picture 25" id="25"/>
          <p:cNvPicPr>
            <a:picLocks noChangeAspect="true"/>
          </p:cNvPicPr>
          <p:nvPr/>
        </p:nvPicPr>
        <p:blipFill>
          <a:blip r:embed="rId9"/>
          <a:srcRect l="0" t="0" r="0" b="0"/>
          <a:stretch>
            <a:fillRect/>
          </a:stretch>
        </p:blipFill>
        <p:spPr>
          <a:xfrm flipH="false" flipV="false" rot="0">
            <a:off x="3309321" y="7933178"/>
            <a:ext cx="2370410" cy="2133369"/>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13281" y="2983746"/>
            <a:ext cx="7214906" cy="2452562"/>
          </a:xfrm>
          <a:prstGeom prst="rect">
            <a:avLst/>
          </a:prstGeom>
        </p:spPr>
        <p:txBody>
          <a:bodyPr anchor="t" rtlCol="false" tIns="0" lIns="0" bIns="0" rIns="0">
            <a:spAutoFit/>
          </a:bodyPr>
          <a:lstStyle/>
          <a:p>
            <a:pPr algn="l">
              <a:lnSpc>
                <a:spcPts val="6569"/>
              </a:lnSpc>
            </a:pPr>
            <a:r>
              <a:rPr lang="en-US" sz="4692" spc="-93" b="true">
                <a:solidFill>
                  <a:srgbClr val="191919"/>
                </a:solidFill>
                <a:latin typeface="Open Sauce Bold"/>
                <a:ea typeface="Open Sauce Bold"/>
                <a:cs typeface="Open Sauce Bold"/>
                <a:sym typeface="Open Sauce Bold"/>
              </a:rPr>
              <a:t>Understanding Education 4.0</a:t>
            </a:r>
          </a:p>
          <a:p>
            <a:pPr algn="l" marL="0" indent="0" lvl="0">
              <a:lnSpc>
                <a:spcPts val="6569"/>
              </a:lnSpc>
              <a:spcBef>
                <a:spcPct val="0"/>
              </a:spcBef>
            </a:pPr>
          </a:p>
        </p:txBody>
      </p:sp>
      <p:grpSp>
        <p:nvGrpSpPr>
          <p:cNvPr name="Group 3" id="3"/>
          <p:cNvGrpSpPr/>
          <p:nvPr/>
        </p:nvGrpSpPr>
        <p:grpSpPr>
          <a:xfrm rot="0">
            <a:off x="-1997137" y="7075637"/>
            <a:ext cx="5578401" cy="557840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106861"/>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6" id="6"/>
          <p:cNvGrpSpPr/>
          <p:nvPr/>
        </p:nvGrpSpPr>
        <p:grpSpPr>
          <a:xfrm rot="0">
            <a:off x="3684175" y="7005833"/>
            <a:ext cx="452472" cy="45247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9" id="9"/>
          <p:cNvGrpSpPr/>
          <p:nvPr/>
        </p:nvGrpSpPr>
        <p:grpSpPr>
          <a:xfrm rot="0">
            <a:off x="15017929" y="-2533783"/>
            <a:ext cx="5002094" cy="500209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alpha val="32941"/>
              </a:srgbClr>
            </a:solidFill>
            <a:ln w="742950" cap="sq">
              <a:solidFill>
                <a:srgbClr val="106861">
                  <a:alpha val="32941"/>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2" id="12"/>
          <p:cNvSpPr/>
          <p:nvPr/>
        </p:nvSpPr>
        <p:spPr>
          <a:xfrm flipH="false" flipV="false" rot="-10800000">
            <a:off x="9028187" y="3444554"/>
            <a:ext cx="5128563" cy="381636"/>
          </a:xfrm>
          <a:custGeom>
            <a:avLst/>
            <a:gdLst/>
            <a:ahLst/>
            <a:cxnLst/>
            <a:rect r="r" b="b" t="t" l="l"/>
            <a:pathLst>
              <a:path h="381636" w="5128563">
                <a:moveTo>
                  <a:pt x="0" y="0"/>
                </a:moveTo>
                <a:lnTo>
                  <a:pt x="5128564" y="0"/>
                </a:lnTo>
                <a:lnTo>
                  <a:pt x="5128564" y="381637"/>
                </a:lnTo>
                <a:lnTo>
                  <a:pt x="0" y="381637"/>
                </a:lnTo>
                <a:lnTo>
                  <a:pt x="0" y="0"/>
                </a:lnTo>
                <a:close/>
              </a:path>
            </a:pathLst>
          </a:custGeom>
          <a:blipFill>
            <a:blip r:embed="rId2">
              <a:alphaModFix amt="72000"/>
            </a:blip>
            <a:stretch>
              <a:fillRect l="0" t="0" r="0" b="-286352"/>
            </a:stretch>
          </a:blipFill>
        </p:spPr>
      </p:sp>
      <p:grpSp>
        <p:nvGrpSpPr>
          <p:cNvPr name="Group 13" id="13"/>
          <p:cNvGrpSpPr/>
          <p:nvPr/>
        </p:nvGrpSpPr>
        <p:grpSpPr>
          <a:xfrm rot="0">
            <a:off x="8921546" y="1425268"/>
            <a:ext cx="5334876" cy="2086085"/>
            <a:chOff x="0" y="0"/>
            <a:chExt cx="1234628" cy="482774"/>
          </a:xfrm>
        </p:grpSpPr>
        <p:sp>
          <p:nvSpPr>
            <p:cNvPr name="Freeform 14" id="14"/>
            <p:cNvSpPr/>
            <p:nvPr/>
          </p:nvSpPr>
          <p:spPr>
            <a:xfrm flipH="false" flipV="false" rot="0">
              <a:off x="0" y="0"/>
              <a:ext cx="1234628" cy="482774"/>
            </a:xfrm>
            <a:custGeom>
              <a:avLst/>
              <a:gdLst/>
              <a:ahLst/>
              <a:cxnLst/>
              <a:rect r="r" b="b" t="t" l="l"/>
              <a:pathLst>
                <a:path h="482774" w="1234628">
                  <a:moveTo>
                    <a:pt x="46438" y="0"/>
                  </a:moveTo>
                  <a:lnTo>
                    <a:pt x="1188190" y="0"/>
                  </a:lnTo>
                  <a:cubicBezTo>
                    <a:pt x="1213837" y="0"/>
                    <a:pt x="1234628" y="20791"/>
                    <a:pt x="1234628" y="46438"/>
                  </a:cubicBezTo>
                  <a:lnTo>
                    <a:pt x="1234628" y="436336"/>
                  </a:lnTo>
                  <a:cubicBezTo>
                    <a:pt x="1234628" y="461983"/>
                    <a:pt x="1213837" y="482774"/>
                    <a:pt x="1188190" y="482774"/>
                  </a:cubicBezTo>
                  <a:lnTo>
                    <a:pt x="46438" y="482774"/>
                  </a:lnTo>
                  <a:cubicBezTo>
                    <a:pt x="20791" y="482774"/>
                    <a:pt x="0" y="461983"/>
                    <a:pt x="0" y="436336"/>
                  </a:cubicBezTo>
                  <a:lnTo>
                    <a:pt x="0" y="46438"/>
                  </a:lnTo>
                  <a:cubicBezTo>
                    <a:pt x="0" y="20791"/>
                    <a:pt x="20791" y="0"/>
                    <a:pt x="46438" y="0"/>
                  </a:cubicBezTo>
                  <a:close/>
                </a:path>
              </a:pathLst>
            </a:custGeom>
            <a:solidFill>
              <a:srgbClr val="FFFFFF"/>
            </a:solidFill>
            <a:ln w="104775" cap="rnd">
              <a:solidFill>
                <a:srgbClr val="106861"/>
              </a:solidFill>
              <a:prstDash val="solid"/>
              <a:round/>
            </a:ln>
          </p:spPr>
        </p:sp>
        <p:sp>
          <p:nvSpPr>
            <p:cNvPr name="TextBox 15" id="15"/>
            <p:cNvSpPr txBox="true"/>
            <p:nvPr/>
          </p:nvSpPr>
          <p:spPr>
            <a:xfrm>
              <a:off x="0" y="-38100"/>
              <a:ext cx="1234628" cy="520874"/>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16" id="16"/>
          <p:cNvGrpSpPr/>
          <p:nvPr/>
        </p:nvGrpSpPr>
        <p:grpSpPr>
          <a:xfrm rot="0">
            <a:off x="8307532" y="1878174"/>
            <a:ext cx="1228028" cy="1226514"/>
            <a:chOff x="0" y="0"/>
            <a:chExt cx="323431" cy="323032"/>
          </a:xfrm>
        </p:grpSpPr>
        <p:sp>
          <p:nvSpPr>
            <p:cNvPr name="Freeform 17" id="17"/>
            <p:cNvSpPr/>
            <p:nvPr/>
          </p:nvSpPr>
          <p:spPr>
            <a:xfrm flipH="false" flipV="false" rot="0">
              <a:off x="0" y="0"/>
              <a:ext cx="323431" cy="323032"/>
            </a:xfrm>
            <a:custGeom>
              <a:avLst/>
              <a:gdLst/>
              <a:ahLst/>
              <a:cxnLst/>
              <a:rect r="r" b="b" t="t" l="l"/>
              <a:pathLst>
                <a:path h="323032" w="323431">
                  <a:moveTo>
                    <a:pt x="0" y="0"/>
                  </a:moveTo>
                  <a:lnTo>
                    <a:pt x="323431" y="0"/>
                  </a:lnTo>
                  <a:lnTo>
                    <a:pt x="323431" y="323032"/>
                  </a:lnTo>
                  <a:lnTo>
                    <a:pt x="0" y="323032"/>
                  </a:lnTo>
                  <a:close/>
                </a:path>
              </a:pathLst>
            </a:custGeom>
            <a:solidFill>
              <a:srgbClr val="FFFFFF"/>
            </a:solidFill>
          </p:spPr>
        </p:sp>
        <p:sp>
          <p:nvSpPr>
            <p:cNvPr name="TextBox 18" id="18"/>
            <p:cNvSpPr txBox="true"/>
            <p:nvPr/>
          </p:nvSpPr>
          <p:spPr>
            <a:xfrm>
              <a:off x="0" y="-114300"/>
              <a:ext cx="323431" cy="437332"/>
            </a:xfrm>
            <a:prstGeom prst="rect">
              <a:avLst/>
            </a:prstGeom>
          </p:spPr>
          <p:txBody>
            <a:bodyPr anchor="ctr" rtlCol="false" tIns="50800" lIns="50800" bIns="50800" rIns="50800"/>
            <a:lstStyle/>
            <a:p>
              <a:pPr algn="ctr">
                <a:lnSpc>
                  <a:spcPts val="8076"/>
                </a:lnSpc>
              </a:pPr>
            </a:p>
          </p:txBody>
        </p:sp>
      </p:grpSp>
      <p:sp>
        <p:nvSpPr>
          <p:cNvPr name="Freeform 19" id="19"/>
          <p:cNvSpPr/>
          <p:nvPr/>
        </p:nvSpPr>
        <p:spPr>
          <a:xfrm flipH="false" flipV="false" rot="-10800000">
            <a:off x="9028187" y="5940727"/>
            <a:ext cx="5128563" cy="381636"/>
          </a:xfrm>
          <a:custGeom>
            <a:avLst/>
            <a:gdLst/>
            <a:ahLst/>
            <a:cxnLst/>
            <a:rect r="r" b="b" t="t" l="l"/>
            <a:pathLst>
              <a:path h="381636" w="5128563">
                <a:moveTo>
                  <a:pt x="0" y="0"/>
                </a:moveTo>
                <a:lnTo>
                  <a:pt x="5128564" y="0"/>
                </a:lnTo>
                <a:lnTo>
                  <a:pt x="5128564" y="381637"/>
                </a:lnTo>
                <a:lnTo>
                  <a:pt x="0" y="381637"/>
                </a:lnTo>
                <a:lnTo>
                  <a:pt x="0" y="0"/>
                </a:lnTo>
                <a:close/>
              </a:path>
            </a:pathLst>
          </a:custGeom>
          <a:blipFill>
            <a:blip r:embed="rId2">
              <a:alphaModFix amt="72000"/>
            </a:blip>
            <a:stretch>
              <a:fillRect l="0" t="0" r="0" b="-286352"/>
            </a:stretch>
          </a:blipFill>
        </p:spPr>
      </p:sp>
      <p:grpSp>
        <p:nvGrpSpPr>
          <p:cNvPr name="Group 20" id="20"/>
          <p:cNvGrpSpPr/>
          <p:nvPr/>
        </p:nvGrpSpPr>
        <p:grpSpPr>
          <a:xfrm rot="0">
            <a:off x="8921546" y="3921441"/>
            <a:ext cx="5334876" cy="2086085"/>
            <a:chOff x="0" y="0"/>
            <a:chExt cx="1234628" cy="482774"/>
          </a:xfrm>
        </p:grpSpPr>
        <p:sp>
          <p:nvSpPr>
            <p:cNvPr name="Freeform 21" id="21"/>
            <p:cNvSpPr/>
            <p:nvPr/>
          </p:nvSpPr>
          <p:spPr>
            <a:xfrm flipH="false" flipV="false" rot="0">
              <a:off x="0" y="0"/>
              <a:ext cx="1234628" cy="482774"/>
            </a:xfrm>
            <a:custGeom>
              <a:avLst/>
              <a:gdLst/>
              <a:ahLst/>
              <a:cxnLst/>
              <a:rect r="r" b="b" t="t" l="l"/>
              <a:pathLst>
                <a:path h="482774" w="1234628">
                  <a:moveTo>
                    <a:pt x="46438" y="0"/>
                  </a:moveTo>
                  <a:lnTo>
                    <a:pt x="1188190" y="0"/>
                  </a:lnTo>
                  <a:cubicBezTo>
                    <a:pt x="1213837" y="0"/>
                    <a:pt x="1234628" y="20791"/>
                    <a:pt x="1234628" y="46438"/>
                  </a:cubicBezTo>
                  <a:lnTo>
                    <a:pt x="1234628" y="436336"/>
                  </a:lnTo>
                  <a:cubicBezTo>
                    <a:pt x="1234628" y="461983"/>
                    <a:pt x="1213837" y="482774"/>
                    <a:pt x="1188190" y="482774"/>
                  </a:cubicBezTo>
                  <a:lnTo>
                    <a:pt x="46438" y="482774"/>
                  </a:lnTo>
                  <a:cubicBezTo>
                    <a:pt x="20791" y="482774"/>
                    <a:pt x="0" y="461983"/>
                    <a:pt x="0" y="436336"/>
                  </a:cubicBezTo>
                  <a:lnTo>
                    <a:pt x="0" y="46438"/>
                  </a:lnTo>
                  <a:cubicBezTo>
                    <a:pt x="0" y="20791"/>
                    <a:pt x="20791" y="0"/>
                    <a:pt x="46438" y="0"/>
                  </a:cubicBezTo>
                  <a:close/>
                </a:path>
              </a:pathLst>
            </a:custGeom>
            <a:solidFill>
              <a:srgbClr val="FFFFFF"/>
            </a:solidFill>
            <a:ln w="104775" cap="rnd">
              <a:solidFill>
                <a:srgbClr val="106861"/>
              </a:solidFill>
              <a:prstDash val="solid"/>
              <a:round/>
            </a:ln>
          </p:spPr>
        </p:sp>
        <p:sp>
          <p:nvSpPr>
            <p:cNvPr name="TextBox 22" id="22"/>
            <p:cNvSpPr txBox="true"/>
            <p:nvPr/>
          </p:nvSpPr>
          <p:spPr>
            <a:xfrm>
              <a:off x="0" y="-38100"/>
              <a:ext cx="1234628" cy="520874"/>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23" id="23"/>
          <p:cNvGrpSpPr/>
          <p:nvPr/>
        </p:nvGrpSpPr>
        <p:grpSpPr>
          <a:xfrm rot="0">
            <a:off x="8307532" y="4374347"/>
            <a:ext cx="1228028" cy="1226514"/>
            <a:chOff x="0" y="0"/>
            <a:chExt cx="323431" cy="323032"/>
          </a:xfrm>
        </p:grpSpPr>
        <p:sp>
          <p:nvSpPr>
            <p:cNvPr name="Freeform 24" id="24"/>
            <p:cNvSpPr/>
            <p:nvPr/>
          </p:nvSpPr>
          <p:spPr>
            <a:xfrm flipH="false" flipV="false" rot="0">
              <a:off x="0" y="0"/>
              <a:ext cx="323431" cy="323032"/>
            </a:xfrm>
            <a:custGeom>
              <a:avLst/>
              <a:gdLst/>
              <a:ahLst/>
              <a:cxnLst/>
              <a:rect r="r" b="b" t="t" l="l"/>
              <a:pathLst>
                <a:path h="323032" w="323431">
                  <a:moveTo>
                    <a:pt x="0" y="0"/>
                  </a:moveTo>
                  <a:lnTo>
                    <a:pt x="323431" y="0"/>
                  </a:lnTo>
                  <a:lnTo>
                    <a:pt x="323431" y="323032"/>
                  </a:lnTo>
                  <a:lnTo>
                    <a:pt x="0" y="323032"/>
                  </a:lnTo>
                  <a:close/>
                </a:path>
              </a:pathLst>
            </a:custGeom>
            <a:solidFill>
              <a:srgbClr val="FFFFFF"/>
            </a:solidFill>
          </p:spPr>
        </p:sp>
        <p:sp>
          <p:nvSpPr>
            <p:cNvPr name="TextBox 25" id="25"/>
            <p:cNvSpPr txBox="true"/>
            <p:nvPr/>
          </p:nvSpPr>
          <p:spPr>
            <a:xfrm>
              <a:off x="0" y="-114300"/>
              <a:ext cx="323431" cy="437332"/>
            </a:xfrm>
            <a:prstGeom prst="rect">
              <a:avLst/>
            </a:prstGeom>
          </p:spPr>
          <p:txBody>
            <a:bodyPr anchor="ctr" rtlCol="false" tIns="50800" lIns="50800" bIns="50800" rIns="50800"/>
            <a:lstStyle/>
            <a:p>
              <a:pPr algn="ctr">
                <a:lnSpc>
                  <a:spcPts val="8076"/>
                </a:lnSpc>
              </a:pPr>
            </a:p>
          </p:txBody>
        </p:sp>
      </p:grpSp>
      <p:sp>
        <p:nvSpPr>
          <p:cNvPr name="Freeform 26" id="26"/>
          <p:cNvSpPr/>
          <p:nvPr/>
        </p:nvSpPr>
        <p:spPr>
          <a:xfrm flipH="false" flipV="false" rot="0">
            <a:off x="8520301" y="4492659"/>
            <a:ext cx="943649" cy="943649"/>
          </a:xfrm>
          <a:custGeom>
            <a:avLst/>
            <a:gdLst/>
            <a:ahLst/>
            <a:cxnLst/>
            <a:rect r="r" b="b" t="t" l="l"/>
            <a:pathLst>
              <a:path h="943649" w="943649">
                <a:moveTo>
                  <a:pt x="0" y="0"/>
                </a:moveTo>
                <a:lnTo>
                  <a:pt x="943649" y="0"/>
                </a:lnTo>
                <a:lnTo>
                  <a:pt x="943649" y="943649"/>
                </a:lnTo>
                <a:lnTo>
                  <a:pt x="0" y="9436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27" id="27"/>
          <p:cNvSpPr/>
          <p:nvPr/>
        </p:nvSpPr>
        <p:spPr>
          <a:xfrm flipH="false" flipV="false" rot="-10800000">
            <a:off x="9028187" y="8598825"/>
            <a:ext cx="5128563" cy="381636"/>
          </a:xfrm>
          <a:custGeom>
            <a:avLst/>
            <a:gdLst/>
            <a:ahLst/>
            <a:cxnLst/>
            <a:rect r="r" b="b" t="t" l="l"/>
            <a:pathLst>
              <a:path h="381636" w="5128563">
                <a:moveTo>
                  <a:pt x="0" y="0"/>
                </a:moveTo>
                <a:lnTo>
                  <a:pt x="5128564" y="0"/>
                </a:lnTo>
                <a:lnTo>
                  <a:pt x="5128564" y="381636"/>
                </a:lnTo>
                <a:lnTo>
                  <a:pt x="0" y="381636"/>
                </a:lnTo>
                <a:lnTo>
                  <a:pt x="0" y="0"/>
                </a:lnTo>
                <a:close/>
              </a:path>
            </a:pathLst>
          </a:custGeom>
          <a:blipFill>
            <a:blip r:embed="rId2">
              <a:alphaModFix amt="72000"/>
            </a:blip>
            <a:stretch>
              <a:fillRect l="0" t="0" r="0" b="-286352"/>
            </a:stretch>
          </a:blipFill>
        </p:spPr>
      </p:sp>
      <p:grpSp>
        <p:nvGrpSpPr>
          <p:cNvPr name="Group 28" id="28"/>
          <p:cNvGrpSpPr/>
          <p:nvPr/>
        </p:nvGrpSpPr>
        <p:grpSpPr>
          <a:xfrm rot="0">
            <a:off x="8921546" y="6579539"/>
            <a:ext cx="5334876" cy="2086085"/>
            <a:chOff x="0" y="0"/>
            <a:chExt cx="1234628" cy="482774"/>
          </a:xfrm>
        </p:grpSpPr>
        <p:sp>
          <p:nvSpPr>
            <p:cNvPr name="Freeform 29" id="29"/>
            <p:cNvSpPr/>
            <p:nvPr/>
          </p:nvSpPr>
          <p:spPr>
            <a:xfrm flipH="false" flipV="false" rot="0">
              <a:off x="0" y="0"/>
              <a:ext cx="1234628" cy="482774"/>
            </a:xfrm>
            <a:custGeom>
              <a:avLst/>
              <a:gdLst/>
              <a:ahLst/>
              <a:cxnLst/>
              <a:rect r="r" b="b" t="t" l="l"/>
              <a:pathLst>
                <a:path h="482774" w="1234628">
                  <a:moveTo>
                    <a:pt x="46438" y="0"/>
                  </a:moveTo>
                  <a:lnTo>
                    <a:pt x="1188190" y="0"/>
                  </a:lnTo>
                  <a:cubicBezTo>
                    <a:pt x="1213837" y="0"/>
                    <a:pt x="1234628" y="20791"/>
                    <a:pt x="1234628" y="46438"/>
                  </a:cubicBezTo>
                  <a:lnTo>
                    <a:pt x="1234628" y="436336"/>
                  </a:lnTo>
                  <a:cubicBezTo>
                    <a:pt x="1234628" y="461983"/>
                    <a:pt x="1213837" y="482774"/>
                    <a:pt x="1188190" y="482774"/>
                  </a:cubicBezTo>
                  <a:lnTo>
                    <a:pt x="46438" y="482774"/>
                  </a:lnTo>
                  <a:cubicBezTo>
                    <a:pt x="20791" y="482774"/>
                    <a:pt x="0" y="461983"/>
                    <a:pt x="0" y="436336"/>
                  </a:cubicBezTo>
                  <a:lnTo>
                    <a:pt x="0" y="46438"/>
                  </a:lnTo>
                  <a:cubicBezTo>
                    <a:pt x="0" y="20791"/>
                    <a:pt x="20791" y="0"/>
                    <a:pt x="46438" y="0"/>
                  </a:cubicBezTo>
                  <a:close/>
                </a:path>
              </a:pathLst>
            </a:custGeom>
            <a:solidFill>
              <a:srgbClr val="FFFFFF"/>
            </a:solidFill>
            <a:ln w="104775" cap="rnd">
              <a:solidFill>
                <a:srgbClr val="106861"/>
              </a:solidFill>
              <a:prstDash val="solid"/>
              <a:round/>
            </a:ln>
          </p:spPr>
        </p:sp>
        <p:sp>
          <p:nvSpPr>
            <p:cNvPr name="TextBox 30" id="30"/>
            <p:cNvSpPr txBox="true"/>
            <p:nvPr/>
          </p:nvSpPr>
          <p:spPr>
            <a:xfrm>
              <a:off x="0" y="-38100"/>
              <a:ext cx="1234628" cy="520874"/>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31" id="31"/>
          <p:cNvGrpSpPr/>
          <p:nvPr/>
        </p:nvGrpSpPr>
        <p:grpSpPr>
          <a:xfrm rot="0">
            <a:off x="8307532" y="7032444"/>
            <a:ext cx="1228028" cy="1226514"/>
            <a:chOff x="0" y="0"/>
            <a:chExt cx="323431" cy="323032"/>
          </a:xfrm>
        </p:grpSpPr>
        <p:sp>
          <p:nvSpPr>
            <p:cNvPr name="Freeform 32" id="32"/>
            <p:cNvSpPr/>
            <p:nvPr/>
          </p:nvSpPr>
          <p:spPr>
            <a:xfrm flipH="false" flipV="false" rot="0">
              <a:off x="0" y="0"/>
              <a:ext cx="323431" cy="323032"/>
            </a:xfrm>
            <a:custGeom>
              <a:avLst/>
              <a:gdLst/>
              <a:ahLst/>
              <a:cxnLst/>
              <a:rect r="r" b="b" t="t" l="l"/>
              <a:pathLst>
                <a:path h="323032" w="323431">
                  <a:moveTo>
                    <a:pt x="0" y="0"/>
                  </a:moveTo>
                  <a:lnTo>
                    <a:pt x="323431" y="0"/>
                  </a:lnTo>
                  <a:lnTo>
                    <a:pt x="323431" y="323032"/>
                  </a:lnTo>
                  <a:lnTo>
                    <a:pt x="0" y="323032"/>
                  </a:lnTo>
                  <a:close/>
                </a:path>
              </a:pathLst>
            </a:custGeom>
            <a:solidFill>
              <a:srgbClr val="FFFFFF"/>
            </a:solidFill>
          </p:spPr>
        </p:sp>
        <p:sp>
          <p:nvSpPr>
            <p:cNvPr name="TextBox 33" id="33"/>
            <p:cNvSpPr txBox="true"/>
            <p:nvPr/>
          </p:nvSpPr>
          <p:spPr>
            <a:xfrm>
              <a:off x="0" y="-114300"/>
              <a:ext cx="323431" cy="437332"/>
            </a:xfrm>
            <a:prstGeom prst="rect">
              <a:avLst/>
            </a:prstGeom>
          </p:spPr>
          <p:txBody>
            <a:bodyPr anchor="ctr" rtlCol="false" tIns="50800" lIns="50800" bIns="50800" rIns="50800"/>
            <a:lstStyle/>
            <a:p>
              <a:pPr algn="ctr">
                <a:lnSpc>
                  <a:spcPts val="8076"/>
                </a:lnSpc>
              </a:pPr>
            </a:p>
          </p:txBody>
        </p:sp>
      </p:grpSp>
      <p:sp>
        <p:nvSpPr>
          <p:cNvPr name="Freeform 34" id="34"/>
          <p:cNvSpPr/>
          <p:nvPr/>
        </p:nvSpPr>
        <p:spPr>
          <a:xfrm flipH="false" flipV="false" rot="0">
            <a:off x="8571284" y="7189139"/>
            <a:ext cx="841683" cy="852533"/>
          </a:xfrm>
          <a:custGeom>
            <a:avLst/>
            <a:gdLst/>
            <a:ahLst/>
            <a:cxnLst/>
            <a:rect r="r" b="b" t="t" l="l"/>
            <a:pathLst>
              <a:path h="852533" w="841683">
                <a:moveTo>
                  <a:pt x="0" y="0"/>
                </a:moveTo>
                <a:lnTo>
                  <a:pt x="841683" y="0"/>
                </a:lnTo>
                <a:lnTo>
                  <a:pt x="841683" y="852533"/>
                </a:lnTo>
                <a:lnTo>
                  <a:pt x="0" y="8525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35" id="35"/>
          <p:cNvSpPr/>
          <p:nvPr/>
        </p:nvSpPr>
        <p:spPr>
          <a:xfrm flipH="false" flipV="false" rot="0">
            <a:off x="8571284" y="2050422"/>
            <a:ext cx="841683" cy="841683"/>
          </a:xfrm>
          <a:custGeom>
            <a:avLst/>
            <a:gdLst/>
            <a:ahLst/>
            <a:cxnLst/>
            <a:rect r="r" b="b" t="t" l="l"/>
            <a:pathLst>
              <a:path h="841683" w="841683">
                <a:moveTo>
                  <a:pt x="0" y="0"/>
                </a:moveTo>
                <a:lnTo>
                  <a:pt x="841683" y="0"/>
                </a:lnTo>
                <a:lnTo>
                  <a:pt x="841683" y="841682"/>
                </a:lnTo>
                <a:lnTo>
                  <a:pt x="0" y="84168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grpSp>
        <p:nvGrpSpPr>
          <p:cNvPr name="Group 36" id="36"/>
          <p:cNvGrpSpPr/>
          <p:nvPr/>
        </p:nvGrpSpPr>
        <p:grpSpPr>
          <a:xfrm rot="0">
            <a:off x="4809335" y="8388753"/>
            <a:ext cx="1183417" cy="1183417"/>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pic>
        <p:nvPicPr>
          <p:cNvPr name="Picture 39" id="39"/>
          <p:cNvPicPr>
            <a:picLocks noChangeAspect="true"/>
          </p:cNvPicPr>
          <p:nvPr/>
        </p:nvPicPr>
        <p:blipFill>
          <a:blip r:embed="rId9"/>
          <a:srcRect l="0" t="0" r="0" b="0"/>
          <a:stretch>
            <a:fillRect/>
          </a:stretch>
        </p:blipFill>
        <p:spPr>
          <a:xfrm flipH="false" flipV="false" rot="0">
            <a:off x="10104252" y="7245462"/>
            <a:ext cx="2287749" cy="1292578"/>
          </a:xfrm>
          <a:prstGeom prst="rect">
            <a:avLst/>
          </a:prstGeom>
        </p:spPr>
      </p:pic>
      <p:pic>
        <p:nvPicPr>
          <p:cNvPr name="Picture 40" id="40"/>
          <p:cNvPicPr>
            <a:picLocks noChangeAspect="true"/>
          </p:cNvPicPr>
          <p:nvPr/>
        </p:nvPicPr>
        <p:blipFill>
          <a:blip r:embed="rId10"/>
          <a:srcRect l="0" t="0" r="0" b="0"/>
          <a:stretch>
            <a:fillRect/>
          </a:stretch>
        </p:blipFill>
        <p:spPr>
          <a:xfrm flipH="false" flipV="false" rot="0">
            <a:off x="10002285" y="4458959"/>
            <a:ext cx="1863404" cy="1863404"/>
          </a:xfrm>
          <a:prstGeom prst="rect">
            <a:avLst/>
          </a:prstGeom>
        </p:spPr>
      </p:pic>
      <p:sp>
        <p:nvSpPr>
          <p:cNvPr name="Freeform 41" id="41"/>
          <p:cNvSpPr/>
          <p:nvPr/>
        </p:nvSpPr>
        <p:spPr>
          <a:xfrm flipH="false" flipV="false" rot="0">
            <a:off x="311476" y="8314072"/>
            <a:ext cx="1573683" cy="1550766"/>
          </a:xfrm>
          <a:custGeom>
            <a:avLst/>
            <a:gdLst/>
            <a:ahLst/>
            <a:cxnLst/>
            <a:rect r="r" b="b" t="t" l="l"/>
            <a:pathLst>
              <a:path h="1550766" w="1573683">
                <a:moveTo>
                  <a:pt x="0" y="0"/>
                </a:moveTo>
                <a:lnTo>
                  <a:pt x="1573684" y="0"/>
                </a:lnTo>
                <a:lnTo>
                  <a:pt x="1573684" y="1550766"/>
                </a:lnTo>
                <a:lnTo>
                  <a:pt x="0" y="1550766"/>
                </a:lnTo>
                <a:lnTo>
                  <a:pt x="0" y="0"/>
                </a:lnTo>
                <a:close/>
              </a:path>
            </a:pathLst>
          </a:custGeom>
          <a:blipFill>
            <a:blip r:embed="rId11"/>
            <a:stretch>
              <a:fillRect l="0" t="0" r="0" b="0"/>
            </a:stretch>
          </a:blipFill>
        </p:spPr>
      </p:sp>
      <p:pic>
        <p:nvPicPr>
          <p:cNvPr name="Picture 42" id="42"/>
          <p:cNvPicPr>
            <a:picLocks noChangeAspect="true"/>
          </p:cNvPicPr>
          <p:nvPr/>
        </p:nvPicPr>
        <p:blipFill>
          <a:blip r:embed="rId12"/>
          <a:srcRect l="0" t="0" r="0" b="0"/>
          <a:stretch>
            <a:fillRect/>
          </a:stretch>
        </p:blipFill>
        <p:spPr>
          <a:xfrm flipH="false" flipV="false" rot="0">
            <a:off x="10624493" y="2091192"/>
            <a:ext cx="1577957" cy="1420162"/>
          </a:xfrm>
          <a:prstGeom prst="rect">
            <a:avLst/>
          </a:prstGeom>
        </p:spPr>
      </p:pic>
      <p:sp>
        <p:nvSpPr>
          <p:cNvPr name="TextBox 43" id="43"/>
          <p:cNvSpPr txBox="true"/>
          <p:nvPr/>
        </p:nvSpPr>
        <p:spPr>
          <a:xfrm rot="0">
            <a:off x="1777219" y="5127462"/>
            <a:ext cx="6064231" cy="727085"/>
          </a:xfrm>
          <a:prstGeom prst="rect">
            <a:avLst/>
          </a:prstGeom>
        </p:spPr>
        <p:txBody>
          <a:bodyPr anchor="t" rtlCol="false" tIns="0" lIns="0" bIns="0" rIns="0">
            <a:spAutoFit/>
          </a:bodyPr>
          <a:lstStyle/>
          <a:p>
            <a:pPr algn="l">
              <a:lnSpc>
                <a:spcPts val="3021"/>
              </a:lnSpc>
            </a:pPr>
            <a:r>
              <a:rPr lang="en-US" sz="2014">
                <a:solidFill>
                  <a:srgbClr val="343432"/>
                </a:solidFill>
                <a:latin typeface="Open Sauce"/>
                <a:ea typeface="Open Sauce"/>
                <a:cs typeface="Open Sauce"/>
                <a:sym typeface="Open Sauce"/>
              </a:rPr>
              <a:t>Education 4.0 is characterized by:</a:t>
            </a:r>
          </a:p>
          <a:p>
            <a:pPr algn="l" marL="0" indent="0" lvl="0">
              <a:lnSpc>
                <a:spcPts val="3021"/>
              </a:lnSpc>
            </a:pPr>
          </a:p>
        </p:txBody>
      </p:sp>
      <p:sp>
        <p:nvSpPr>
          <p:cNvPr name="TextBox 44" id="44"/>
          <p:cNvSpPr txBox="true"/>
          <p:nvPr/>
        </p:nvSpPr>
        <p:spPr>
          <a:xfrm rot="0">
            <a:off x="9667546" y="1715095"/>
            <a:ext cx="4100514" cy="376096"/>
          </a:xfrm>
          <a:prstGeom prst="rect">
            <a:avLst/>
          </a:prstGeom>
        </p:spPr>
        <p:txBody>
          <a:bodyPr anchor="t" rtlCol="false" tIns="0" lIns="0" bIns="0" rIns="0">
            <a:spAutoFit/>
          </a:bodyPr>
          <a:lstStyle/>
          <a:p>
            <a:pPr algn="l" marL="0" indent="0" lvl="0">
              <a:lnSpc>
                <a:spcPts val="3017"/>
              </a:lnSpc>
              <a:spcBef>
                <a:spcPct val="0"/>
              </a:spcBef>
            </a:pPr>
            <a:r>
              <a:rPr lang="en-US" b="true" sz="2357">
                <a:solidFill>
                  <a:srgbClr val="333231"/>
                </a:solidFill>
                <a:latin typeface="Open Sauce Bold"/>
                <a:ea typeface="Open Sauce Bold"/>
                <a:cs typeface="Open Sauce Bold"/>
                <a:sym typeface="Open Sauce Bold"/>
              </a:rPr>
              <a:t>Personalized Learning</a:t>
            </a:r>
          </a:p>
        </p:txBody>
      </p:sp>
      <p:sp>
        <p:nvSpPr>
          <p:cNvPr name="TextBox 45" id="45"/>
          <p:cNvSpPr txBox="true"/>
          <p:nvPr/>
        </p:nvSpPr>
        <p:spPr>
          <a:xfrm rot="0">
            <a:off x="9667546" y="4211268"/>
            <a:ext cx="4100514" cy="376096"/>
          </a:xfrm>
          <a:prstGeom prst="rect">
            <a:avLst/>
          </a:prstGeom>
        </p:spPr>
        <p:txBody>
          <a:bodyPr anchor="t" rtlCol="false" tIns="0" lIns="0" bIns="0" rIns="0">
            <a:spAutoFit/>
          </a:bodyPr>
          <a:lstStyle/>
          <a:p>
            <a:pPr algn="l" marL="0" indent="0" lvl="0">
              <a:lnSpc>
                <a:spcPts val="3017"/>
              </a:lnSpc>
              <a:spcBef>
                <a:spcPct val="0"/>
              </a:spcBef>
            </a:pPr>
            <a:r>
              <a:rPr lang="en-US" b="true" sz="2357">
                <a:solidFill>
                  <a:srgbClr val="333231"/>
                </a:solidFill>
                <a:latin typeface="Open Sauce Bold"/>
                <a:ea typeface="Open Sauce Bold"/>
                <a:cs typeface="Open Sauce Bold"/>
                <a:sym typeface="Open Sauce Bold"/>
              </a:rPr>
              <a:t>Social constructivism</a:t>
            </a:r>
          </a:p>
        </p:txBody>
      </p:sp>
      <p:sp>
        <p:nvSpPr>
          <p:cNvPr name="TextBox 46" id="46"/>
          <p:cNvSpPr txBox="true"/>
          <p:nvPr/>
        </p:nvSpPr>
        <p:spPr>
          <a:xfrm rot="0">
            <a:off x="9667546" y="6869366"/>
            <a:ext cx="4100514" cy="376096"/>
          </a:xfrm>
          <a:prstGeom prst="rect">
            <a:avLst/>
          </a:prstGeom>
        </p:spPr>
        <p:txBody>
          <a:bodyPr anchor="t" rtlCol="false" tIns="0" lIns="0" bIns="0" rIns="0">
            <a:spAutoFit/>
          </a:bodyPr>
          <a:lstStyle/>
          <a:p>
            <a:pPr algn="l" marL="0" indent="0" lvl="0">
              <a:lnSpc>
                <a:spcPts val="3017"/>
              </a:lnSpc>
              <a:spcBef>
                <a:spcPct val="0"/>
              </a:spcBef>
            </a:pPr>
            <a:r>
              <a:rPr lang="en-US" b="true" sz="2357">
                <a:solidFill>
                  <a:srgbClr val="333231"/>
                </a:solidFill>
                <a:latin typeface="Open Sauce Bold"/>
                <a:ea typeface="Open Sauce Bold"/>
                <a:cs typeface="Open Sauce Bold"/>
                <a:sym typeface="Open Sauce Bold"/>
              </a:rPr>
              <a:t>Technology Integration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5199" y="7142981"/>
            <a:ext cx="4723978" cy="472397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8377C"/>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3549293" y="1076697"/>
            <a:ext cx="628242" cy="620246"/>
          </a:xfrm>
          <a:custGeom>
            <a:avLst/>
            <a:gdLst/>
            <a:ahLst/>
            <a:cxnLst/>
            <a:rect r="r" b="b" t="t" l="l"/>
            <a:pathLst>
              <a:path h="620246" w="628242">
                <a:moveTo>
                  <a:pt x="0" y="0"/>
                </a:moveTo>
                <a:lnTo>
                  <a:pt x="628242" y="0"/>
                </a:lnTo>
                <a:lnTo>
                  <a:pt x="628242" y="620246"/>
                </a:lnTo>
                <a:lnTo>
                  <a:pt x="0" y="6202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4287926" y="1038225"/>
            <a:ext cx="1714156" cy="658718"/>
          </a:xfrm>
          <a:prstGeom prst="rect">
            <a:avLst/>
          </a:prstGeom>
        </p:spPr>
        <p:txBody>
          <a:bodyPr anchor="t" rtlCol="false" tIns="0" lIns="0" bIns="0" rIns="0">
            <a:spAutoFit/>
          </a:bodyPr>
          <a:lstStyle/>
          <a:p>
            <a:pPr algn="l">
              <a:lnSpc>
                <a:spcPts val="2591"/>
              </a:lnSpc>
            </a:pPr>
            <a:r>
              <a:rPr lang="en-US" sz="2234" spc="87">
                <a:solidFill>
                  <a:srgbClr val="2A2E3A"/>
                </a:solidFill>
                <a:latin typeface="Montserrat Classic"/>
                <a:ea typeface="Montserrat Classic"/>
                <a:cs typeface="Montserrat Classic"/>
                <a:sym typeface="Montserrat Classic"/>
              </a:rPr>
              <a:t>Borcelle Company</a:t>
            </a:r>
          </a:p>
        </p:txBody>
      </p:sp>
      <p:grpSp>
        <p:nvGrpSpPr>
          <p:cNvPr name="Group 7" id="7"/>
          <p:cNvGrpSpPr/>
          <p:nvPr/>
        </p:nvGrpSpPr>
        <p:grpSpPr>
          <a:xfrm rot="0">
            <a:off x="12019980" y="-5099450"/>
            <a:ext cx="11212168" cy="11212123"/>
            <a:chOff x="0" y="0"/>
            <a:chExt cx="6350000" cy="6349975"/>
          </a:xfrm>
        </p:grpSpPr>
        <p:sp>
          <p:nvSpPr>
            <p:cNvPr name="Freeform 8" id="8"/>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solidFill>
              <a:srgbClr val="08377C"/>
            </a:solidFill>
            <a:ln w="12700">
              <a:solidFill>
                <a:srgbClr val="000000"/>
              </a:solidFill>
            </a:ln>
          </p:spPr>
        </p:sp>
      </p:grpSp>
      <p:grpSp>
        <p:nvGrpSpPr>
          <p:cNvPr name="Group 9" id="9"/>
          <p:cNvGrpSpPr/>
          <p:nvPr/>
        </p:nvGrpSpPr>
        <p:grpSpPr>
          <a:xfrm rot="0">
            <a:off x="12019980" y="-5099450"/>
            <a:ext cx="11212168" cy="11212123"/>
            <a:chOff x="0" y="0"/>
            <a:chExt cx="6350000" cy="6349975"/>
          </a:xfrm>
        </p:grpSpPr>
        <p:sp>
          <p:nvSpPr>
            <p:cNvPr name="Freeform 10" id="10"/>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alphaModFix amt="49000"/>
              </a:blip>
              <a:stretch>
                <a:fillRect l="-25046" t="0" r="-25046" b="0"/>
              </a:stretch>
            </a:blipFill>
          </p:spPr>
        </p:sp>
      </p:grpSp>
      <p:grpSp>
        <p:nvGrpSpPr>
          <p:cNvPr name="Group 11" id="11"/>
          <p:cNvGrpSpPr/>
          <p:nvPr/>
        </p:nvGrpSpPr>
        <p:grpSpPr>
          <a:xfrm rot="0">
            <a:off x="15496482" y="-1622972"/>
            <a:ext cx="4837174" cy="483717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4653480" y="5971432"/>
            <a:ext cx="843002" cy="84300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377C"/>
            </a:solidFill>
            <a:ln cap="sq">
              <a:no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3079"/>
                </a:lnSpc>
                <a:spcBef>
                  <a:spcPct val="0"/>
                </a:spcBef>
              </a:pPr>
            </a:p>
          </p:txBody>
        </p:sp>
      </p:grpSp>
      <p:grpSp>
        <p:nvGrpSpPr>
          <p:cNvPr name="Group 17" id="17"/>
          <p:cNvGrpSpPr/>
          <p:nvPr/>
        </p:nvGrpSpPr>
        <p:grpSpPr>
          <a:xfrm rot="0">
            <a:off x="-559418" y="-811125"/>
            <a:ext cx="1839825" cy="1839825"/>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377C"/>
            </a:solidFill>
            <a:ln cap="sq">
              <a:no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3079"/>
                </a:lnSpc>
                <a:spcBef>
                  <a:spcPct val="0"/>
                </a:spcBef>
              </a:pPr>
            </a:p>
          </p:txBody>
        </p:sp>
      </p:grpSp>
      <p:sp>
        <p:nvSpPr>
          <p:cNvPr name="Freeform 20" id="20"/>
          <p:cNvSpPr/>
          <p:nvPr/>
        </p:nvSpPr>
        <p:spPr>
          <a:xfrm flipH="false" flipV="false" rot="0">
            <a:off x="1361821" y="3339643"/>
            <a:ext cx="2739670" cy="2739670"/>
          </a:xfrm>
          <a:custGeom>
            <a:avLst/>
            <a:gdLst/>
            <a:ahLst/>
            <a:cxnLst/>
            <a:rect r="r" b="b" t="t" l="l"/>
            <a:pathLst>
              <a:path h="2739670" w="2739670">
                <a:moveTo>
                  <a:pt x="0" y="0"/>
                </a:moveTo>
                <a:lnTo>
                  <a:pt x="2739670" y="0"/>
                </a:lnTo>
                <a:lnTo>
                  <a:pt x="2739670" y="2739669"/>
                </a:lnTo>
                <a:lnTo>
                  <a:pt x="0" y="2739669"/>
                </a:lnTo>
                <a:lnTo>
                  <a:pt x="0" y="0"/>
                </a:lnTo>
                <a:close/>
              </a:path>
            </a:pathLst>
          </a:custGeom>
          <a:blipFill>
            <a:blip r:embed="rId5">
              <a:alphaModFix amt="20999"/>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21" id="21"/>
          <p:cNvGrpSpPr/>
          <p:nvPr/>
        </p:nvGrpSpPr>
        <p:grpSpPr>
          <a:xfrm rot="0">
            <a:off x="1994534" y="3978155"/>
            <a:ext cx="1474244" cy="1474244"/>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04775" cap="sq">
              <a:gradFill>
                <a:gsLst>
                  <a:gs pos="0">
                    <a:srgbClr val="08377C">
                      <a:alpha val="100000"/>
                    </a:srgbClr>
                  </a:gs>
                  <a:gs pos="50000">
                    <a:srgbClr val="006BB6">
                      <a:alpha val="100000"/>
                    </a:srgbClr>
                  </a:gs>
                  <a:gs pos="100000">
                    <a:srgbClr val="C9E9FF">
                      <a:alpha val="100000"/>
                    </a:srgbClr>
                  </a:gs>
                </a:gsLst>
                <a:lin ang="2700000"/>
              </a:gradFill>
              <a:prstDash val="solid"/>
              <a:miter/>
            </a:ln>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marL="0" indent="0" lvl="0">
                <a:lnSpc>
                  <a:spcPts val="3079"/>
                </a:lnSpc>
                <a:spcBef>
                  <a:spcPct val="0"/>
                </a:spcBef>
              </a:pPr>
            </a:p>
          </p:txBody>
        </p:sp>
      </p:grpSp>
      <p:sp>
        <p:nvSpPr>
          <p:cNvPr name="Freeform 24" id="24"/>
          <p:cNvSpPr/>
          <p:nvPr/>
        </p:nvSpPr>
        <p:spPr>
          <a:xfrm flipH="false" flipV="false" rot="0">
            <a:off x="2407314" y="4261266"/>
            <a:ext cx="648685" cy="896424"/>
          </a:xfrm>
          <a:custGeom>
            <a:avLst/>
            <a:gdLst/>
            <a:ahLst/>
            <a:cxnLst/>
            <a:rect r="r" b="b" t="t" l="l"/>
            <a:pathLst>
              <a:path h="896424" w="648685">
                <a:moveTo>
                  <a:pt x="0" y="0"/>
                </a:moveTo>
                <a:lnTo>
                  <a:pt x="648685" y="0"/>
                </a:lnTo>
                <a:lnTo>
                  <a:pt x="648685" y="896424"/>
                </a:lnTo>
                <a:lnTo>
                  <a:pt x="0" y="8964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5" id="25"/>
          <p:cNvSpPr/>
          <p:nvPr/>
        </p:nvSpPr>
        <p:spPr>
          <a:xfrm flipH="false" flipV="false" rot="0">
            <a:off x="4823132" y="3339643"/>
            <a:ext cx="2739670" cy="2739670"/>
          </a:xfrm>
          <a:custGeom>
            <a:avLst/>
            <a:gdLst/>
            <a:ahLst/>
            <a:cxnLst/>
            <a:rect r="r" b="b" t="t" l="l"/>
            <a:pathLst>
              <a:path h="2739670" w="2739670">
                <a:moveTo>
                  <a:pt x="0" y="0"/>
                </a:moveTo>
                <a:lnTo>
                  <a:pt x="2739670" y="0"/>
                </a:lnTo>
                <a:lnTo>
                  <a:pt x="2739670" y="2739669"/>
                </a:lnTo>
                <a:lnTo>
                  <a:pt x="0" y="2739669"/>
                </a:lnTo>
                <a:lnTo>
                  <a:pt x="0" y="0"/>
                </a:lnTo>
                <a:close/>
              </a:path>
            </a:pathLst>
          </a:custGeom>
          <a:blipFill>
            <a:blip r:embed="rId5">
              <a:alphaModFix amt="20999"/>
              <a:extLst>
                <a:ext uri="{96DAC541-7B7A-43D3-8B79-37D633B846F1}">
                  <asvg:svgBlip xmlns:asvg="http://schemas.microsoft.com/office/drawing/2016/SVG/main" r:embed="rId6"/>
                </a:ext>
              </a:extLst>
            </a:blip>
            <a:stretch>
              <a:fillRect l="0" t="0" r="0" b="0"/>
            </a:stretch>
          </a:blipFill>
        </p:spPr>
      </p:sp>
      <p:grpSp>
        <p:nvGrpSpPr>
          <p:cNvPr name="Group 26" id="26"/>
          <p:cNvGrpSpPr/>
          <p:nvPr/>
        </p:nvGrpSpPr>
        <p:grpSpPr>
          <a:xfrm rot="0">
            <a:off x="5455845" y="3978155"/>
            <a:ext cx="1474244" cy="1474244"/>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04775" cap="sq">
              <a:gradFill>
                <a:gsLst>
                  <a:gs pos="0">
                    <a:srgbClr val="08377C">
                      <a:alpha val="100000"/>
                    </a:srgbClr>
                  </a:gs>
                  <a:gs pos="50000">
                    <a:srgbClr val="006BB6">
                      <a:alpha val="100000"/>
                    </a:srgbClr>
                  </a:gs>
                  <a:gs pos="100000">
                    <a:srgbClr val="C9E9FF">
                      <a:alpha val="100000"/>
                    </a:srgbClr>
                  </a:gs>
                </a:gsLst>
                <a:lin ang="2700000"/>
              </a:gradFill>
              <a:prstDash val="solid"/>
              <a:miter/>
            </a:ln>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marL="0" indent="0" lvl="0">
                <a:lnSpc>
                  <a:spcPts val="3079"/>
                </a:lnSpc>
                <a:spcBef>
                  <a:spcPct val="0"/>
                </a:spcBef>
              </a:pPr>
            </a:p>
          </p:txBody>
        </p:sp>
      </p:grpSp>
      <p:sp>
        <p:nvSpPr>
          <p:cNvPr name="Freeform 29" id="29"/>
          <p:cNvSpPr/>
          <p:nvPr/>
        </p:nvSpPr>
        <p:spPr>
          <a:xfrm flipH="false" flipV="false" rot="0">
            <a:off x="8500044" y="3339643"/>
            <a:ext cx="2739670" cy="2739670"/>
          </a:xfrm>
          <a:custGeom>
            <a:avLst/>
            <a:gdLst/>
            <a:ahLst/>
            <a:cxnLst/>
            <a:rect r="r" b="b" t="t" l="l"/>
            <a:pathLst>
              <a:path h="2739670" w="2739670">
                <a:moveTo>
                  <a:pt x="0" y="0"/>
                </a:moveTo>
                <a:lnTo>
                  <a:pt x="2739669" y="0"/>
                </a:lnTo>
                <a:lnTo>
                  <a:pt x="2739669" y="2739669"/>
                </a:lnTo>
                <a:lnTo>
                  <a:pt x="0" y="2739669"/>
                </a:lnTo>
                <a:lnTo>
                  <a:pt x="0" y="0"/>
                </a:lnTo>
                <a:close/>
              </a:path>
            </a:pathLst>
          </a:custGeom>
          <a:blipFill>
            <a:blip r:embed="rId5">
              <a:alphaModFix amt="20999"/>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30" id="30"/>
          <p:cNvGrpSpPr/>
          <p:nvPr/>
        </p:nvGrpSpPr>
        <p:grpSpPr>
          <a:xfrm rot="0">
            <a:off x="9132756" y="3978155"/>
            <a:ext cx="1474244" cy="1474244"/>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04775" cap="sq">
              <a:gradFill>
                <a:gsLst>
                  <a:gs pos="0">
                    <a:srgbClr val="08377C">
                      <a:alpha val="100000"/>
                    </a:srgbClr>
                  </a:gs>
                  <a:gs pos="50000">
                    <a:srgbClr val="006BB6">
                      <a:alpha val="100000"/>
                    </a:srgbClr>
                  </a:gs>
                  <a:gs pos="100000">
                    <a:srgbClr val="C9E9FF">
                      <a:alpha val="100000"/>
                    </a:srgbClr>
                  </a:gs>
                </a:gsLst>
                <a:lin ang="2700000"/>
              </a:gradFill>
              <a:prstDash val="solid"/>
              <a:miter/>
            </a:ln>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marL="0" indent="0" lvl="0">
                <a:lnSpc>
                  <a:spcPts val="3079"/>
                </a:lnSpc>
                <a:spcBef>
                  <a:spcPct val="0"/>
                </a:spcBef>
              </a:pPr>
            </a:p>
          </p:txBody>
        </p:sp>
      </p:grpSp>
      <p:sp>
        <p:nvSpPr>
          <p:cNvPr name="Freeform 33" id="33"/>
          <p:cNvSpPr/>
          <p:nvPr/>
        </p:nvSpPr>
        <p:spPr>
          <a:xfrm flipH="false" flipV="false" rot="0">
            <a:off x="9487993" y="4366590"/>
            <a:ext cx="763771" cy="791100"/>
          </a:xfrm>
          <a:custGeom>
            <a:avLst/>
            <a:gdLst/>
            <a:ahLst/>
            <a:cxnLst/>
            <a:rect r="r" b="b" t="t" l="l"/>
            <a:pathLst>
              <a:path h="791100" w="763771">
                <a:moveTo>
                  <a:pt x="0" y="0"/>
                </a:moveTo>
                <a:lnTo>
                  <a:pt x="763771" y="0"/>
                </a:lnTo>
                <a:lnTo>
                  <a:pt x="763771" y="791100"/>
                </a:lnTo>
                <a:lnTo>
                  <a:pt x="0" y="7911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34" id="34"/>
          <p:cNvSpPr/>
          <p:nvPr/>
        </p:nvSpPr>
        <p:spPr>
          <a:xfrm flipH="false" flipV="false" rot="0">
            <a:off x="5727347" y="4261266"/>
            <a:ext cx="931240" cy="939783"/>
          </a:xfrm>
          <a:custGeom>
            <a:avLst/>
            <a:gdLst/>
            <a:ahLst/>
            <a:cxnLst/>
            <a:rect r="r" b="b" t="t" l="l"/>
            <a:pathLst>
              <a:path h="939783" w="931240">
                <a:moveTo>
                  <a:pt x="0" y="0"/>
                </a:moveTo>
                <a:lnTo>
                  <a:pt x="931240" y="0"/>
                </a:lnTo>
                <a:lnTo>
                  <a:pt x="931240" y="939783"/>
                </a:lnTo>
                <a:lnTo>
                  <a:pt x="0" y="93978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TextBox 35" id="35"/>
          <p:cNvSpPr txBox="true"/>
          <p:nvPr/>
        </p:nvSpPr>
        <p:spPr>
          <a:xfrm rot="0">
            <a:off x="1059488" y="1019175"/>
            <a:ext cx="8810390" cy="2800008"/>
          </a:xfrm>
          <a:prstGeom prst="rect">
            <a:avLst/>
          </a:prstGeom>
        </p:spPr>
        <p:txBody>
          <a:bodyPr anchor="t" rtlCol="false" tIns="0" lIns="0" bIns="0" rIns="0">
            <a:spAutoFit/>
          </a:bodyPr>
          <a:lstStyle/>
          <a:p>
            <a:pPr algn="l">
              <a:lnSpc>
                <a:spcPts val="7358"/>
              </a:lnSpc>
            </a:pPr>
            <a:r>
              <a:rPr lang="en-US" sz="6131" spc="220" b="true">
                <a:solidFill>
                  <a:srgbClr val="2A2E3A"/>
                </a:solidFill>
                <a:latin typeface="Montserrat Classic Bold"/>
                <a:ea typeface="Montserrat Classic Bold"/>
                <a:cs typeface="Montserrat Classic Bold"/>
                <a:sym typeface="Montserrat Classic Bold"/>
              </a:rPr>
              <a:t>Building Digital Resilience</a:t>
            </a:r>
          </a:p>
          <a:p>
            <a:pPr algn="l" marL="0" indent="0" lvl="0">
              <a:lnSpc>
                <a:spcPts val="7358"/>
              </a:lnSpc>
              <a:spcBef>
                <a:spcPct val="0"/>
              </a:spcBef>
            </a:pPr>
          </a:p>
        </p:txBody>
      </p:sp>
      <p:sp>
        <p:nvSpPr>
          <p:cNvPr name="TextBox 36" id="36"/>
          <p:cNvSpPr txBox="true"/>
          <p:nvPr/>
        </p:nvSpPr>
        <p:spPr>
          <a:xfrm rot="0">
            <a:off x="1410882" y="5716195"/>
            <a:ext cx="2454205" cy="347151"/>
          </a:xfrm>
          <a:prstGeom prst="rect">
            <a:avLst/>
          </a:prstGeom>
        </p:spPr>
        <p:txBody>
          <a:bodyPr anchor="t" rtlCol="false" tIns="0" lIns="0" bIns="0" rIns="0">
            <a:spAutoFit/>
          </a:bodyPr>
          <a:lstStyle/>
          <a:p>
            <a:pPr algn="ctr" marL="0" indent="0" lvl="0">
              <a:lnSpc>
                <a:spcPts val="2754"/>
              </a:lnSpc>
              <a:spcBef>
                <a:spcPct val="0"/>
              </a:spcBef>
            </a:pPr>
            <a:r>
              <a:rPr lang="en-US" b="true" sz="2295" spc="82">
                <a:solidFill>
                  <a:srgbClr val="000B5D"/>
                </a:solidFill>
                <a:latin typeface="Montserrat Classic Bold"/>
                <a:ea typeface="Montserrat Classic Bold"/>
                <a:cs typeface="Montserrat Classic Bold"/>
                <a:sym typeface="Montserrat Classic Bold"/>
              </a:rPr>
              <a:t>Digital Literacy</a:t>
            </a:r>
          </a:p>
        </p:txBody>
      </p:sp>
      <p:sp>
        <p:nvSpPr>
          <p:cNvPr name="TextBox 37" id="37"/>
          <p:cNvSpPr txBox="true"/>
          <p:nvPr/>
        </p:nvSpPr>
        <p:spPr>
          <a:xfrm rot="0">
            <a:off x="4872192" y="5542619"/>
            <a:ext cx="2454205" cy="694303"/>
          </a:xfrm>
          <a:prstGeom prst="rect">
            <a:avLst/>
          </a:prstGeom>
        </p:spPr>
        <p:txBody>
          <a:bodyPr anchor="t" rtlCol="false" tIns="0" lIns="0" bIns="0" rIns="0">
            <a:spAutoFit/>
          </a:bodyPr>
          <a:lstStyle/>
          <a:p>
            <a:pPr algn="ctr" marL="0" indent="0" lvl="0">
              <a:lnSpc>
                <a:spcPts val="2754"/>
              </a:lnSpc>
              <a:spcBef>
                <a:spcPct val="0"/>
              </a:spcBef>
            </a:pPr>
            <a:r>
              <a:rPr lang="en-US" b="true" sz="2295" spc="82">
                <a:solidFill>
                  <a:srgbClr val="000B5D"/>
                </a:solidFill>
                <a:latin typeface="Montserrat Classic Bold"/>
                <a:ea typeface="Montserrat Classic Bold"/>
                <a:cs typeface="Montserrat Classic Bold"/>
                <a:sym typeface="Montserrat Classic Bold"/>
              </a:rPr>
              <a:t>Critical Thinking</a:t>
            </a:r>
          </a:p>
        </p:txBody>
      </p:sp>
      <p:sp>
        <p:nvSpPr>
          <p:cNvPr name="TextBox 38" id="38"/>
          <p:cNvSpPr txBox="true"/>
          <p:nvPr/>
        </p:nvSpPr>
        <p:spPr>
          <a:xfrm rot="0">
            <a:off x="8549104" y="5542619"/>
            <a:ext cx="2454205" cy="694303"/>
          </a:xfrm>
          <a:prstGeom prst="rect">
            <a:avLst/>
          </a:prstGeom>
        </p:spPr>
        <p:txBody>
          <a:bodyPr anchor="t" rtlCol="false" tIns="0" lIns="0" bIns="0" rIns="0">
            <a:spAutoFit/>
          </a:bodyPr>
          <a:lstStyle/>
          <a:p>
            <a:pPr algn="ctr" marL="0" indent="0" lvl="0">
              <a:lnSpc>
                <a:spcPts val="2754"/>
              </a:lnSpc>
              <a:spcBef>
                <a:spcPct val="0"/>
              </a:spcBef>
            </a:pPr>
            <a:r>
              <a:rPr lang="en-US" b="true" sz="2295" spc="82">
                <a:solidFill>
                  <a:srgbClr val="000B5D"/>
                </a:solidFill>
                <a:latin typeface="Montserrat Classic Bold"/>
                <a:ea typeface="Montserrat Classic Bold"/>
                <a:cs typeface="Montserrat Classic Bold"/>
                <a:sym typeface="Montserrat Classic Bold"/>
              </a:rPr>
              <a:t>Creativity and Innovation</a:t>
            </a:r>
          </a:p>
        </p:txBody>
      </p:sp>
      <p:sp>
        <p:nvSpPr>
          <p:cNvPr name="Freeform 39" id="39"/>
          <p:cNvSpPr/>
          <p:nvPr/>
        </p:nvSpPr>
        <p:spPr>
          <a:xfrm flipH="false" flipV="false" rot="0">
            <a:off x="272647" y="8482917"/>
            <a:ext cx="1573683" cy="1550766"/>
          </a:xfrm>
          <a:custGeom>
            <a:avLst/>
            <a:gdLst/>
            <a:ahLst/>
            <a:cxnLst/>
            <a:rect r="r" b="b" t="t" l="l"/>
            <a:pathLst>
              <a:path h="1550766" w="1573683">
                <a:moveTo>
                  <a:pt x="0" y="0"/>
                </a:moveTo>
                <a:lnTo>
                  <a:pt x="1573683" y="0"/>
                </a:lnTo>
                <a:lnTo>
                  <a:pt x="1573683" y="1550766"/>
                </a:lnTo>
                <a:lnTo>
                  <a:pt x="0" y="1550766"/>
                </a:lnTo>
                <a:lnTo>
                  <a:pt x="0" y="0"/>
                </a:lnTo>
                <a:close/>
              </a:path>
            </a:pathLst>
          </a:custGeom>
          <a:blipFill>
            <a:blip r:embed="rId1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413303" y="3699913"/>
            <a:ext cx="2578727" cy="1432874"/>
            <a:chOff x="0" y="0"/>
            <a:chExt cx="4159440" cy="2311200"/>
          </a:xfrm>
        </p:grpSpPr>
        <p:sp>
          <p:nvSpPr>
            <p:cNvPr name="Freeform 4" id="4"/>
            <p:cNvSpPr/>
            <p:nvPr/>
          </p:nvSpPr>
          <p:spPr>
            <a:xfrm flipH="false" flipV="false" rot="0">
              <a:off x="0" y="0"/>
              <a:ext cx="4159377" cy="2311146"/>
            </a:xfrm>
            <a:custGeom>
              <a:avLst/>
              <a:gdLst/>
              <a:ahLst/>
              <a:cxnLst/>
              <a:rect r="r" b="b" t="t" l="l"/>
              <a:pathLst>
                <a:path h="2311146" w="4159377">
                  <a:moveTo>
                    <a:pt x="4159377" y="1243076"/>
                  </a:moveTo>
                  <a:cubicBezTo>
                    <a:pt x="3182874" y="1031875"/>
                    <a:pt x="3182874" y="1031875"/>
                    <a:pt x="3182874" y="1031875"/>
                  </a:cubicBezTo>
                  <a:cubicBezTo>
                    <a:pt x="3315462" y="905129"/>
                    <a:pt x="3315462" y="905129"/>
                    <a:pt x="3315462" y="905129"/>
                  </a:cubicBezTo>
                  <a:cubicBezTo>
                    <a:pt x="2959862" y="573278"/>
                    <a:pt x="2489581" y="374142"/>
                    <a:pt x="1965198" y="374142"/>
                  </a:cubicBezTo>
                  <a:cubicBezTo>
                    <a:pt x="886079" y="374142"/>
                    <a:pt x="12065" y="1237107"/>
                    <a:pt x="0" y="2311146"/>
                  </a:cubicBezTo>
                  <a:cubicBezTo>
                    <a:pt x="12065" y="1031875"/>
                    <a:pt x="1054989" y="0"/>
                    <a:pt x="2332863" y="0"/>
                  </a:cubicBezTo>
                  <a:cubicBezTo>
                    <a:pt x="2863342" y="0"/>
                    <a:pt x="3351657" y="175006"/>
                    <a:pt x="3743452" y="476758"/>
                  </a:cubicBezTo>
                  <a:cubicBezTo>
                    <a:pt x="3845941" y="374142"/>
                    <a:pt x="3845941" y="374142"/>
                    <a:pt x="3845941" y="374142"/>
                  </a:cubicBezTo>
                  <a:lnTo>
                    <a:pt x="4159377" y="1243076"/>
                  </a:lnTo>
                  <a:close/>
                </a:path>
              </a:pathLst>
            </a:custGeom>
            <a:gradFill rotWithShape="true">
              <a:gsLst>
                <a:gs pos="0">
                  <a:srgbClr val="000000">
                    <a:alpha val="100000"/>
                  </a:srgbClr>
                </a:gs>
                <a:gs pos="100000">
                  <a:srgbClr val="555555">
                    <a:alpha val="100000"/>
                  </a:srgbClr>
                </a:gs>
              </a:gsLst>
              <a:lin ang="0"/>
            </a:gradFill>
          </p:spPr>
        </p:sp>
      </p:grpSp>
      <p:grpSp>
        <p:nvGrpSpPr>
          <p:cNvPr name="Group 5" id="5"/>
          <p:cNvGrpSpPr/>
          <p:nvPr/>
        </p:nvGrpSpPr>
        <p:grpSpPr>
          <a:xfrm rot="0">
            <a:off x="1514184" y="4098975"/>
            <a:ext cx="2087711" cy="2089050"/>
            <a:chOff x="0" y="0"/>
            <a:chExt cx="3367440" cy="3369600"/>
          </a:xfrm>
        </p:grpSpPr>
        <p:sp>
          <p:nvSpPr>
            <p:cNvPr name="Freeform 6" id="6"/>
            <p:cNvSpPr/>
            <p:nvPr/>
          </p:nvSpPr>
          <p:spPr>
            <a:xfrm flipH="false" flipV="false" rot="0">
              <a:off x="0" y="0"/>
              <a:ext cx="3367405" cy="3369564"/>
            </a:xfrm>
            <a:custGeom>
              <a:avLst/>
              <a:gdLst/>
              <a:ahLst/>
              <a:cxnLst/>
              <a:rect r="r" b="b" t="t" l="l"/>
              <a:pathLst>
                <a:path h="3369564" w="3367405">
                  <a:moveTo>
                    <a:pt x="0" y="1684782"/>
                  </a:moveTo>
                  <a:cubicBezTo>
                    <a:pt x="0" y="754253"/>
                    <a:pt x="753872" y="0"/>
                    <a:pt x="1683766" y="0"/>
                  </a:cubicBezTo>
                  <a:cubicBezTo>
                    <a:pt x="2613660" y="0"/>
                    <a:pt x="3367405" y="754253"/>
                    <a:pt x="3367405" y="1684782"/>
                  </a:cubicBezTo>
                  <a:cubicBezTo>
                    <a:pt x="3367405" y="2615311"/>
                    <a:pt x="2613660" y="3369564"/>
                    <a:pt x="1683766" y="3369564"/>
                  </a:cubicBezTo>
                  <a:cubicBezTo>
                    <a:pt x="753872" y="3369564"/>
                    <a:pt x="0" y="2615311"/>
                    <a:pt x="0" y="1684782"/>
                  </a:cubicBezTo>
                  <a:close/>
                </a:path>
              </a:pathLst>
            </a:custGeom>
            <a:gradFill rotWithShape="true">
              <a:gsLst>
                <a:gs pos="0">
                  <a:srgbClr val="000000">
                    <a:alpha val="100000"/>
                  </a:srgbClr>
                </a:gs>
                <a:gs pos="100000">
                  <a:srgbClr val="555555">
                    <a:alpha val="100000"/>
                  </a:srgbClr>
                </a:gs>
              </a:gsLst>
              <a:lin ang="0"/>
            </a:gradFill>
          </p:spPr>
        </p:sp>
      </p:grpSp>
      <p:grpSp>
        <p:nvGrpSpPr>
          <p:cNvPr name="Group 7" id="7"/>
          <p:cNvGrpSpPr/>
          <p:nvPr/>
        </p:nvGrpSpPr>
        <p:grpSpPr>
          <a:xfrm rot="0">
            <a:off x="3988013" y="4097636"/>
            <a:ext cx="2088157" cy="2086818"/>
            <a:chOff x="0" y="0"/>
            <a:chExt cx="3368160" cy="3366000"/>
          </a:xfrm>
        </p:grpSpPr>
        <p:sp>
          <p:nvSpPr>
            <p:cNvPr name="Freeform 8" id="8"/>
            <p:cNvSpPr/>
            <p:nvPr/>
          </p:nvSpPr>
          <p:spPr>
            <a:xfrm flipH="false" flipV="false" rot="0">
              <a:off x="0" y="0"/>
              <a:ext cx="3368040" cy="3366008"/>
            </a:xfrm>
            <a:custGeom>
              <a:avLst/>
              <a:gdLst/>
              <a:ahLst/>
              <a:cxnLst/>
              <a:rect r="r" b="b" t="t" l="l"/>
              <a:pathLst>
                <a:path h="3366008" w="3368040">
                  <a:moveTo>
                    <a:pt x="0" y="1683004"/>
                  </a:moveTo>
                  <a:cubicBezTo>
                    <a:pt x="0" y="753491"/>
                    <a:pt x="753999" y="0"/>
                    <a:pt x="1684020" y="0"/>
                  </a:cubicBezTo>
                  <a:cubicBezTo>
                    <a:pt x="2614041" y="0"/>
                    <a:pt x="3368040" y="753491"/>
                    <a:pt x="3368040" y="1683004"/>
                  </a:cubicBezTo>
                  <a:cubicBezTo>
                    <a:pt x="3368040" y="2612517"/>
                    <a:pt x="2614041" y="3366008"/>
                    <a:pt x="1684020" y="3366008"/>
                  </a:cubicBezTo>
                  <a:cubicBezTo>
                    <a:pt x="753999" y="3366008"/>
                    <a:pt x="0" y="2612517"/>
                    <a:pt x="0" y="1683004"/>
                  </a:cubicBezTo>
                  <a:close/>
                </a:path>
              </a:pathLst>
            </a:custGeom>
            <a:gradFill rotWithShape="true">
              <a:gsLst>
                <a:gs pos="0">
                  <a:srgbClr val="000000">
                    <a:alpha val="100000"/>
                  </a:srgbClr>
                </a:gs>
                <a:gs pos="100000">
                  <a:srgbClr val="555555">
                    <a:alpha val="100000"/>
                  </a:srgbClr>
                </a:gs>
              </a:gsLst>
              <a:lin ang="0"/>
            </a:gradFill>
          </p:spPr>
        </p:sp>
      </p:grpSp>
      <p:grpSp>
        <p:nvGrpSpPr>
          <p:cNvPr name="Group 9" id="9"/>
          <p:cNvGrpSpPr/>
          <p:nvPr/>
        </p:nvGrpSpPr>
        <p:grpSpPr>
          <a:xfrm rot="0">
            <a:off x="3873740" y="5103326"/>
            <a:ext cx="2582745" cy="1431089"/>
            <a:chOff x="0" y="0"/>
            <a:chExt cx="4165920" cy="2308320"/>
          </a:xfrm>
        </p:grpSpPr>
        <p:sp>
          <p:nvSpPr>
            <p:cNvPr name="Freeform 10" id="10"/>
            <p:cNvSpPr/>
            <p:nvPr/>
          </p:nvSpPr>
          <p:spPr>
            <a:xfrm flipH="false" flipV="false" rot="0">
              <a:off x="0" y="0"/>
              <a:ext cx="4165981" cy="2308352"/>
            </a:xfrm>
            <a:custGeom>
              <a:avLst/>
              <a:gdLst/>
              <a:ahLst/>
              <a:cxnLst/>
              <a:rect r="r" b="b" t="t" l="l"/>
              <a:pathLst>
                <a:path h="2308352" w="4165981">
                  <a:moveTo>
                    <a:pt x="4165981" y="1066800"/>
                  </a:moveTo>
                  <a:cubicBezTo>
                    <a:pt x="3189351" y="1271778"/>
                    <a:pt x="3189351" y="1271778"/>
                    <a:pt x="3189351" y="1271778"/>
                  </a:cubicBezTo>
                  <a:cubicBezTo>
                    <a:pt x="3315970" y="1404366"/>
                    <a:pt x="3315970" y="1404366"/>
                    <a:pt x="3315970" y="1404366"/>
                  </a:cubicBezTo>
                  <a:cubicBezTo>
                    <a:pt x="2966339" y="1735836"/>
                    <a:pt x="2489962" y="1934718"/>
                    <a:pt x="1971548" y="1934718"/>
                  </a:cubicBezTo>
                  <a:cubicBezTo>
                    <a:pt x="892302" y="1934591"/>
                    <a:pt x="18034" y="1072769"/>
                    <a:pt x="0" y="0"/>
                  </a:cubicBezTo>
                  <a:cubicBezTo>
                    <a:pt x="18034" y="1277747"/>
                    <a:pt x="1061085" y="2308352"/>
                    <a:pt x="2339213" y="2308352"/>
                  </a:cubicBezTo>
                  <a:cubicBezTo>
                    <a:pt x="2869692" y="2308352"/>
                    <a:pt x="3358134" y="2133600"/>
                    <a:pt x="3749929" y="1832229"/>
                  </a:cubicBezTo>
                  <a:cubicBezTo>
                    <a:pt x="3852418" y="1934718"/>
                    <a:pt x="3852418" y="1934718"/>
                    <a:pt x="3852418" y="1934718"/>
                  </a:cubicBezTo>
                  <a:lnTo>
                    <a:pt x="4165981" y="1066800"/>
                  </a:lnTo>
                  <a:close/>
                </a:path>
              </a:pathLst>
            </a:custGeom>
            <a:gradFill rotWithShape="true">
              <a:gsLst>
                <a:gs pos="0">
                  <a:srgbClr val="000000">
                    <a:alpha val="100000"/>
                  </a:srgbClr>
                </a:gs>
                <a:gs pos="100000">
                  <a:srgbClr val="555555">
                    <a:alpha val="100000"/>
                  </a:srgbClr>
                </a:gs>
              </a:gsLst>
              <a:lin ang="0"/>
            </a:gradFill>
          </p:spPr>
        </p:sp>
      </p:grpSp>
      <p:grpSp>
        <p:nvGrpSpPr>
          <p:cNvPr name="Group 11" id="11"/>
          <p:cNvGrpSpPr/>
          <p:nvPr/>
        </p:nvGrpSpPr>
        <p:grpSpPr>
          <a:xfrm rot="0">
            <a:off x="6713659" y="3726249"/>
            <a:ext cx="2578727" cy="1432874"/>
            <a:chOff x="0" y="0"/>
            <a:chExt cx="4159440" cy="2311200"/>
          </a:xfrm>
        </p:grpSpPr>
        <p:sp>
          <p:nvSpPr>
            <p:cNvPr name="Freeform 12" id="12"/>
            <p:cNvSpPr/>
            <p:nvPr/>
          </p:nvSpPr>
          <p:spPr>
            <a:xfrm flipH="false" flipV="false" rot="0">
              <a:off x="0" y="0"/>
              <a:ext cx="4159377" cy="2311146"/>
            </a:xfrm>
            <a:custGeom>
              <a:avLst/>
              <a:gdLst/>
              <a:ahLst/>
              <a:cxnLst/>
              <a:rect r="r" b="b" t="t" l="l"/>
              <a:pathLst>
                <a:path h="2311146" w="4159377">
                  <a:moveTo>
                    <a:pt x="4159377" y="1243076"/>
                  </a:moveTo>
                  <a:cubicBezTo>
                    <a:pt x="3182874" y="1031875"/>
                    <a:pt x="3182874" y="1031875"/>
                    <a:pt x="3182874" y="1031875"/>
                  </a:cubicBezTo>
                  <a:cubicBezTo>
                    <a:pt x="3315462" y="905129"/>
                    <a:pt x="3315462" y="905129"/>
                    <a:pt x="3315462" y="905129"/>
                  </a:cubicBezTo>
                  <a:cubicBezTo>
                    <a:pt x="2959862" y="573278"/>
                    <a:pt x="2489581" y="374142"/>
                    <a:pt x="1965198" y="374142"/>
                  </a:cubicBezTo>
                  <a:cubicBezTo>
                    <a:pt x="886079" y="374142"/>
                    <a:pt x="12065" y="1237107"/>
                    <a:pt x="0" y="2311146"/>
                  </a:cubicBezTo>
                  <a:cubicBezTo>
                    <a:pt x="12065" y="1031875"/>
                    <a:pt x="1054989" y="0"/>
                    <a:pt x="2332863" y="0"/>
                  </a:cubicBezTo>
                  <a:cubicBezTo>
                    <a:pt x="2863342" y="0"/>
                    <a:pt x="3351657" y="175006"/>
                    <a:pt x="3743452" y="476758"/>
                  </a:cubicBezTo>
                  <a:cubicBezTo>
                    <a:pt x="3845941" y="374142"/>
                    <a:pt x="3845941" y="374142"/>
                    <a:pt x="3845941" y="374142"/>
                  </a:cubicBezTo>
                  <a:lnTo>
                    <a:pt x="4159377" y="1243076"/>
                  </a:lnTo>
                  <a:close/>
                </a:path>
              </a:pathLst>
            </a:custGeom>
            <a:gradFill rotWithShape="true">
              <a:gsLst>
                <a:gs pos="0">
                  <a:srgbClr val="000000">
                    <a:alpha val="100000"/>
                  </a:srgbClr>
                </a:gs>
                <a:gs pos="100000">
                  <a:srgbClr val="555555">
                    <a:alpha val="100000"/>
                  </a:srgbClr>
                </a:gs>
              </a:gsLst>
              <a:lin ang="0"/>
            </a:gradFill>
          </p:spPr>
        </p:sp>
      </p:grpSp>
      <p:grpSp>
        <p:nvGrpSpPr>
          <p:cNvPr name="Group 13" id="13"/>
          <p:cNvGrpSpPr/>
          <p:nvPr/>
        </p:nvGrpSpPr>
        <p:grpSpPr>
          <a:xfrm rot="0">
            <a:off x="6814541" y="4125311"/>
            <a:ext cx="2087711" cy="2089050"/>
            <a:chOff x="0" y="0"/>
            <a:chExt cx="3367440" cy="3369600"/>
          </a:xfrm>
        </p:grpSpPr>
        <p:sp>
          <p:nvSpPr>
            <p:cNvPr name="Freeform 14" id="14"/>
            <p:cNvSpPr/>
            <p:nvPr/>
          </p:nvSpPr>
          <p:spPr>
            <a:xfrm flipH="false" flipV="false" rot="0">
              <a:off x="0" y="0"/>
              <a:ext cx="3367405" cy="3369564"/>
            </a:xfrm>
            <a:custGeom>
              <a:avLst/>
              <a:gdLst/>
              <a:ahLst/>
              <a:cxnLst/>
              <a:rect r="r" b="b" t="t" l="l"/>
              <a:pathLst>
                <a:path h="3369564" w="3367405">
                  <a:moveTo>
                    <a:pt x="0" y="1684782"/>
                  </a:moveTo>
                  <a:cubicBezTo>
                    <a:pt x="0" y="754253"/>
                    <a:pt x="753872" y="0"/>
                    <a:pt x="1683766" y="0"/>
                  </a:cubicBezTo>
                  <a:cubicBezTo>
                    <a:pt x="2613660" y="0"/>
                    <a:pt x="3367405" y="754253"/>
                    <a:pt x="3367405" y="1684782"/>
                  </a:cubicBezTo>
                  <a:cubicBezTo>
                    <a:pt x="3367405" y="2615311"/>
                    <a:pt x="2613660" y="3369564"/>
                    <a:pt x="1683766" y="3369564"/>
                  </a:cubicBezTo>
                  <a:cubicBezTo>
                    <a:pt x="753872" y="3369564"/>
                    <a:pt x="0" y="2615311"/>
                    <a:pt x="0" y="1684782"/>
                  </a:cubicBezTo>
                  <a:close/>
                </a:path>
              </a:pathLst>
            </a:custGeom>
            <a:gradFill rotWithShape="true">
              <a:gsLst>
                <a:gs pos="0">
                  <a:srgbClr val="000000">
                    <a:alpha val="100000"/>
                  </a:srgbClr>
                </a:gs>
                <a:gs pos="100000">
                  <a:srgbClr val="555555">
                    <a:alpha val="100000"/>
                  </a:srgbClr>
                </a:gs>
              </a:gsLst>
              <a:lin ang="0"/>
            </a:gradFill>
          </p:spPr>
        </p:sp>
      </p:grpSp>
      <p:grpSp>
        <p:nvGrpSpPr>
          <p:cNvPr name="Group 15" id="15"/>
          <p:cNvGrpSpPr/>
          <p:nvPr/>
        </p:nvGrpSpPr>
        <p:grpSpPr>
          <a:xfrm rot="0">
            <a:off x="9288369" y="4123972"/>
            <a:ext cx="2088157" cy="2086818"/>
            <a:chOff x="0" y="0"/>
            <a:chExt cx="3368160" cy="3366000"/>
          </a:xfrm>
        </p:grpSpPr>
        <p:sp>
          <p:nvSpPr>
            <p:cNvPr name="Freeform 16" id="16"/>
            <p:cNvSpPr/>
            <p:nvPr/>
          </p:nvSpPr>
          <p:spPr>
            <a:xfrm flipH="false" flipV="false" rot="0">
              <a:off x="0" y="0"/>
              <a:ext cx="3368040" cy="3366008"/>
            </a:xfrm>
            <a:custGeom>
              <a:avLst/>
              <a:gdLst/>
              <a:ahLst/>
              <a:cxnLst/>
              <a:rect r="r" b="b" t="t" l="l"/>
              <a:pathLst>
                <a:path h="3366008" w="3368040">
                  <a:moveTo>
                    <a:pt x="0" y="1683004"/>
                  </a:moveTo>
                  <a:cubicBezTo>
                    <a:pt x="0" y="753491"/>
                    <a:pt x="753999" y="0"/>
                    <a:pt x="1684020" y="0"/>
                  </a:cubicBezTo>
                  <a:cubicBezTo>
                    <a:pt x="2614041" y="0"/>
                    <a:pt x="3368040" y="753491"/>
                    <a:pt x="3368040" y="1683004"/>
                  </a:cubicBezTo>
                  <a:cubicBezTo>
                    <a:pt x="3368040" y="2612517"/>
                    <a:pt x="2614041" y="3366008"/>
                    <a:pt x="1684020" y="3366008"/>
                  </a:cubicBezTo>
                  <a:cubicBezTo>
                    <a:pt x="753999" y="3366008"/>
                    <a:pt x="0" y="2612517"/>
                    <a:pt x="0" y="1683004"/>
                  </a:cubicBezTo>
                  <a:close/>
                </a:path>
              </a:pathLst>
            </a:custGeom>
            <a:gradFill rotWithShape="true">
              <a:gsLst>
                <a:gs pos="0">
                  <a:srgbClr val="000000">
                    <a:alpha val="100000"/>
                  </a:srgbClr>
                </a:gs>
                <a:gs pos="100000">
                  <a:srgbClr val="555555">
                    <a:alpha val="100000"/>
                  </a:srgbClr>
                </a:gs>
              </a:gsLst>
              <a:lin ang="0"/>
            </a:gradFill>
          </p:spPr>
        </p:sp>
      </p:grpSp>
      <p:grpSp>
        <p:nvGrpSpPr>
          <p:cNvPr name="Group 17" id="17"/>
          <p:cNvGrpSpPr/>
          <p:nvPr/>
        </p:nvGrpSpPr>
        <p:grpSpPr>
          <a:xfrm rot="0">
            <a:off x="9174096" y="5129662"/>
            <a:ext cx="2582745" cy="1431089"/>
            <a:chOff x="0" y="0"/>
            <a:chExt cx="4165920" cy="2308320"/>
          </a:xfrm>
        </p:grpSpPr>
        <p:sp>
          <p:nvSpPr>
            <p:cNvPr name="Freeform 18" id="18"/>
            <p:cNvSpPr/>
            <p:nvPr/>
          </p:nvSpPr>
          <p:spPr>
            <a:xfrm flipH="false" flipV="false" rot="0">
              <a:off x="0" y="0"/>
              <a:ext cx="4165981" cy="2308352"/>
            </a:xfrm>
            <a:custGeom>
              <a:avLst/>
              <a:gdLst/>
              <a:ahLst/>
              <a:cxnLst/>
              <a:rect r="r" b="b" t="t" l="l"/>
              <a:pathLst>
                <a:path h="2308352" w="4165981">
                  <a:moveTo>
                    <a:pt x="4165981" y="1066800"/>
                  </a:moveTo>
                  <a:cubicBezTo>
                    <a:pt x="3189351" y="1271778"/>
                    <a:pt x="3189351" y="1271778"/>
                    <a:pt x="3189351" y="1271778"/>
                  </a:cubicBezTo>
                  <a:cubicBezTo>
                    <a:pt x="3315970" y="1404366"/>
                    <a:pt x="3315970" y="1404366"/>
                    <a:pt x="3315970" y="1404366"/>
                  </a:cubicBezTo>
                  <a:cubicBezTo>
                    <a:pt x="2966339" y="1735836"/>
                    <a:pt x="2489962" y="1934718"/>
                    <a:pt x="1971548" y="1934718"/>
                  </a:cubicBezTo>
                  <a:cubicBezTo>
                    <a:pt x="892302" y="1934591"/>
                    <a:pt x="18034" y="1072769"/>
                    <a:pt x="0" y="0"/>
                  </a:cubicBezTo>
                  <a:cubicBezTo>
                    <a:pt x="18034" y="1277747"/>
                    <a:pt x="1061085" y="2308352"/>
                    <a:pt x="2339213" y="2308352"/>
                  </a:cubicBezTo>
                  <a:cubicBezTo>
                    <a:pt x="2869692" y="2308352"/>
                    <a:pt x="3358134" y="2133600"/>
                    <a:pt x="3749929" y="1832229"/>
                  </a:cubicBezTo>
                  <a:cubicBezTo>
                    <a:pt x="3852418" y="1934718"/>
                    <a:pt x="3852418" y="1934718"/>
                    <a:pt x="3852418" y="1934718"/>
                  </a:cubicBezTo>
                  <a:lnTo>
                    <a:pt x="4165981" y="1066800"/>
                  </a:lnTo>
                  <a:close/>
                </a:path>
              </a:pathLst>
            </a:custGeom>
            <a:gradFill rotWithShape="true">
              <a:gsLst>
                <a:gs pos="0">
                  <a:srgbClr val="000000">
                    <a:alpha val="100000"/>
                  </a:srgbClr>
                </a:gs>
                <a:gs pos="100000">
                  <a:srgbClr val="555555">
                    <a:alpha val="100000"/>
                  </a:srgbClr>
                </a:gs>
              </a:gsLst>
              <a:lin ang="0"/>
            </a:gradFill>
          </p:spPr>
        </p:sp>
      </p:grpSp>
      <p:grpSp>
        <p:nvGrpSpPr>
          <p:cNvPr name="Group 19" id="19"/>
          <p:cNvGrpSpPr/>
          <p:nvPr/>
        </p:nvGrpSpPr>
        <p:grpSpPr>
          <a:xfrm rot="0">
            <a:off x="12014016" y="3722678"/>
            <a:ext cx="2578727" cy="1432874"/>
            <a:chOff x="0" y="0"/>
            <a:chExt cx="4159440" cy="2311200"/>
          </a:xfrm>
        </p:grpSpPr>
        <p:sp>
          <p:nvSpPr>
            <p:cNvPr name="Freeform 20" id="20"/>
            <p:cNvSpPr/>
            <p:nvPr/>
          </p:nvSpPr>
          <p:spPr>
            <a:xfrm flipH="false" flipV="false" rot="0">
              <a:off x="0" y="0"/>
              <a:ext cx="4159377" cy="2311146"/>
            </a:xfrm>
            <a:custGeom>
              <a:avLst/>
              <a:gdLst/>
              <a:ahLst/>
              <a:cxnLst/>
              <a:rect r="r" b="b" t="t" l="l"/>
              <a:pathLst>
                <a:path h="2311146" w="4159377">
                  <a:moveTo>
                    <a:pt x="4159377" y="1243076"/>
                  </a:moveTo>
                  <a:cubicBezTo>
                    <a:pt x="3182874" y="1031875"/>
                    <a:pt x="3182874" y="1031875"/>
                    <a:pt x="3182874" y="1031875"/>
                  </a:cubicBezTo>
                  <a:cubicBezTo>
                    <a:pt x="3315462" y="905129"/>
                    <a:pt x="3315462" y="905129"/>
                    <a:pt x="3315462" y="905129"/>
                  </a:cubicBezTo>
                  <a:cubicBezTo>
                    <a:pt x="2959862" y="573278"/>
                    <a:pt x="2489581" y="374142"/>
                    <a:pt x="1965198" y="374142"/>
                  </a:cubicBezTo>
                  <a:cubicBezTo>
                    <a:pt x="886079" y="374142"/>
                    <a:pt x="12065" y="1237107"/>
                    <a:pt x="0" y="2311146"/>
                  </a:cubicBezTo>
                  <a:cubicBezTo>
                    <a:pt x="12065" y="1031875"/>
                    <a:pt x="1054989" y="0"/>
                    <a:pt x="2332863" y="0"/>
                  </a:cubicBezTo>
                  <a:cubicBezTo>
                    <a:pt x="2863342" y="0"/>
                    <a:pt x="3351657" y="175006"/>
                    <a:pt x="3743452" y="476758"/>
                  </a:cubicBezTo>
                  <a:cubicBezTo>
                    <a:pt x="3845941" y="374142"/>
                    <a:pt x="3845941" y="374142"/>
                    <a:pt x="3845941" y="374142"/>
                  </a:cubicBezTo>
                  <a:lnTo>
                    <a:pt x="4159377" y="1243076"/>
                  </a:lnTo>
                  <a:close/>
                </a:path>
              </a:pathLst>
            </a:custGeom>
            <a:gradFill rotWithShape="true">
              <a:gsLst>
                <a:gs pos="0">
                  <a:srgbClr val="000000">
                    <a:alpha val="100000"/>
                  </a:srgbClr>
                </a:gs>
                <a:gs pos="100000">
                  <a:srgbClr val="555555">
                    <a:alpha val="100000"/>
                  </a:srgbClr>
                </a:gs>
              </a:gsLst>
              <a:lin ang="0"/>
            </a:gradFill>
          </p:spPr>
        </p:sp>
      </p:grpSp>
      <p:grpSp>
        <p:nvGrpSpPr>
          <p:cNvPr name="Group 21" id="21"/>
          <p:cNvGrpSpPr/>
          <p:nvPr/>
        </p:nvGrpSpPr>
        <p:grpSpPr>
          <a:xfrm rot="0">
            <a:off x="12114897" y="4121740"/>
            <a:ext cx="2087711" cy="2089050"/>
            <a:chOff x="0" y="0"/>
            <a:chExt cx="3367440" cy="3369600"/>
          </a:xfrm>
        </p:grpSpPr>
        <p:sp>
          <p:nvSpPr>
            <p:cNvPr name="Freeform 22" id="22"/>
            <p:cNvSpPr/>
            <p:nvPr/>
          </p:nvSpPr>
          <p:spPr>
            <a:xfrm flipH="false" flipV="false" rot="0">
              <a:off x="0" y="0"/>
              <a:ext cx="3367405" cy="3369564"/>
            </a:xfrm>
            <a:custGeom>
              <a:avLst/>
              <a:gdLst/>
              <a:ahLst/>
              <a:cxnLst/>
              <a:rect r="r" b="b" t="t" l="l"/>
              <a:pathLst>
                <a:path h="3369564" w="3367405">
                  <a:moveTo>
                    <a:pt x="0" y="1684782"/>
                  </a:moveTo>
                  <a:cubicBezTo>
                    <a:pt x="0" y="754253"/>
                    <a:pt x="753872" y="0"/>
                    <a:pt x="1683766" y="0"/>
                  </a:cubicBezTo>
                  <a:cubicBezTo>
                    <a:pt x="2613660" y="0"/>
                    <a:pt x="3367405" y="754253"/>
                    <a:pt x="3367405" y="1684782"/>
                  </a:cubicBezTo>
                  <a:cubicBezTo>
                    <a:pt x="3367405" y="2615311"/>
                    <a:pt x="2613660" y="3369564"/>
                    <a:pt x="1683766" y="3369564"/>
                  </a:cubicBezTo>
                  <a:cubicBezTo>
                    <a:pt x="753872" y="3369564"/>
                    <a:pt x="0" y="2615311"/>
                    <a:pt x="0" y="1684782"/>
                  </a:cubicBezTo>
                  <a:close/>
                </a:path>
              </a:pathLst>
            </a:custGeom>
            <a:gradFill rotWithShape="true">
              <a:gsLst>
                <a:gs pos="0">
                  <a:srgbClr val="000000">
                    <a:alpha val="100000"/>
                  </a:srgbClr>
                </a:gs>
                <a:gs pos="100000">
                  <a:srgbClr val="555555">
                    <a:alpha val="100000"/>
                  </a:srgbClr>
                </a:gs>
              </a:gsLst>
              <a:lin ang="0"/>
            </a:gradFill>
          </p:spPr>
        </p:sp>
      </p:grpSp>
      <p:grpSp>
        <p:nvGrpSpPr>
          <p:cNvPr name="Group 23" id="23"/>
          <p:cNvGrpSpPr/>
          <p:nvPr/>
        </p:nvGrpSpPr>
        <p:grpSpPr>
          <a:xfrm rot="0">
            <a:off x="14588726" y="4120401"/>
            <a:ext cx="2088157" cy="2086818"/>
            <a:chOff x="0" y="0"/>
            <a:chExt cx="3368160" cy="3366000"/>
          </a:xfrm>
        </p:grpSpPr>
        <p:sp>
          <p:nvSpPr>
            <p:cNvPr name="Freeform 24" id="24"/>
            <p:cNvSpPr/>
            <p:nvPr/>
          </p:nvSpPr>
          <p:spPr>
            <a:xfrm flipH="false" flipV="false" rot="0">
              <a:off x="0" y="0"/>
              <a:ext cx="3368040" cy="3366008"/>
            </a:xfrm>
            <a:custGeom>
              <a:avLst/>
              <a:gdLst/>
              <a:ahLst/>
              <a:cxnLst/>
              <a:rect r="r" b="b" t="t" l="l"/>
              <a:pathLst>
                <a:path h="3366008" w="3368040">
                  <a:moveTo>
                    <a:pt x="0" y="1683004"/>
                  </a:moveTo>
                  <a:cubicBezTo>
                    <a:pt x="0" y="753491"/>
                    <a:pt x="753999" y="0"/>
                    <a:pt x="1684020" y="0"/>
                  </a:cubicBezTo>
                  <a:cubicBezTo>
                    <a:pt x="2614041" y="0"/>
                    <a:pt x="3368040" y="753491"/>
                    <a:pt x="3368040" y="1683004"/>
                  </a:cubicBezTo>
                  <a:cubicBezTo>
                    <a:pt x="3368040" y="2612517"/>
                    <a:pt x="2614041" y="3366008"/>
                    <a:pt x="1684020" y="3366008"/>
                  </a:cubicBezTo>
                  <a:cubicBezTo>
                    <a:pt x="753999" y="3366008"/>
                    <a:pt x="0" y="2612517"/>
                    <a:pt x="0" y="1683004"/>
                  </a:cubicBezTo>
                  <a:close/>
                </a:path>
              </a:pathLst>
            </a:custGeom>
            <a:gradFill rotWithShape="true">
              <a:gsLst>
                <a:gs pos="0">
                  <a:srgbClr val="000000">
                    <a:alpha val="100000"/>
                  </a:srgbClr>
                </a:gs>
                <a:gs pos="100000">
                  <a:srgbClr val="555555">
                    <a:alpha val="100000"/>
                  </a:srgbClr>
                </a:gs>
              </a:gsLst>
              <a:lin ang="0"/>
            </a:gradFill>
          </p:spPr>
        </p:sp>
      </p:grpSp>
      <p:sp>
        <p:nvSpPr>
          <p:cNvPr name="Freeform 25" id="25"/>
          <p:cNvSpPr/>
          <p:nvPr/>
        </p:nvSpPr>
        <p:spPr>
          <a:xfrm flipH="false" flipV="false" rot="0">
            <a:off x="1815827" y="4487389"/>
            <a:ext cx="1457838" cy="1231873"/>
          </a:xfrm>
          <a:custGeom>
            <a:avLst/>
            <a:gdLst/>
            <a:ahLst/>
            <a:cxnLst/>
            <a:rect r="r" b="b" t="t" l="l"/>
            <a:pathLst>
              <a:path h="1231873" w="1457838">
                <a:moveTo>
                  <a:pt x="0" y="0"/>
                </a:moveTo>
                <a:lnTo>
                  <a:pt x="1457838" y="0"/>
                </a:lnTo>
                <a:lnTo>
                  <a:pt x="1457838" y="1231874"/>
                </a:lnTo>
                <a:lnTo>
                  <a:pt x="0" y="1231874"/>
                </a:lnTo>
                <a:lnTo>
                  <a:pt x="0" y="0"/>
                </a:lnTo>
                <a:close/>
              </a:path>
            </a:pathLst>
          </a:custGeom>
          <a:blipFill>
            <a:blip r:embed="rId3"/>
            <a:stretch>
              <a:fillRect l="0" t="0" r="0" b="0"/>
            </a:stretch>
          </a:blipFill>
        </p:spPr>
      </p:sp>
      <p:sp>
        <p:nvSpPr>
          <p:cNvPr name="Freeform 26" id="26"/>
          <p:cNvSpPr/>
          <p:nvPr/>
        </p:nvSpPr>
        <p:spPr>
          <a:xfrm flipH="false" flipV="false" rot="0">
            <a:off x="4180854" y="4367559"/>
            <a:ext cx="1702474" cy="1392934"/>
          </a:xfrm>
          <a:custGeom>
            <a:avLst/>
            <a:gdLst/>
            <a:ahLst/>
            <a:cxnLst/>
            <a:rect r="r" b="b" t="t" l="l"/>
            <a:pathLst>
              <a:path h="1392934" w="1702474">
                <a:moveTo>
                  <a:pt x="0" y="0"/>
                </a:moveTo>
                <a:lnTo>
                  <a:pt x="1702475" y="0"/>
                </a:lnTo>
                <a:lnTo>
                  <a:pt x="1702475" y="1392933"/>
                </a:lnTo>
                <a:lnTo>
                  <a:pt x="0" y="1392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0">
            <a:off x="7057923" y="4378463"/>
            <a:ext cx="1544673" cy="1440408"/>
          </a:xfrm>
          <a:custGeom>
            <a:avLst/>
            <a:gdLst/>
            <a:ahLst/>
            <a:cxnLst/>
            <a:rect r="r" b="b" t="t" l="l"/>
            <a:pathLst>
              <a:path h="1440408" w="1544673">
                <a:moveTo>
                  <a:pt x="0" y="0"/>
                </a:moveTo>
                <a:lnTo>
                  <a:pt x="1544673" y="0"/>
                </a:lnTo>
                <a:lnTo>
                  <a:pt x="1544673" y="1440407"/>
                </a:lnTo>
                <a:lnTo>
                  <a:pt x="0" y="14404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9292387" y="4311894"/>
            <a:ext cx="2015763" cy="1504263"/>
          </a:xfrm>
          <a:custGeom>
            <a:avLst/>
            <a:gdLst/>
            <a:ahLst/>
            <a:cxnLst/>
            <a:rect r="r" b="b" t="t" l="l"/>
            <a:pathLst>
              <a:path h="1504263" w="2015763">
                <a:moveTo>
                  <a:pt x="0" y="0"/>
                </a:moveTo>
                <a:lnTo>
                  <a:pt x="2015763" y="0"/>
                </a:lnTo>
                <a:lnTo>
                  <a:pt x="2015763" y="1504263"/>
                </a:lnTo>
                <a:lnTo>
                  <a:pt x="0" y="15042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9" id="29"/>
          <p:cNvSpPr/>
          <p:nvPr/>
        </p:nvSpPr>
        <p:spPr>
          <a:xfrm flipH="false" flipV="false" rot="0">
            <a:off x="12395016" y="4375750"/>
            <a:ext cx="1514769" cy="1440408"/>
          </a:xfrm>
          <a:custGeom>
            <a:avLst/>
            <a:gdLst/>
            <a:ahLst/>
            <a:cxnLst/>
            <a:rect r="r" b="b" t="t" l="l"/>
            <a:pathLst>
              <a:path h="1440408" w="1514769">
                <a:moveTo>
                  <a:pt x="0" y="0"/>
                </a:moveTo>
                <a:lnTo>
                  <a:pt x="1514769" y="0"/>
                </a:lnTo>
                <a:lnTo>
                  <a:pt x="1514769" y="1440407"/>
                </a:lnTo>
                <a:lnTo>
                  <a:pt x="0" y="144040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0" id="30"/>
          <p:cNvSpPr/>
          <p:nvPr/>
        </p:nvSpPr>
        <p:spPr>
          <a:xfrm flipH="false" flipV="false" rot="0">
            <a:off x="14741723" y="4304738"/>
            <a:ext cx="1680658" cy="1718144"/>
          </a:xfrm>
          <a:custGeom>
            <a:avLst/>
            <a:gdLst/>
            <a:ahLst/>
            <a:cxnLst/>
            <a:rect r="r" b="b" t="t" l="l"/>
            <a:pathLst>
              <a:path h="1718144" w="1680658">
                <a:moveTo>
                  <a:pt x="0" y="0"/>
                </a:moveTo>
                <a:lnTo>
                  <a:pt x="1680658" y="0"/>
                </a:lnTo>
                <a:lnTo>
                  <a:pt x="1680658" y="1718144"/>
                </a:lnTo>
                <a:lnTo>
                  <a:pt x="0" y="171814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1" id="31"/>
          <p:cNvSpPr/>
          <p:nvPr/>
        </p:nvSpPr>
        <p:spPr>
          <a:xfrm flipH="false" flipV="false" rot="0">
            <a:off x="6199909" y="988526"/>
            <a:ext cx="6071368" cy="8229600"/>
          </a:xfrm>
          <a:custGeom>
            <a:avLst/>
            <a:gdLst/>
            <a:ahLst/>
            <a:cxnLst/>
            <a:rect r="r" b="b" t="t" l="l"/>
            <a:pathLst>
              <a:path h="8229600" w="6071368">
                <a:moveTo>
                  <a:pt x="0" y="0"/>
                </a:moveTo>
                <a:lnTo>
                  <a:pt x="6071368" y="0"/>
                </a:lnTo>
                <a:lnTo>
                  <a:pt x="6071368" y="8229600"/>
                </a:lnTo>
                <a:lnTo>
                  <a:pt x="0" y="8229600"/>
                </a:lnTo>
                <a:lnTo>
                  <a:pt x="0" y="0"/>
                </a:lnTo>
                <a:close/>
              </a:path>
            </a:pathLst>
          </a:custGeom>
          <a:blipFill>
            <a:blip r:embed="rId14"/>
            <a:stretch>
              <a:fillRect l="0" t="-3817" r="0" b="-3817"/>
            </a:stretch>
          </a:blipFill>
        </p:spPr>
      </p:sp>
      <p:sp>
        <p:nvSpPr>
          <p:cNvPr name="Freeform 32" id="32"/>
          <p:cNvSpPr/>
          <p:nvPr/>
        </p:nvSpPr>
        <p:spPr>
          <a:xfrm flipH="false" flipV="false" rot="0">
            <a:off x="1028700" y="7707534"/>
            <a:ext cx="1573683" cy="1550766"/>
          </a:xfrm>
          <a:custGeom>
            <a:avLst/>
            <a:gdLst/>
            <a:ahLst/>
            <a:cxnLst/>
            <a:rect r="r" b="b" t="t" l="l"/>
            <a:pathLst>
              <a:path h="1550766" w="1573683">
                <a:moveTo>
                  <a:pt x="0" y="0"/>
                </a:moveTo>
                <a:lnTo>
                  <a:pt x="1573683" y="0"/>
                </a:lnTo>
                <a:lnTo>
                  <a:pt x="1573683" y="1550766"/>
                </a:lnTo>
                <a:lnTo>
                  <a:pt x="0" y="1550766"/>
                </a:lnTo>
                <a:lnTo>
                  <a:pt x="0" y="0"/>
                </a:lnTo>
                <a:close/>
              </a:path>
            </a:pathLst>
          </a:custGeom>
          <a:blipFill>
            <a:blip r:embed="rId15"/>
            <a:stretch>
              <a:fillRect l="0" t="0" r="0" b="0"/>
            </a:stretch>
          </a:blipFill>
        </p:spPr>
      </p:sp>
      <p:sp>
        <p:nvSpPr>
          <p:cNvPr name="TextBox 33" id="33"/>
          <p:cNvSpPr txBox="true"/>
          <p:nvPr/>
        </p:nvSpPr>
        <p:spPr>
          <a:xfrm rot="0">
            <a:off x="2994686" y="2264367"/>
            <a:ext cx="1986653" cy="873963"/>
          </a:xfrm>
          <a:prstGeom prst="rect">
            <a:avLst/>
          </a:prstGeom>
        </p:spPr>
        <p:txBody>
          <a:bodyPr anchor="t" rtlCol="false" tIns="0" lIns="0" bIns="0" rIns="0">
            <a:spAutoFit/>
          </a:bodyPr>
          <a:lstStyle/>
          <a:p>
            <a:pPr algn="ctr">
              <a:lnSpc>
                <a:spcPts val="3591"/>
              </a:lnSpc>
            </a:pPr>
            <a:r>
              <a:rPr lang="en-US" sz="2602" spc="36">
                <a:solidFill>
                  <a:srgbClr val="040506"/>
                </a:solidFill>
                <a:latin typeface="Montserrat Classic"/>
                <a:ea typeface="Montserrat Classic"/>
                <a:cs typeface="Montserrat Classic"/>
                <a:sym typeface="Montserrat Classic"/>
              </a:rPr>
              <a:t>Theoretical </a:t>
            </a:r>
          </a:p>
          <a:p>
            <a:pPr algn="ctr">
              <a:lnSpc>
                <a:spcPts val="3591"/>
              </a:lnSpc>
            </a:pPr>
            <a:r>
              <a:rPr lang="en-US" sz="2602" spc="36">
                <a:solidFill>
                  <a:srgbClr val="040506"/>
                </a:solidFill>
                <a:latin typeface="Montserrat Classic"/>
                <a:ea typeface="Montserrat Classic"/>
                <a:cs typeface="Montserrat Classic"/>
                <a:sym typeface="Montserrat Classic"/>
              </a:rPr>
              <a:t>Learning</a:t>
            </a:r>
          </a:p>
        </p:txBody>
      </p:sp>
      <p:sp>
        <p:nvSpPr>
          <p:cNvPr name="TextBox 34" id="34"/>
          <p:cNvSpPr txBox="true"/>
          <p:nvPr/>
        </p:nvSpPr>
        <p:spPr>
          <a:xfrm rot="0">
            <a:off x="5883329" y="1454766"/>
            <a:ext cx="6899451" cy="873963"/>
          </a:xfrm>
          <a:prstGeom prst="rect">
            <a:avLst/>
          </a:prstGeom>
        </p:spPr>
        <p:txBody>
          <a:bodyPr anchor="t" rtlCol="false" tIns="0" lIns="0" bIns="0" rIns="0">
            <a:spAutoFit/>
          </a:bodyPr>
          <a:lstStyle/>
          <a:p>
            <a:pPr algn="ctr">
              <a:lnSpc>
                <a:spcPts val="3591"/>
              </a:lnSpc>
            </a:pPr>
            <a:r>
              <a:rPr lang="en-US" b="true" sz="2602" spc="36">
                <a:solidFill>
                  <a:srgbClr val="040506"/>
                </a:solidFill>
                <a:latin typeface="Montserrat Classic Bold"/>
                <a:ea typeface="Montserrat Classic Bold"/>
                <a:cs typeface="Montserrat Classic Bold"/>
                <a:sym typeface="Montserrat Classic Bold"/>
              </a:rPr>
              <a:t>The Educational Technology </a:t>
            </a:r>
          </a:p>
          <a:p>
            <a:pPr algn="ctr">
              <a:lnSpc>
                <a:spcPts val="3591"/>
              </a:lnSpc>
            </a:pPr>
            <a:r>
              <a:rPr lang="en-US" b="true" sz="2602" spc="36">
                <a:solidFill>
                  <a:srgbClr val="040506"/>
                </a:solidFill>
                <a:latin typeface="Montserrat Classic Bold"/>
                <a:ea typeface="Montserrat Classic Bold"/>
                <a:cs typeface="Montserrat Classic Bold"/>
                <a:sym typeface="Montserrat Classic Bold"/>
              </a:rPr>
              <a:t>of Namibia’s Simulations</a:t>
            </a:r>
          </a:p>
        </p:txBody>
      </p:sp>
      <p:sp>
        <p:nvSpPr>
          <p:cNvPr name="TextBox 35" id="35"/>
          <p:cNvSpPr txBox="true"/>
          <p:nvPr/>
        </p:nvSpPr>
        <p:spPr>
          <a:xfrm rot="0">
            <a:off x="13595399" y="2264367"/>
            <a:ext cx="1986653" cy="873963"/>
          </a:xfrm>
          <a:prstGeom prst="rect">
            <a:avLst/>
          </a:prstGeom>
        </p:spPr>
        <p:txBody>
          <a:bodyPr anchor="t" rtlCol="false" tIns="0" lIns="0" bIns="0" rIns="0">
            <a:spAutoFit/>
          </a:bodyPr>
          <a:lstStyle/>
          <a:p>
            <a:pPr algn="ctr">
              <a:lnSpc>
                <a:spcPts val="3591"/>
              </a:lnSpc>
            </a:pPr>
            <a:r>
              <a:rPr lang="en-US" sz="2602" spc="36">
                <a:solidFill>
                  <a:srgbClr val="040506"/>
                </a:solidFill>
                <a:latin typeface="Montserrat Classic"/>
                <a:ea typeface="Montserrat Classic"/>
                <a:cs typeface="Montserrat Classic"/>
                <a:sym typeface="Montserrat Classic"/>
              </a:rPr>
              <a:t>Practical Learning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83899" y="869455"/>
            <a:ext cx="16920201" cy="8796706"/>
            <a:chOff x="0" y="0"/>
            <a:chExt cx="4456349" cy="2316828"/>
          </a:xfrm>
        </p:grpSpPr>
        <p:sp>
          <p:nvSpPr>
            <p:cNvPr name="Freeform 4" id="4"/>
            <p:cNvSpPr/>
            <p:nvPr/>
          </p:nvSpPr>
          <p:spPr>
            <a:xfrm flipH="false" flipV="false" rot="0">
              <a:off x="0" y="0"/>
              <a:ext cx="4456349" cy="2316828"/>
            </a:xfrm>
            <a:custGeom>
              <a:avLst/>
              <a:gdLst/>
              <a:ahLst/>
              <a:cxnLst/>
              <a:rect r="r" b="b" t="t" l="l"/>
              <a:pathLst>
                <a:path h="2316828" w="4456349">
                  <a:moveTo>
                    <a:pt x="11439" y="0"/>
                  </a:moveTo>
                  <a:lnTo>
                    <a:pt x="4444910" y="0"/>
                  </a:lnTo>
                  <a:cubicBezTo>
                    <a:pt x="4447944" y="0"/>
                    <a:pt x="4450854" y="1205"/>
                    <a:pt x="4452999" y="3350"/>
                  </a:cubicBezTo>
                  <a:cubicBezTo>
                    <a:pt x="4455144" y="5496"/>
                    <a:pt x="4456349" y="8405"/>
                    <a:pt x="4456349" y="11439"/>
                  </a:cubicBezTo>
                  <a:lnTo>
                    <a:pt x="4456349" y="2305389"/>
                  </a:lnTo>
                  <a:cubicBezTo>
                    <a:pt x="4456349" y="2308423"/>
                    <a:pt x="4455144" y="2311332"/>
                    <a:pt x="4452999" y="2313478"/>
                  </a:cubicBezTo>
                  <a:cubicBezTo>
                    <a:pt x="4450854" y="2315623"/>
                    <a:pt x="4447944" y="2316828"/>
                    <a:pt x="4444910" y="2316828"/>
                  </a:cubicBezTo>
                  <a:lnTo>
                    <a:pt x="11439" y="2316828"/>
                  </a:lnTo>
                  <a:cubicBezTo>
                    <a:pt x="8405" y="2316828"/>
                    <a:pt x="5496" y="2315623"/>
                    <a:pt x="3350" y="2313478"/>
                  </a:cubicBezTo>
                  <a:cubicBezTo>
                    <a:pt x="1205" y="2311332"/>
                    <a:pt x="0" y="2308423"/>
                    <a:pt x="0" y="2305389"/>
                  </a:cubicBezTo>
                  <a:lnTo>
                    <a:pt x="0" y="11439"/>
                  </a:lnTo>
                  <a:cubicBezTo>
                    <a:pt x="0" y="8405"/>
                    <a:pt x="1205" y="5496"/>
                    <a:pt x="3350" y="3350"/>
                  </a:cubicBezTo>
                  <a:cubicBezTo>
                    <a:pt x="5496" y="1205"/>
                    <a:pt x="8405" y="0"/>
                    <a:pt x="11439" y="0"/>
                  </a:cubicBezTo>
                  <a:close/>
                </a:path>
              </a:pathLst>
            </a:custGeom>
            <a:solidFill>
              <a:srgbClr val="FDFBFB">
                <a:alpha val="98824"/>
              </a:srgbClr>
            </a:solidFill>
            <a:ln cap="rnd">
              <a:noFill/>
              <a:prstDash val="solid"/>
              <a:round/>
            </a:ln>
          </p:spPr>
        </p:sp>
        <p:sp>
          <p:nvSpPr>
            <p:cNvPr name="TextBox 5" id="5"/>
            <p:cNvSpPr txBox="true"/>
            <p:nvPr/>
          </p:nvSpPr>
          <p:spPr>
            <a:xfrm>
              <a:off x="0" y="-19050"/>
              <a:ext cx="4456349" cy="2335878"/>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6" id="6"/>
          <p:cNvSpPr txBox="true"/>
          <p:nvPr/>
        </p:nvSpPr>
        <p:spPr>
          <a:xfrm rot="0">
            <a:off x="1450277" y="1097249"/>
            <a:ext cx="8721434" cy="2674658"/>
          </a:xfrm>
          <a:prstGeom prst="rect">
            <a:avLst/>
          </a:prstGeom>
        </p:spPr>
        <p:txBody>
          <a:bodyPr anchor="t" rtlCol="false" tIns="0" lIns="0" bIns="0" rIns="0">
            <a:spAutoFit/>
          </a:bodyPr>
          <a:lstStyle/>
          <a:p>
            <a:pPr algn="l">
              <a:lnSpc>
                <a:spcPts val="7178"/>
              </a:lnSpc>
            </a:pPr>
            <a:r>
              <a:rPr lang="en-US" sz="5127" spc="-102" b="true">
                <a:solidFill>
                  <a:srgbClr val="191919"/>
                </a:solidFill>
                <a:latin typeface="Open Sauce Bold"/>
                <a:ea typeface="Open Sauce Bold"/>
                <a:cs typeface="Open Sauce Bold"/>
                <a:sym typeface="Open Sauce Bold"/>
              </a:rPr>
              <a:t>Leveraging Technology for Personalized Learning</a:t>
            </a:r>
          </a:p>
          <a:p>
            <a:pPr algn="l" marL="0" indent="0" lvl="0">
              <a:lnSpc>
                <a:spcPts val="7178"/>
              </a:lnSpc>
              <a:spcBef>
                <a:spcPct val="0"/>
              </a:spcBef>
            </a:pPr>
          </a:p>
        </p:txBody>
      </p:sp>
      <p:sp>
        <p:nvSpPr>
          <p:cNvPr name="Freeform 7" id="7"/>
          <p:cNvSpPr/>
          <p:nvPr/>
        </p:nvSpPr>
        <p:spPr>
          <a:xfrm flipH="false" flipV="false" rot="-5400000">
            <a:off x="2443459" y="5261939"/>
            <a:ext cx="1015539" cy="2086127"/>
          </a:xfrm>
          <a:custGeom>
            <a:avLst/>
            <a:gdLst/>
            <a:ahLst/>
            <a:cxnLst/>
            <a:rect r="r" b="b" t="t" l="l"/>
            <a:pathLst>
              <a:path h="2086127" w="1015539">
                <a:moveTo>
                  <a:pt x="0" y="0"/>
                </a:moveTo>
                <a:lnTo>
                  <a:pt x="1015539" y="0"/>
                </a:lnTo>
                <a:lnTo>
                  <a:pt x="1015539" y="2086127"/>
                </a:lnTo>
                <a:lnTo>
                  <a:pt x="0" y="2086127"/>
                </a:lnTo>
                <a:lnTo>
                  <a:pt x="0" y="0"/>
                </a:lnTo>
                <a:close/>
              </a:path>
            </a:pathLst>
          </a:custGeom>
          <a:blipFill>
            <a:blip r:embed="rId3">
              <a:extLst>
                <a:ext uri="{96DAC541-7B7A-43D3-8B79-37D633B846F1}">
                  <asvg:svgBlip xmlns:asvg="http://schemas.microsoft.com/office/drawing/2016/SVG/main" r:embed="rId4"/>
                </a:ext>
              </a:extLst>
            </a:blip>
            <a:stretch>
              <a:fillRect l="-105420" t="0" r="0" b="0"/>
            </a:stretch>
          </a:blipFill>
          <a:ln cap="sq">
            <a:noFill/>
            <a:prstDash val="solid"/>
            <a:miter/>
          </a:ln>
        </p:spPr>
      </p:sp>
      <p:sp>
        <p:nvSpPr>
          <p:cNvPr name="Freeform 8" id="8"/>
          <p:cNvSpPr/>
          <p:nvPr/>
        </p:nvSpPr>
        <p:spPr>
          <a:xfrm flipH="false" flipV="false" rot="-5400000">
            <a:off x="2001983" y="5892084"/>
            <a:ext cx="1841376" cy="1841376"/>
          </a:xfrm>
          <a:custGeom>
            <a:avLst/>
            <a:gdLst/>
            <a:ahLst/>
            <a:cxnLst/>
            <a:rect r="r" b="b" t="t" l="l"/>
            <a:pathLst>
              <a:path h="1841376" w="1841376">
                <a:moveTo>
                  <a:pt x="0" y="0"/>
                </a:moveTo>
                <a:lnTo>
                  <a:pt x="1841376" y="0"/>
                </a:lnTo>
                <a:lnTo>
                  <a:pt x="1841376" y="1841376"/>
                </a:lnTo>
                <a:lnTo>
                  <a:pt x="0" y="18413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AutoShape 9" id="9"/>
          <p:cNvSpPr/>
          <p:nvPr/>
        </p:nvSpPr>
        <p:spPr>
          <a:xfrm>
            <a:off x="2951228" y="7733460"/>
            <a:ext cx="0" cy="467846"/>
          </a:xfrm>
          <a:prstGeom prst="line">
            <a:avLst/>
          </a:prstGeom>
          <a:ln cap="rnd" w="38100">
            <a:solidFill>
              <a:srgbClr val="106861"/>
            </a:solidFill>
            <a:prstDash val="sysDot"/>
            <a:headEnd type="none" len="sm" w="sm"/>
            <a:tailEnd type="oval" len="lg" w="lg"/>
          </a:ln>
        </p:spPr>
      </p:sp>
      <p:sp>
        <p:nvSpPr>
          <p:cNvPr name="Freeform 10" id="10"/>
          <p:cNvSpPr/>
          <p:nvPr/>
        </p:nvSpPr>
        <p:spPr>
          <a:xfrm flipH="true" flipV="true" rot="-5400000">
            <a:off x="4503931" y="6277478"/>
            <a:ext cx="1015539" cy="2086127"/>
          </a:xfrm>
          <a:custGeom>
            <a:avLst/>
            <a:gdLst/>
            <a:ahLst/>
            <a:cxnLst/>
            <a:rect r="r" b="b" t="t" l="l"/>
            <a:pathLst>
              <a:path h="2086127" w="1015539">
                <a:moveTo>
                  <a:pt x="1015539" y="2086127"/>
                </a:moveTo>
                <a:lnTo>
                  <a:pt x="0" y="2086127"/>
                </a:lnTo>
                <a:lnTo>
                  <a:pt x="0" y="0"/>
                </a:lnTo>
                <a:lnTo>
                  <a:pt x="1015539" y="0"/>
                </a:lnTo>
                <a:lnTo>
                  <a:pt x="1015539" y="2086127"/>
                </a:lnTo>
                <a:close/>
              </a:path>
            </a:pathLst>
          </a:custGeom>
          <a:blipFill>
            <a:blip r:embed="rId7">
              <a:extLst>
                <a:ext uri="{96DAC541-7B7A-43D3-8B79-37D633B846F1}">
                  <asvg:svgBlip xmlns:asvg="http://schemas.microsoft.com/office/drawing/2016/SVG/main" r:embed="rId8"/>
                </a:ext>
              </a:extLst>
            </a:blip>
            <a:stretch>
              <a:fillRect l="-105420" t="0" r="0" b="0"/>
            </a:stretch>
          </a:blipFill>
        </p:spPr>
      </p:sp>
      <p:sp>
        <p:nvSpPr>
          <p:cNvPr name="Freeform 11" id="11"/>
          <p:cNvSpPr/>
          <p:nvPr/>
        </p:nvSpPr>
        <p:spPr>
          <a:xfrm flipH="false" flipV="false" rot="-5400000">
            <a:off x="4091013" y="5892084"/>
            <a:ext cx="1841376" cy="1841376"/>
          </a:xfrm>
          <a:custGeom>
            <a:avLst/>
            <a:gdLst/>
            <a:ahLst/>
            <a:cxnLst/>
            <a:rect r="r" b="b" t="t" l="l"/>
            <a:pathLst>
              <a:path h="1841376" w="1841376">
                <a:moveTo>
                  <a:pt x="0" y="0"/>
                </a:moveTo>
                <a:lnTo>
                  <a:pt x="1841376" y="0"/>
                </a:lnTo>
                <a:lnTo>
                  <a:pt x="1841376" y="1841376"/>
                </a:lnTo>
                <a:lnTo>
                  <a:pt x="0" y="18413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AutoShape 12" id="12"/>
          <p:cNvSpPr/>
          <p:nvPr/>
        </p:nvSpPr>
        <p:spPr>
          <a:xfrm flipH="true" flipV="true">
            <a:off x="4981022" y="5424060"/>
            <a:ext cx="3218" cy="467835"/>
          </a:xfrm>
          <a:prstGeom prst="line">
            <a:avLst/>
          </a:prstGeom>
          <a:ln cap="rnd" w="38100">
            <a:solidFill>
              <a:srgbClr val="AEEA00"/>
            </a:solidFill>
            <a:prstDash val="sysDot"/>
            <a:headEnd type="none" len="sm" w="sm"/>
            <a:tailEnd type="oval" len="lg" w="lg"/>
          </a:ln>
        </p:spPr>
      </p:sp>
      <p:sp>
        <p:nvSpPr>
          <p:cNvPr name="Freeform 13" id="13"/>
          <p:cNvSpPr/>
          <p:nvPr/>
        </p:nvSpPr>
        <p:spPr>
          <a:xfrm flipH="false" flipV="false" rot="-5400000">
            <a:off x="6560405" y="5262027"/>
            <a:ext cx="1015539" cy="2086127"/>
          </a:xfrm>
          <a:custGeom>
            <a:avLst/>
            <a:gdLst/>
            <a:ahLst/>
            <a:cxnLst/>
            <a:rect r="r" b="b" t="t" l="l"/>
            <a:pathLst>
              <a:path h="2086127" w="1015539">
                <a:moveTo>
                  <a:pt x="0" y="0"/>
                </a:moveTo>
                <a:lnTo>
                  <a:pt x="1015539" y="0"/>
                </a:lnTo>
                <a:lnTo>
                  <a:pt x="1015539" y="2086127"/>
                </a:lnTo>
                <a:lnTo>
                  <a:pt x="0" y="2086127"/>
                </a:lnTo>
                <a:lnTo>
                  <a:pt x="0" y="0"/>
                </a:lnTo>
                <a:close/>
              </a:path>
            </a:pathLst>
          </a:custGeom>
          <a:blipFill>
            <a:blip r:embed="rId3">
              <a:extLst>
                <a:ext uri="{96DAC541-7B7A-43D3-8B79-37D633B846F1}">
                  <asvg:svgBlip xmlns:asvg="http://schemas.microsoft.com/office/drawing/2016/SVG/main" r:embed="rId4"/>
                </a:ext>
              </a:extLst>
            </a:blip>
            <a:stretch>
              <a:fillRect l="-105420" t="0" r="0" b="0"/>
            </a:stretch>
          </a:blipFill>
          <a:ln cap="sq">
            <a:noFill/>
            <a:prstDash val="solid"/>
            <a:miter/>
          </a:ln>
        </p:spPr>
      </p:sp>
      <p:sp>
        <p:nvSpPr>
          <p:cNvPr name="Freeform 14" id="14"/>
          <p:cNvSpPr/>
          <p:nvPr/>
        </p:nvSpPr>
        <p:spPr>
          <a:xfrm flipH="false" flipV="false" rot="-5400000">
            <a:off x="6118930" y="5892172"/>
            <a:ext cx="1841376" cy="1841376"/>
          </a:xfrm>
          <a:custGeom>
            <a:avLst/>
            <a:gdLst/>
            <a:ahLst/>
            <a:cxnLst/>
            <a:rect r="r" b="b" t="t" l="l"/>
            <a:pathLst>
              <a:path h="1841376" w="1841376">
                <a:moveTo>
                  <a:pt x="0" y="0"/>
                </a:moveTo>
                <a:lnTo>
                  <a:pt x="1841376" y="0"/>
                </a:lnTo>
                <a:lnTo>
                  <a:pt x="1841376" y="1841376"/>
                </a:lnTo>
                <a:lnTo>
                  <a:pt x="0" y="18413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AutoShape 15" id="15"/>
          <p:cNvSpPr/>
          <p:nvPr/>
        </p:nvSpPr>
        <p:spPr>
          <a:xfrm>
            <a:off x="7068175" y="7733548"/>
            <a:ext cx="0" cy="467846"/>
          </a:xfrm>
          <a:prstGeom prst="line">
            <a:avLst/>
          </a:prstGeom>
          <a:ln cap="rnd" w="38100">
            <a:solidFill>
              <a:srgbClr val="106861"/>
            </a:solidFill>
            <a:prstDash val="sysDot"/>
            <a:headEnd type="none" len="sm" w="sm"/>
            <a:tailEnd type="oval" len="lg" w="lg"/>
          </a:ln>
        </p:spPr>
      </p:sp>
      <p:sp>
        <p:nvSpPr>
          <p:cNvPr name="Freeform 16" id="16"/>
          <p:cNvSpPr/>
          <p:nvPr/>
        </p:nvSpPr>
        <p:spPr>
          <a:xfrm flipH="true" flipV="true" rot="-5400000">
            <a:off x="8620878" y="6277566"/>
            <a:ext cx="1015539" cy="2086127"/>
          </a:xfrm>
          <a:custGeom>
            <a:avLst/>
            <a:gdLst/>
            <a:ahLst/>
            <a:cxnLst/>
            <a:rect r="r" b="b" t="t" l="l"/>
            <a:pathLst>
              <a:path h="2086127" w="1015539">
                <a:moveTo>
                  <a:pt x="1015539" y="2086127"/>
                </a:moveTo>
                <a:lnTo>
                  <a:pt x="0" y="2086127"/>
                </a:lnTo>
                <a:lnTo>
                  <a:pt x="0" y="0"/>
                </a:lnTo>
                <a:lnTo>
                  <a:pt x="1015539" y="0"/>
                </a:lnTo>
                <a:lnTo>
                  <a:pt x="1015539" y="2086127"/>
                </a:lnTo>
                <a:close/>
              </a:path>
            </a:pathLst>
          </a:custGeom>
          <a:blipFill>
            <a:blip r:embed="rId7">
              <a:extLst>
                <a:ext uri="{96DAC541-7B7A-43D3-8B79-37D633B846F1}">
                  <asvg:svgBlip xmlns:asvg="http://schemas.microsoft.com/office/drawing/2016/SVG/main" r:embed="rId8"/>
                </a:ext>
              </a:extLst>
            </a:blip>
            <a:stretch>
              <a:fillRect l="-105420" t="0" r="0" b="0"/>
            </a:stretch>
          </a:blipFill>
          <a:ln cap="sq">
            <a:noFill/>
            <a:prstDash val="solid"/>
            <a:miter/>
          </a:ln>
        </p:spPr>
      </p:sp>
      <p:sp>
        <p:nvSpPr>
          <p:cNvPr name="Freeform 17" id="17"/>
          <p:cNvSpPr/>
          <p:nvPr/>
        </p:nvSpPr>
        <p:spPr>
          <a:xfrm flipH="false" flipV="false" rot="-5400000">
            <a:off x="8207959" y="5892172"/>
            <a:ext cx="1841376" cy="1841376"/>
          </a:xfrm>
          <a:custGeom>
            <a:avLst/>
            <a:gdLst/>
            <a:ahLst/>
            <a:cxnLst/>
            <a:rect r="r" b="b" t="t" l="l"/>
            <a:pathLst>
              <a:path h="1841376" w="1841376">
                <a:moveTo>
                  <a:pt x="0" y="0"/>
                </a:moveTo>
                <a:lnTo>
                  <a:pt x="1841377" y="0"/>
                </a:lnTo>
                <a:lnTo>
                  <a:pt x="1841377" y="1841376"/>
                </a:lnTo>
                <a:lnTo>
                  <a:pt x="0" y="18413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AutoShape 18" id="18"/>
          <p:cNvSpPr/>
          <p:nvPr/>
        </p:nvSpPr>
        <p:spPr>
          <a:xfrm flipH="true" flipV="true">
            <a:off x="9097969" y="5424148"/>
            <a:ext cx="3218" cy="467835"/>
          </a:xfrm>
          <a:prstGeom prst="line">
            <a:avLst/>
          </a:prstGeom>
          <a:ln cap="rnd" w="38100">
            <a:solidFill>
              <a:srgbClr val="AEEA00"/>
            </a:solidFill>
            <a:prstDash val="sysDot"/>
            <a:headEnd type="none" len="sm" w="sm"/>
            <a:tailEnd type="oval" len="lg" w="lg"/>
          </a:ln>
        </p:spPr>
      </p:sp>
      <p:sp>
        <p:nvSpPr>
          <p:cNvPr name="Freeform 19" id="19"/>
          <p:cNvSpPr/>
          <p:nvPr/>
        </p:nvSpPr>
        <p:spPr>
          <a:xfrm flipH="false" flipV="false" rot="-5400000">
            <a:off x="10680746" y="5262027"/>
            <a:ext cx="1015539" cy="2086127"/>
          </a:xfrm>
          <a:custGeom>
            <a:avLst/>
            <a:gdLst/>
            <a:ahLst/>
            <a:cxnLst/>
            <a:rect r="r" b="b" t="t" l="l"/>
            <a:pathLst>
              <a:path h="2086127" w="1015539">
                <a:moveTo>
                  <a:pt x="0" y="0"/>
                </a:moveTo>
                <a:lnTo>
                  <a:pt x="1015539" y="0"/>
                </a:lnTo>
                <a:lnTo>
                  <a:pt x="1015539" y="2086127"/>
                </a:lnTo>
                <a:lnTo>
                  <a:pt x="0" y="2086127"/>
                </a:lnTo>
                <a:lnTo>
                  <a:pt x="0" y="0"/>
                </a:lnTo>
                <a:close/>
              </a:path>
            </a:pathLst>
          </a:custGeom>
          <a:blipFill>
            <a:blip r:embed="rId3">
              <a:extLst>
                <a:ext uri="{96DAC541-7B7A-43D3-8B79-37D633B846F1}">
                  <asvg:svgBlip xmlns:asvg="http://schemas.microsoft.com/office/drawing/2016/SVG/main" r:embed="rId4"/>
                </a:ext>
              </a:extLst>
            </a:blip>
            <a:stretch>
              <a:fillRect l="-105420" t="0" r="0" b="0"/>
            </a:stretch>
          </a:blipFill>
          <a:ln cap="sq">
            <a:noFill/>
            <a:prstDash val="solid"/>
            <a:miter/>
          </a:ln>
        </p:spPr>
      </p:sp>
      <p:sp>
        <p:nvSpPr>
          <p:cNvPr name="Freeform 20" id="20"/>
          <p:cNvSpPr/>
          <p:nvPr/>
        </p:nvSpPr>
        <p:spPr>
          <a:xfrm flipH="false" flipV="false" rot="-5400000">
            <a:off x="10239270" y="5892172"/>
            <a:ext cx="1841376" cy="1841376"/>
          </a:xfrm>
          <a:custGeom>
            <a:avLst/>
            <a:gdLst/>
            <a:ahLst/>
            <a:cxnLst/>
            <a:rect r="r" b="b" t="t" l="l"/>
            <a:pathLst>
              <a:path h="1841376" w="1841376">
                <a:moveTo>
                  <a:pt x="0" y="0"/>
                </a:moveTo>
                <a:lnTo>
                  <a:pt x="1841377" y="0"/>
                </a:lnTo>
                <a:lnTo>
                  <a:pt x="1841377" y="1841376"/>
                </a:lnTo>
                <a:lnTo>
                  <a:pt x="0" y="18413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AutoShape 21" id="21"/>
          <p:cNvSpPr/>
          <p:nvPr/>
        </p:nvSpPr>
        <p:spPr>
          <a:xfrm>
            <a:off x="11188515" y="7733548"/>
            <a:ext cx="0" cy="467846"/>
          </a:xfrm>
          <a:prstGeom prst="line">
            <a:avLst/>
          </a:prstGeom>
          <a:ln cap="rnd" w="38100">
            <a:solidFill>
              <a:srgbClr val="106861"/>
            </a:solidFill>
            <a:prstDash val="sysDot"/>
            <a:headEnd type="none" len="sm" w="sm"/>
            <a:tailEnd type="oval" len="lg" w="lg"/>
          </a:ln>
        </p:spPr>
      </p:sp>
      <p:sp>
        <p:nvSpPr>
          <p:cNvPr name="Freeform 22" id="22"/>
          <p:cNvSpPr/>
          <p:nvPr/>
        </p:nvSpPr>
        <p:spPr>
          <a:xfrm flipH="true" flipV="true" rot="-5400000">
            <a:off x="12735851" y="6277478"/>
            <a:ext cx="1015539" cy="2086127"/>
          </a:xfrm>
          <a:custGeom>
            <a:avLst/>
            <a:gdLst/>
            <a:ahLst/>
            <a:cxnLst/>
            <a:rect r="r" b="b" t="t" l="l"/>
            <a:pathLst>
              <a:path h="2086127" w="1015539">
                <a:moveTo>
                  <a:pt x="1015539" y="2086127"/>
                </a:moveTo>
                <a:lnTo>
                  <a:pt x="0" y="2086127"/>
                </a:lnTo>
                <a:lnTo>
                  <a:pt x="0" y="0"/>
                </a:lnTo>
                <a:lnTo>
                  <a:pt x="1015539" y="0"/>
                </a:lnTo>
                <a:lnTo>
                  <a:pt x="1015539" y="2086127"/>
                </a:lnTo>
                <a:close/>
              </a:path>
            </a:pathLst>
          </a:custGeom>
          <a:blipFill>
            <a:blip r:embed="rId7">
              <a:extLst>
                <a:ext uri="{96DAC541-7B7A-43D3-8B79-37D633B846F1}">
                  <asvg:svgBlip xmlns:asvg="http://schemas.microsoft.com/office/drawing/2016/SVG/main" r:embed="rId8"/>
                </a:ext>
              </a:extLst>
            </a:blip>
            <a:stretch>
              <a:fillRect l="-105420" t="0" r="0" b="0"/>
            </a:stretch>
          </a:blipFill>
          <a:ln cap="sq">
            <a:noFill/>
            <a:prstDash val="solid"/>
            <a:miter/>
          </a:ln>
        </p:spPr>
      </p:sp>
      <p:sp>
        <p:nvSpPr>
          <p:cNvPr name="Freeform 23" id="23"/>
          <p:cNvSpPr/>
          <p:nvPr/>
        </p:nvSpPr>
        <p:spPr>
          <a:xfrm flipH="false" flipV="false" rot="-5400000">
            <a:off x="12322932" y="5892084"/>
            <a:ext cx="1841376" cy="1841376"/>
          </a:xfrm>
          <a:custGeom>
            <a:avLst/>
            <a:gdLst/>
            <a:ahLst/>
            <a:cxnLst/>
            <a:rect r="r" b="b" t="t" l="l"/>
            <a:pathLst>
              <a:path h="1841376" w="1841376">
                <a:moveTo>
                  <a:pt x="0" y="0"/>
                </a:moveTo>
                <a:lnTo>
                  <a:pt x="1841377" y="0"/>
                </a:lnTo>
                <a:lnTo>
                  <a:pt x="1841377" y="1841376"/>
                </a:lnTo>
                <a:lnTo>
                  <a:pt x="0" y="18413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AutoShape 24" id="24"/>
          <p:cNvSpPr/>
          <p:nvPr/>
        </p:nvSpPr>
        <p:spPr>
          <a:xfrm flipH="true" flipV="true">
            <a:off x="13212942" y="5424060"/>
            <a:ext cx="3218" cy="467835"/>
          </a:xfrm>
          <a:prstGeom prst="line">
            <a:avLst/>
          </a:prstGeom>
          <a:ln cap="rnd" w="38100">
            <a:solidFill>
              <a:srgbClr val="AEEA00"/>
            </a:solidFill>
            <a:prstDash val="sysDot"/>
            <a:headEnd type="none" len="sm" w="sm"/>
            <a:tailEnd type="oval" len="lg" w="lg"/>
          </a:ln>
        </p:spPr>
      </p:sp>
      <p:sp>
        <p:nvSpPr>
          <p:cNvPr name="Freeform 25" id="25"/>
          <p:cNvSpPr/>
          <p:nvPr/>
        </p:nvSpPr>
        <p:spPr>
          <a:xfrm flipH="false" flipV="false" rot="0">
            <a:off x="12836132" y="6348857"/>
            <a:ext cx="763214" cy="971684"/>
          </a:xfrm>
          <a:custGeom>
            <a:avLst/>
            <a:gdLst/>
            <a:ahLst/>
            <a:cxnLst/>
            <a:rect r="r" b="b" t="t" l="l"/>
            <a:pathLst>
              <a:path h="971684" w="763214">
                <a:moveTo>
                  <a:pt x="0" y="0"/>
                </a:moveTo>
                <a:lnTo>
                  <a:pt x="763214" y="0"/>
                </a:lnTo>
                <a:lnTo>
                  <a:pt x="763214" y="971685"/>
                </a:lnTo>
                <a:lnTo>
                  <a:pt x="0" y="9716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26" id="26"/>
          <p:cNvSpPr/>
          <p:nvPr/>
        </p:nvSpPr>
        <p:spPr>
          <a:xfrm flipH="false" flipV="false" rot="-5400000">
            <a:off x="14797638" y="5262027"/>
            <a:ext cx="1015539" cy="2086127"/>
          </a:xfrm>
          <a:custGeom>
            <a:avLst/>
            <a:gdLst/>
            <a:ahLst/>
            <a:cxnLst/>
            <a:rect r="r" b="b" t="t" l="l"/>
            <a:pathLst>
              <a:path h="2086127" w="1015539">
                <a:moveTo>
                  <a:pt x="0" y="0"/>
                </a:moveTo>
                <a:lnTo>
                  <a:pt x="1015539" y="0"/>
                </a:lnTo>
                <a:lnTo>
                  <a:pt x="1015539" y="2086127"/>
                </a:lnTo>
                <a:lnTo>
                  <a:pt x="0" y="2086127"/>
                </a:lnTo>
                <a:lnTo>
                  <a:pt x="0" y="0"/>
                </a:lnTo>
                <a:close/>
              </a:path>
            </a:pathLst>
          </a:custGeom>
          <a:blipFill>
            <a:blip r:embed="rId3">
              <a:extLst>
                <a:ext uri="{96DAC541-7B7A-43D3-8B79-37D633B846F1}">
                  <asvg:svgBlip xmlns:asvg="http://schemas.microsoft.com/office/drawing/2016/SVG/main" r:embed="rId4"/>
                </a:ext>
              </a:extLst>
            </a:blip>
            <a:stretch>
              <a:fillRect l="-105420" t="0" r="0" b="0"/>
            </a:stretch>
          </a:blipFill>
          <a:ln cap="sq">
            <a:noFill/>
            <a:prstDash val="solid"/>
            <a:miter/>
          </a:ln>
        </p:spPr>
      </p:sp>
      <p:sp>
        <p:nvSpPr>
          <p:cNvPr name="Freeform 27" id="27"/>
          <p:cNvSpPr/>
          <p:nvPr/>
        </p:nvSpPr>
        <p:spPr>
          <a:xfrm flipH="false" flipV="false" rot="-5400000">
            <a:off x="14356163" y="5892172"/>
            <a:ext cx="1841376" cy="1841376"/>
          </a:xfrm>
          <a:custGeom>
            <a:avLst/>
            <a:gdLst/>
            <a:ahLst/>
            <a:cxnLst/>
            <a:rect r="r" b="b" t="t" l="l"/>
            <a:pathLst>
              <a:path h="1841376" w="1841376">
                <a:moveTo>
                  <a:pt x="0" y="0"/>
                </a:moveTo>
                <a:lnTo>
                  <a:pt x="1841376" y="0"/>
                </a:lnTo>
                <a:lnTo>
                  <a:pt x="1841376" y="1841376"/>
                </a:lnTo>
                <a:lnTo>
                  <a:pt x="0" y="18413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AutoShape 28" id="28"/>
          <p:cNvSpPr/>
          <p:nvPr/>
        </p:nvSpPr>
        <p:spPr>
          <a:xfrm>
            <a:off x="15305408" y="7733548"/>
            <a:ext cx="0" cy="467846"/>
          </a:xfrm>
          <a:prstGeom prst="line">
            <a:avLst/>
          </a:prstGeom>
          <a:ln cap="rnd" w="38100">
            <a:solidFill>
              <a:srgbClr val="106861"/>
            </a:solidFill>
            <a:prstDash val="sysDot"/>
            <a:headEnd type="none" len="sm" w="sm"/>
            <a:tailEnd type="oval" len="lg" w="lg"/>
          </a:ln>
        </p:spPr>
      </p:sp>
      <p:sp>
        <p:nvSpPr>
          <p:cNvPr name="Freeform 29" id="29"/>
          <p:cNvSpPr/>
          <p:nvPr/>
        </p:nvSpPr>
        <p:spPr>
          <a:xfrm flipH="false" flipV="false" rot="0">
            <a:off x="8715791" y="6387136"/>
            <a:ext cx="780340" cy="780340"/>
          </a:xfrm>
          <a:custGeom>
            <a:avLst/>
            <a:gdLst/>
            <a:ahLst/>
            <a:cxnLst/>
            <a:rect r="r" b="b" t="t" l="l"/>
            <a:pathLst>
              <a:path h="780340" w="780340">
                <a:moveTo>
                  <a:pt x="0" y="0"/>
                </a:moveTo>
                <a:lnTo>
                  <a:pt x="780341" y="0"/>
                </a:lnTo>
                <a:lnTo>
                  <a:pt x="780341" y="780340"/>
                </a:lnTo>
                <a:lnTo>
                  <a:pt x="0" y="78034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30" id="30"/>
          <p:cNvSpPr/>
          <p:nvPr/>
        </p:nvSpPr>
        <p:spPr>
          <a:xfrm flipH="false" flipV="false" rot="0">
            <a:off x="2514225" y="6463732"/>
            <a:ext cx="816893" cy="766859"/>
          </a:xfrm>
          <a:custGeom>
            <a:avLst/>
            <a:gdLst/>
            <a:ahLst/>
            <a:cxnLst/>
            <a:rect r="r" b="b" t="t" l="l"/>
            <a:pathLst>
              <a:path h="766859" w="816893">
                <a:moveTo>
                  <a:pt x="0" y="0"/>
                </a:moveTo>
                <a:lnTo>
                  <a:pt x="816893" y="0"/>
                </a:lnTo>
                <a:lnTo>
                  <a:pt x="816893" y="766859"/>
                </a:lnTo>
                <a:lnTo>
                  <a:pt x="0" y="76685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31" id="31"/>
          <p:cNvSpPr/>
          <p:nvPr/>
        </p:nvSpPr>
        <p:spPr>
          <a:xfrm flipH="false" flipV="false" rot="0">
            <a:off x="4548759" y="6348857"/>
            <a:ext cx="867745" cy="856898"/>
          </a:xfrm>
          <a:custGeom>
            <a:avLst/>
            <a:gdLst/>
            <a:ahLst/>
            <a:cxnLst/>
            <a:rect r="r" b="b" t="t" l="l"/>
            <a:pathLst>
              <a:path h="856898" w="867745">
                <a:moveTo>
                  <a:pt x="0" y="0"/>
                </a:moveTo>
                <a:lnTo>
                  <a:pt x="867744" y="0"/>
                </a:lnTo>
                <a:lnTo>
                  <a:pt x="867744" y="856898"/>
                </a:lnTo>
                <a:lnTo>
                  <a:pt x="0" y="85689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32" id="32"/>
          <p:cNvSpPr/>
          <p:nvPr/>
        </p:nvSpPr>
        <p:spPr>
          <a:xfrm flipH="false" flipV="false" rot="0">
            <a:off x="6544492" y="6348857"/>
            <a:ext cx="895690" cy="897322"/>
          </a:xfrm>
          <a:custGeom>
            <a:avLst/>
            <a:gdLst/>
            <a:ahLst/>
            <a:cxnLst/>
            <a:rect r="r" b="b" t="t" l="l"/>
            <a:pathLst>
              <a:path h="897322" w="895690">
                <a:moveTo>
                  <a:pt x="0" y="0"/>
                </a:moveTo>
                <a:lnTo>
                  <a:pt x="895691" y="0"/>
                </a:lnTo>
                <a:lnTo>
                  <a:pt x="895691" y="897322"/>
                </a:lnTo>
                <a:lnTo>
                  <a:pt x="0" y="89732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33" id="33"/>
          <p:cNvSpPr/>
          <p:nvPr/>
        </p:nvSpPr>
        <p:spPr>
          <a:xfrm flipH="false" flipV="false" rot="0">
            <a:off x="14798505" y="6316001"/>
            <a:ext cx="964788" cy="963034"/>
          </a:xfrm>
          <a:custGeom>
            <a:avLst/>
            <a:gdLst/>
            <a:ahLst/>
            <a:cxnLst/>
            <a:rect r="r" b="b" t="t" l="l"/>
            <a:pathLst>
              <a:path h="963034" w="964788">
                <a:moveTo>
                  <a:pt x="0" y="0"/>
                </a:moveTo>
                <a:lnTo>
                  <a:pt x="964788" y="0"/>
                </a:lnTo>
                <a:lnTo>
                  <a:pt x="964788" y="963034"/>
                </a:lnTo>
                <a:lnTo>
                  <a:pt x="0" y="96303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34" id="34"/>
          <p:cNvSpPr/>
          <p:nvPr/>
        </p:nvSpPr>
        <p:spPr>
          <a:xfrm flipH="false" flipV="false" rot="0">
            <a:off x="10739029" y="6422184"/>
            <a:ext cx="904871" cy="904871"/>
          </a:xfrm>
          <a:custGeom>
            <a:avLst/>
            <a:gdLst/>
            <a:ahLst/>
            <a:cxnLst/>
            <a:rect r="r" b="b" t="t" l="l"/>
            <a:pathLst>
              <a:path h="904871" w="904871">
                <a:moveTo>
                  <a:pt x="0" y="0"/>
                </a:moveTo>
                <a:lnTo>
                  <a:pt x="904871" y="0"/>
                </a:lnTo>
                <a:lnTo>
                  <a:pt x="904871" y="904871"/>
                </a:lnTo>
                <a:lnTo>
                  <a:pt x="0" y="90487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TextBox 35" id="35"/>
          <p:cNvSpPr txBox="true"/>
          <p:nvPr/>
        </p:nvSpPr>
        <p:spPr>
          <a:xfrm rot="0">
            <a:off x="1920992" y="8289817"/>
            <a:ext cx="2060473" cy="566352"/>
          </a:xfrm>
          <a:prstGeom prst="rect">
            <a:avLst/>
          </a:prstGeom>
        </p:spPr>
        <p:txBody>
          <a:bodyPr anchor="t" rtlCol="false" tIns="0" lIns="0" bIns="0" rIns="0">
            <a:spAutoFit/>
          </a:bodyPr>
          <a:lstStyle/>
          <a:p>
            <a:pPr algn="ctr" marL="0" indent="0" lvl="0">
              <a:lnSpc>
                <a:spcPts val="2336"/>
              </a:lnSpc>
              <a:spcBef>
                <a:spcPct val="0"/>
              </a:spcBef>
            </a:pPr>
            <a:r>
              <a:rPr lang="en-US" sz="1825">
                <a:solidFill>
                  <a:srgbClr val="343432"/>
                </a:solidFill>
                <a:latin typeface="Open Sauce"/>
                <a:ea typeface="Open Sauce"/>
                <a:cs typeface="Open Sauce"/>
                <a:sym typeface="Open Sauce"/>
              </a:rPr>
              <a:t>Adaptive Learning Platforms</a:t>
            </a:r>
          </a:p>
        </p:txBody>
      </p:sp>
      <p:sp>
        <p:nvSpPr>
          <p:cNvPr name="TextBox 36" id="36"/>
          <p:cNvSpPr txBox="true"/>
          <p:nvPr/>
        </p:nvSpPr>
        <p:spPr>
          <a:xfrm rot="0">
            <a:off x="3954003" y="4120208"/>
            <a:ext cx="2060473" cy="1141723"/>
          </a:xfrm>
          <a:prstGeom prst="rect">
            <a:avLst/>
          </a:prstGeom>
        </p:spPr>
        <p:txBody>
          <a:bodyPr anchor="t" rtlCol="false" tIns="0" lIns="0" bIns="0" rIns="0">
            <a:spAutoFit/>
          </a:bodyPr>
          <a:lstStyle/>
          <a:p>
            <a:pPr algn="ctr" marL="0" indent="0" lvl="0">
              <a:lnSpc>
                <a:spcPts val="2336"/>
              </a:lnSpc>
              <a:spcBef>
                <a:spcPct val="0"/>
              </a:spcBef>
            </a:pPr>
            <a:r>
              <a:rPr lang="en-US" sz="1825">
                <a:solidFill>
                  <a:srgbClr val="343432"/>
                </a:solidFill>
                <a:latin typeface="Open Sauce"/>
                <a:ea typeface="Open Sauce"/>
                <a:cs typeface="Open Sauce"/>
                <a:sym typeface="Open Sauce"/>
              </a:rPr>
              <a:t>Tailoring content and pacing to individual student needs</a:t>
            </a:r>
          </a:p>
        </p:txBody>
      </p:sp>
      <p:sp>
        <p:nvSpPr>
          <p:cNvPr name="TextBox 37" id="37"/>
          <p:cNvSpPr txBox="true"/>
          <p:nvPr/>
        </p:nvSpPr>
        <p:spPr>
          <a:xfrm rot="0">
            <a:off x="6076147" y="8289817"/>
            <a:ext cx="2060473" cy="566352"/>
          </a:xfrm>
          <a:prstGeom prst="rect">
            <a:avLst/>
          </a:prstGeom>
        </p:spPr>
        <p:txBody>
          <a:bodyPr anchor="t" rtlCol="false" tIns="0" lIns="0" bIns="0" rIns="0">
            <a:spAutoFit/>
          </a:bodyPr>
          <a:lstStyle/>
          <a:p>
            <a:pPr algn="ctr" marL="0" indent="0" lvl="0">
              <a:lnSpc>
                <a:spcPts val="2336"/>
              </a:lnSpc>
              <a:spcBef>
                <a:spcPct val="0"/>
              </a:spcBef>
            </a:pPr>
            <a:r>
              <a:rPr lang="en-US" sz="1825">
                <a:solidFill>
                  <a:srgbClr val="343432"/>
                </a:solidFill>
                <a:latin typeface="Open Sauce"/>
                <a:ea typeface="Open Sauce"/>
                <a:cs typeface="Open Sauce"/>
                <a:sym typeface="Open Sauce"/>
              </a:rPr>
              <a:t>Intelligent Tutoring Systems</a:t>
            </a:r>
          </a:p>
        </p:txBody>
      </p:sp>
      <p:sp>
        <p:nvSpPr>
          <p:cNvPr name="TextBox 38" id="38"/>
          <p:cNvSpPr txBox="true"/>
          <p:nvPr/>
        </p:nvSpPr>
        <p:spPr>
          <a:xfrm rot="0">
            <a:off x="7777274" y="4264051"/>
            <a:ext cx="2641389" cy="854038"/>
          </a:xfrm>
          <a:prstGeom prst="rect">
            <a:avLst/>
          </a:prstGeom>
        </p:spPr>
        <p:txBody>
          <a:bodyPr anchor="t" rtlCol="false" tIns="0" lIns="0" bIns="0" rIns="0">
            <a:spAutoFit/>
          </a:bodyPr>
          <a:lstStyle/>
          <a:p>
            <a:pPr algn="ctr" marL="0" indent="0" lvl="0">
              <a:lnSpc>
                <a:spcPts val="2336"/>
              </a:lnSpc>
              <a:spcBef>
                <a:spcPct val="0"/>
              </a:spcBef>
            </a:pPr>
            <a:r>
              <a:rPr lang="en-US" sz="1825">
                <a:solidFill>
                  <a:srgbClr val="343432"/>
                </a:solidFill>
                <a:latin typeface="Open Sauce"/>
                <a:ea typeface="Open Sauce"/>
                <a:cs typeface="Open Sauce"/>
                <a:sym typeface="Open Sauce"/>
              </a:rPr>
              <a:t>Providing personalized guidance and feedback</a:t>
            </a:r>
          </a:p>
        </p:txBody>
      </p:sp>
      <p:sp>
        <p:nvSpPr>
          <p:cNvPr name="TextBox 39" id="39"/>
          <p:cNvSpPr txBox="true"/>
          <p:nvPr/>
        </p:nvSpPr>
        <p:spPr>
          <a:xfrm rot="0">
            <a:off x="10171711" y="8326677"/>
            <a:ext cx="2060473" cy="854038"/>
          </a:xfrm>
          <a:prstGeom prst="rect">
            <a:avLst/>
          </a:prstGeom>
        </p:spPr>
        <p:txBody>
          <a:bodyPr anchor="t" rtlCol="false" tIns="0" lIns="0" bIns="0" rIns="0">
            <a:spAutoFit/>
          </a:bodyPr>
          <a:lstStyle/>
          <a:p>
            <a:pPr algn="ctr" marL="0" indent="0" lvl="0">
              <a:lnSpc>
                <a:spcPts val="2336"/>
              </a:lnSpc>
              <a:spcBef>
                <a:spcPct val="0"/>
              </a:spcBef>
            </a:pPr>
            <a:r>
              <a:rPr lang="en-US" sz="1825">
                <a:solidFill>
                  <a:srgbClr val="343432"/>
                </a:solidFill>
                <a:latin typeface="Open Sauce"/>
                <a:ea typeface="Open Sauce"/>
                <a:cs typeface="Open Sauce"/>
                <a:sym typeface="Open Sauce"/>
              </a:rPr>
              <a:t>Virtual and Augmented Reality</a:t>
            </a:r>
          </a:p>
        </p:txBody>
      </p:sp>
      <p:sp>
        <p:nvSpPr>
          <p:cNvPr name="TextBox 40" id="40"/>
          <p:cNvSpPr txBox="true"/>
          <p:nvPr/>
        </p:nvSpPr>
        <p:spPr>
          <a:xfrm rot="0">
            <a:off x="12226211" y="3976366"/>
            <a:ext cx="2060473" cy="1429408"/>
          </a:xfrm>
          <a:prstGeom prst="rect">
            <a:avLst/>
          </a:prstGeom>
        </p:spPr>
        <p:txBody>
          <a:bodyPr anchor="t" rtlCol="false" tIns="0" lIns="0" bIns="0" rIns="0">
            <a:spAutoFit/>
          </a:bodyPr>
          <a:lstStyle/>
          <a:p>
            <a:pPr algn="ctr">
              <a:lnSpc>
                <a:spcPts val="2336"/>
              </a:lnSpc>
            </a:pPr>
            <a:r>
              <a:rPr lang="en-US" sz="1825">
                <a:solidFill>
                  <a:srgbClr val="343432"/>
                </a:solidFill>
                <a:latin typeface="Open Sauce"/>
                <a:ea typeface="Open Sauce"/>
                <a:cs typeface="Open Sauce"/>
                <a:sym typeface="Open Sauce"/>
              </a:rPr>
              <a:t>Creating immersive and engaging learning experiences.</a:t>
            </a:r>
          </a:p>
          <a:p>
            <a:pPr algn="ctr" marL="0" indent="0" lvl="0">
              <a:lnSpc>
                <a:spcPts val="2336"/>
              </a:lnSpc>
              <a:spcBef>
                <a:spcPct val="0"/>
              </a:spcBef>
            </a:pPr>
          </a:p>
        </p:txBody>
      </p:sp>
      <p:sp>
        <p:nvSpPr>
          <p:cNvPr name="TextBox 41" id="41"/>
          <p:cNvSpPr txBox="true"/>
          <p:nvPr/>
        </p:nvSpPr>
        <p:spPr>
          <a:xfrm rot="0">
            <a:off x="14319362" y="8291123"/>
            <a:ext cx="2060473" cy="278667"/>
          </a:xfrm>
          <a:prstGeom prst="rect">
            <a:avLst/>
          </a:prstGeom>
        </p:spPr>
        <p:txBody>
          <a:bodyPr anchor="t" rtlCol="false" tIns="0" lIns="0" bIns="0" rIns="0">
            <a:spAutoFit/>
          </a:bodyPr>
          <a:lstStyle/>
          <a:p>
            <a:pPr algn="ctr" marL="0" indent="0" lvl="0">
              <a:lnSpc>
                <a:spcPts val="2336"/>
              </a:lnSpc>
              <a:spcBef>
                <a:spcPct val="0"/>
              </a:spcBef>
            </a:pPr>
            <a:r>
              <a:rPr lang="en-US" sz="1825">
                <a:solidFill>
                  <a:srgbClr val="343432"/>
                </a:solidFill>
                <a:latin typeface="Open Sauce"/>
                <a:ea typeface="Open Sauce"/>
                <a:cs typeface="Open Sauce"/>
                <a:sym typeface="Open Sauce"/>
              </a:rPr>
              <a:t>Education 4.0</a:t>
            </a:r>
          </a:p>
        </p:txBody>
      </p:sp>
      <p:sp>
        <p:nvSpPr>
          <p:cNvPr name="Freeform 42" id="42"/>
          <p:cNvSpPr/>
          <p:nvPr/>
        </p:nvSpPr>
        <p:spPr>
          <a:xfrm flipH="false" flipV="false" rot="0">
            <a:off x="15349599" y="1182974"/>
            <a:ext cx="1573683" cy="1550766"/>
          </a:xfrm>
          <a:custGeom>
            <a:avLst/>
            <a:gdLst/>
            <a:ahLst/>
            <a:cxnLst/>
            <a:rect r="r" b="b" t="t" l="l"/>
            <a:pathLst>
              <a:path h="1550766" w="1573683">
                <a:moveTo>
                  <a:pt x="0" y="0"/>
                </a:moveTo>
                <a:lnTo>
                  <a:pt x="1573683" y="0"/>
                </a:lnTo>
                <a:lnTo>
                  <a:pt x="1573683" y="1550766"/>
                </a:lnTo>
                <a:lnTo>
                  <a:pt x="0" y="1550766"/>
                </a:lnTo>
                <a:lnTo>
                  <a:pt x="0" y="0"/>
                </a:lnTo>
                <a:close/>
              </a:path>
            </a:pathLst>
          </a:custGeom>
          <a:blipFill>
            <a:blip r:embed="rId2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sp>
        <p:nvSpPr>
          <p:cNvPr name="Freeform 2" id="2"/>
          <p:cNvSpPr/>
          <p:nvPr/>
        </p:nvSpPr>
        <p:spPr>
          <a:xfrm flipH="false" flipV="false" rot="0">
            <a:off x="9659420" y="8263127"/>
            <a:ext cx="2799147" cy="440074"/>
          </a:xfrm>
          <a:custGeom>
            <a:avLst/>
            <a:gdLst/>
            <a:ahLst/>
            <a:cxnLst/>
            <a:rect r="r" b="b" t="t" l="l"/>
            <a:pathLst>
              <a:path h="440074" w="2799147">
                <a:moveTo>
                  <a:pt x="0" y="0"/>
                </a:moveTo>
                <a:lnTo>
                  <a:pt x="2799147" y="0"/>
                </a:lnTo>
                <a:lnTo>
                  <a:pt x="2799147" y="440074"/>
                </a:lnTo>
                <a:lnTo>
                  <a:pt x="0" y="440074"/>
                </a:lnTo>
                <a:lnTo>
                  <a:pt x="0" y="0"/>
                </a:lnTo>
                <a:close/>
              </a:path>
            </a:pathLst>
          </a:custGeom>
          <a:blipFill>
            <a:blip r:embed="rId2"/>
            <a:stretch>
              <a:fillRect l="0" t="-25622" r="0" b="0"/>
            </a:stretch>
          </a:blipFill>
        </p:spPr>
      </p:sp>
      <p:grpSp>
        <p:nvGrpSpPr>
          <p:cNvPr name="Group 3" id="3"/>
          <p:cNvGrpSpPr/>
          <p:nvPr/>
        </p:nvGrpSpPr>
        <p:grpSpPr>
          <a:xfrm rot="0">
            <a:off x="9659420" y="5607622"/>
            <a:ext cx="2799147" cy="2799147"/>
            <a:chOff x="0" y="0"/>
            <a:chExt cx="6350000" cy="6350000"/>
          </a:xfrm>
        </p:grpSpPr>
        <p:sp>
          <p:nvSpPr>
            <p:cNvPr name="Freeform 4" id="4"/>
            <p:cNvSpPr/>
            <p:nvPr/>
          </p:nvSpPr>
          <p:spPr>
            <a:xfrm flipH="false" flipV="false" rot="0">
              <a:off x="0" y="0"/>
              <a:ext cx="6350000" cy="6351270"/>
            </a:xfrm>
            <a:custGeom>
              <a:avLst/>
              <a:gdLst/>
              <a:ahLst/>
              <a:cxnLst/>
              <a:rect r="r" b="b" t="t" l="l"/>
              <a:pathLst>
                <a:path h="6351270" w="635000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a:blip r:embed="rId3"/>
              <a:stretch>
                <a:fillRect l="-26831" t="0" r="-26831" b="0"/>
              </a:stretch>
            </a:blipFill>
          </p:spPr>
        </p:sp>
      </p:grpSp>
      <p:sp>
        <p:nvSpPr>
          <p:cNvPr name="Freeform 5" id="5"/>
          <p:cNvSpPr/>
          <p:nvPr/>
        </p:nvSpPr>
        <p:spPr>
          <a:xfrm flipH="false" flipV="false" rot="0">
            <a:off x="9659420" y="4799097"/>
            <a:ext cx="2799147" cy="440074"/>
          </a:xfrm>
          <a:custGeom>
            <a:avLst/>
            <a:gdLst/>
            <a:ahLst/>
            <a:cxnLst/>
            <a:rect r="r" b="b" t="t" l="l"/>
            <a:pathLst>
              <a:path h="440074" w="2799147">
                <a:moveTo>
                  <a:pt x="0" y="0"/>
                </a:moveTo>
                <a:lnTo>
                  <a:pt x="2799147" y="0"/>
                </a:lnTo>
                <a:lnTo>
                  <a:pt x="2799147" y="440074"/>
                </a:lnTo>
                <a:lnTo>
                  <a:pt x="0" y="440074"/>
                </a:lnTo>
                <a:lnTo>
                  <a:pt x="0" y="0"/>
                </a:lnTo>
                <a:close/>
              </a:path>
            </a:pathLst>
          </a:custGeom>
          <a:blipFill>
            <a:blip r:embed="rId2"/>
            <a:stretch>
              <a:fillRect l="0" t="-25622" r="0" b="0"/>
            </a:stretch>
          </a:blipFill>
        </p:spPr>
      </p:sp>
      <p:grpSp>
        <p:nvGrpSpPr>
          <p:cNvPr name="Group 6" id="6"/>
          <p:cNvGrpSpPr/>
          <p:nvPr/>
        </p:nvGrpSpPr>
        <p:grpSpPr>
          <a:xfrm rot="0">
            <a:off x="9659420" y="2143592"/>
            <a:ext cx="2799147" cy="2799147"/>
            <a:chOff x="0" y="0"/>
            <a:chExt cx="6350000" cy="6350000"/>
          </a:xfrm>
        </p:grpSpPr>
        <p:sp>
          <p:nvSpPr>
            <p:cNvPr name="Freeform 7" id="7"/>
            <p:cNvSpPr/>
            <p:nvPr/>
          </p:nvSpPr>
          <p:spPr>
            <a:xfrm flipH="false" flipV="false" rot="0">
              <a:off x="0" y="0"/>
              <a:ext cx="6350000" cy="6351270"/>
            </a:xfrm>
            <a:custGeom>
              <a:avLst/>
              <a:gdLst/>
              <a:ahLst/>
              <a:cxnLst/>
              <a:rect r="r" b="b" t="t" l="l"/>
              <a:pathLst>
                <a:path h="6351270" w="635000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a:blip r:embed="rId4"/>
              <a:stretch>
                <a:fillRect l="-16680" t="0" r="-16680" b="0"/>
              </a:stretch>
            </a:blipFill>
          </p:spPr>
        </p:sp>
      </p:grpSp>
      <p:sp>
        <p:nvSpPr>
          <p:cNvPr name="Freeform 8" id="8"/>
          <p:cNvSpPr/>
          <p:nvPr/>
        </p:nvSpPr>
        <p:spPr>
          <a:xfrm flipH="false" flipV="false" rot="0">
            <a:off x="2179183" y="6826068"/>
            <a:ext cx="6851587" cy="1077187"/>
          </a:xfrm>
          <a:custGeom>
            <a:avLst/>
            <a:gdLst/>
            <a:ahLst/>
            <a:cxnLst/>
            <a:rect r="r" b="b" t="t" l="l"/>
            <a:pathLst>
              <a:path h="1077187" w="6851587">
                <a:moveTo>
                  <a:pt x="0" y="0"/>
                </a:moveTo>
                <a:lnTo>
                  <a:pt x="6851587" y="0"/>
                </a:lnTo>
                <a:lnTo>
                  <a:pt x="6851587" y="1077187"/>
                </a:lnTo>
                <a:lnTo>
                  <a:pt x="0" y="1077187"/>
                </a:lnTo>
                <a:lnTo>
                  <a:pt x="0" y="0"/>
                </a:lnTo>
                <a:close/>
              </a:path>
            </a:pathLst>
          </a:custGeom>
          <a:blipFill>
            <a:blip r:embed="rId2"/>
            <a:stretch>
              <a:fillRect l="0" t="-25622" r="0" b="0"/>
            </a:stretch>
          </a:blipFill>
        </p:spPr>
      </p:sp>
      <p:grpSp>
        <p:nvGrpSpPr>
          <p:cNvPr name="Group 9" id="9"/>
          <p:cNvGrpSpPr/>
          <p:nvPr/>
        </p:nvGrpSpPr>
        <p:grpSpPr>
          <a:xfrm rot="0">
            <a:off x="2240447" y="3594570"/>
            <a:ext cx="6790323" cy="3819509"/>
            <a:chOff x="0" y="0"/>
            <a:chExt cx="11289030" cy="6350000"/>
          </a:xfrm>
        </p:grpSpPr>
        <p:sp>
          <p:nvSpPr>
            <p:cNvPr name="Freeform 10" id="10"/>
            <p:cNvSpPr/>
            <p:nvPr/>
          </p:nvSpPr>
          <p:spPr>
            <a:xfrm flipH="false" flipV="false" rot="0">
              <a:off x="0" y="0"/>
              <a:ext cx="11287760" cy="6350000"/>
            </a:xfrm>
            <a:custGeom>
              <a:avLst/>
              <a:gdLst/>
              <a:ahLst/>
              <a:cxnLst/>
              <a:rect r="r" b="b" t="t" l="l"/>
              <a:pathLst>
                <a:path h="6350000" w="11287760">
                  <a:moveTo>
                    <a:pt x="0" y="5824220"/>
                  </a:moveTo>
                  <a:lnTo>
                    <a:pt x="0" y="525780"/>
                  </a:lnTo>
                  <a:cubicBezTo>
                    <a:pt x="0" y="234950"/>
                    <a:pt x="234950" y="0"/>
                    <a:pt x="525780" y="0"/>
                  </a:cubicBezTo>
                  <a:lnTo>
                    <a:pt x="10761980" y="0"/>
                  </a:lnTo>
                  <a:cubicBezTo>
                    <a:pt x="11052810" y="0"/>
                    <a:pt x="11287760" y="234950"/>
                    <a:pt x="11287760" y="525780"/>
                  </a:cubicBezTo>
                  <a:lnTo>
                    <a:pt x="11287760" y="5822950"/>
                  </a:lnTo>
                  <a:cubicBezTo>
                    <a:pt x="11287760" y="6113780"/>
                    <a:pt x="11052810" y="6348730"/>
                    <a:pt x="10761980" y="6348730"/>
                  </a:cubicBezTo>
                  <a:lnTo>
                    <a:pt x="525780" y="6348730"/>
                  </a:lnTo>
                  <a:cubicBezTo>
                    <a:pt x="236220" y="6350000"/>
                    <a:pt x="0" y="6115050"/>
                    <a:pt x="0" y="5824220"/>
                  </a:cubicBezTo>
                  <a:close/>
                </a:path>
              </a:pathLst>
            </a:custGeom>
            <a:blipFill>
              <a:blip r:embed="rId5">
                <a:alphaModFix amt="74000"/>
              </a:blip>
              <a:stretch>
                <a:fillRect l="0" t="-16592" r="0" b="-16592"/>
              </a:stretch>
            </a:blipFill>
          </p:spPr>
        </p:sp>
      </p:grpSp>
      <p:sp>
        <p:nvSpPr>
          <p:cNvPr name="Freeform 11" id="11"/>
          <p:cNvSpPr/>
          <p:nvPr/>
        </p:nvSpPr>
        <p:spPr>
          <a:xfrm flipH="false" flipV="false" rot="0">
            <a:off x="12924060" y="9846926"/>
            <a:ext cx="2799147" cy="440074"/>
          </a:xfrm>
          <a:custGeom>
            <a:avLst/>
            <a:gdLst/>
            <a:ahLst/>
            <a:cxnLst/>
            <a:rect r="r" b="b" t="t" l="l"/>
            <a:pathLst>
              <a:path h="440074" w="2799147">
                <a:moveTo>
                  <a:pt x="0" y="0"/>
                </a:moveTo>
                <a:lnTo>
                  <a:pt x="2799146" y="0"/>
                </a:lnTo>
                <a:lnTo>
                  <a:pt x="2799146" y="440074"/>
                </a:lnTo>
                <a:lnTo>
                  <a:pt x="0" y="440074"/>
                </a:lnTo>
                <a:lnTo>
                  <a:pt x="0" y="0"/>
                </a:lnTo>
                <a:close/>
              </a:path>
            </a:pathLst>
          </a:custGeom>
          <a:blipFill>
            <a:blip r:embed="rId2"/>
            <a:stretch>
              <a:fillRect l="0" t="-25622" r="0" b="0"/>
            </a:stretch>
          </a:blipFill>
        </p:spPr>
      </p:sp>
      <p:grpSp>
        <p:nvGrpSpPr>
          <p:cNvPr name="Group 12" id="12"/>
          <p:cNvGrpSpPr/>
          <p:nvPr/>
        </p:nvGrpSpPr>
        <p:grpSpPr>
          <a:xfrm rot="0">
            <a:off x="12924060" y="7191421"/>
            <a:ext cx="2799147" cy="2799147"/>
            <a:chOff x="0" y="0"/>
            <a:chExt cx="6350000" cy="6350000"/>
          </a:xfrm>
        </p:grpSpPr>
        <p:sp>
          <p:nvSpPr>
            <p:cNvPr name="Freeform 13" id="13"/>
            <p:cNvSpPr/>
            <p:nvPr/>
          </p:nvSpPr>
          <p:spPr>
            <a:xfrm flipH="false" flipV="false" rot="0">
              <a:off x="0" y="0"/>
              <a:ext cx="6350000" cy="6351270"/>
            </a:xfrm>
            <a:custGeom>
              <a:avLst/>
              <a:gdLst/>
              <a:ahLst/>
              <a:cxnLst/>
              <a:rect r="r" b="b" t="t" l="l"/>
              <a:pathLst>
                <a:path h="6351270" w="635000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a:blip r:embed="rId6"/>
              <a:stretch>
                <a:fillRect l="0" t="-16653" r="0" b="-16653"/>
              </a:stretch>
            </a:blipFill>
          </p:spPr>
        </p:sp>
      </p:grpSp>
      <p:sp>
        <p:nvSpPr>
          <p:cNvPr name="Freeform 14" id="14"/>
          <p:cNvSpPr/>
          <p:nvPr/>
        </p:nvSpPr>
        <p:spPr>
          <a:xfrm flipH="false" flipV="false" rot="0">
            <a:off x="12924060" y="6382896"/>
            <a:ext cx="2799147" cy="440074"/>
          </a:xfrm>
          <a:custGeom>
            <a:avLst/>
            <a:gdLst/>
            <a:ahLst/>
            <a:cxnLst/>
            <a:rect r="r" b="b" t="t" l="l"/>
            <a:pathLst>
              <a:path h="440074" w="2799147">
                <a:moveTo>
                  <a:pt x="0" y="0"/>
                </a:moveTo>
                <a:lnTo>
                  <a:pt x="2799146" y="0"/>
                </a:lnTo>
                <a:lnTo>
                  <a:pt x="2799146" y="440074"/>
                </a:lnTo>
                <a:lnTo>
                  <a:pt x="0" y="440074"/>
                </a:lnTo>
                <a:lnTo>
                  <a:pt x="0" y="0"/>
                </a:lnTo>
                <a:close/>
              </a:path>
            </a:pathLst>
          </a:custGeom>
          <a:blipFill>
            <a:blip r:embed="rId2"/>
            <a:stretch>
              <a:fillRect l="0" t="-25622" r="0" b="0"/>
            </a:stretch>
          </a:blipFill>
        </p:spPr>
      </p:sp>
      <p:grpSp>
        <p:nvGrpSpPr>
          <p:cNvPr name="Group 15" id="15"/>
          <p:cNvGrpSpPr/>
          <p:nvPr/>
        </p:nvGrpSpPr>
        <p:grpSpPr>
          <a:xfrm rot="0">
            <a:off x="12924060" y="3727391"/>
            <a:ext cx="2799147" cy="2799147"/>
            <a:chOff x="0" y="0"/>
            <a:chExt cx="6350000" cy="6350000"/>
          </a:xfrm>
        </p:grpSpPr>
        <p:sp>
          <p:nvSpPr>
            <p:cNvPr name="Freeform 16" id="16"/>
            <p:cNvSpPr/>
            <p:nvPr/>
          </p:nvSpPr>
          <p:spPr>
            <a:xfrm flipH="false" flipV="false" rot="0">
              <a:off x="0" y="0"/>
              <a:ext cx="6350000" cy="6351270"/>
            </a:xfrm>
            <a:custGeom>
              <a:avLst/>
              <a:gdLst/>
              <a:ahLst/>
              <a:cxnLst/>
              <a:rect r="r" b="b" t="t" l="l"/>
              <a:pathLst>
                <a:path h="6351270" w="635000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a:blip r:embed="rId7"/>
              <a:stretch>
                <a:fillRect l="0" t="-16653" r="0" b="-16653"/>
              </a:stretch>
            </a:blipFill>
          </p:spPr>
        </p:sp>
      </p:grpSp>
      <p:sp>
        <p:nvSpPr>
          <p:cNvPr name="Freeform 17" id="17"/>
          <p:cNvSpPr/>
          <p:nvPr/>
        </p:nvSpPr>
        <p:spPr>
          <a:xfrm flipH="false" flipV="false" rot="0">
            <a:off x="12924060" y="2915843"/>
            <a:ext cx="2799147" cy="440074"/>
          </a:xfrm>
          <a:custGeom>
            <a:avLst/>
            <a:gdLst/>
            <a:ahLst/>
            <a:cxnLst/>
            <a:rect r="r" b="b" t="t" l="l"/>
            <a:pathLst>
              <a:path h="440074" w="2799147">
                <a:moveTo>
                  <a:pt x="0" y="0"/>
                </a:moveTo>
                <a:lnTo>
                  <a:pt x="2799146" y="0"/>
                </a:lnTo>
                <a:lnTo>
                  <a:pt x="2799146" y="440073"/>
                </a:lnTo>
                <a:lnTo>
                  <a:pt x="0" y="440073"/>
                </a:lnTo>
                <a:lnTo>
                  <a:pt x="0" y="0"/>
                </a:lnTo>
                <a:close/>
              </a:path>
            </a:pathLst>
          </a:custGeom>
          <a:blipFill>
            <a:blip r:embed="rId2"/>
            <a:stretch>
              <a:fillRect l="0" t="-25622" r="0" b="0"/>
            </a:stretch>
          </a:blipFill>
        </p:spPr>
      </p:sp>
      <p:grpSp>
        <p:nvGrpSpPr>
          <p:cNvPr name="Group 18" id="18"/>
          <p:cNvGrpSpPr/>
          <p:nvPr/>
        </p:nvGrpSpPr>
        <p:grpSpPr>
          <a:xfrm rot="0">
            <a:off x="12924060" y="260338"/>
            <a:ext cx="2799147" cy="2799147"/>
            <a:chOff x="0" y="0"/>
            <a:chExt cx="6350000" cy="6350000"/>
          </a:xfrm>
        </p:grpSpPr>
        <p:sp>
          <p:nvSpPr>
            <p:cNvPr name="Freeform 19" id="19"/>
            <p:cNvSpPr/>
            <p:nvPr/>
          </p:nvSpPr>
          <p:spPr>
            <a:xfrm flipH="false" flipV="false" rot="0">
              <a:off x="0" y="0"/>
              <a:ext cx="6350000" cy="6351270"/>
            </a:xfrm>
            <a:custGeom>
              <a:avLst/>
              <a:gdLst/>
              <a:ahLst/>
              <a:cxnLst/>
              <a:rect r="r" b="b" t="t" l="l"/>
              <a:pathLst>
                <a:path h="6351270" w="635000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a:blip r:embed="rId8"/>
              <a:stretch>
                <a:fillRect l="0" t="-16653" r="0" b="-16653"/>
              </a:stretch>
            </a:blipFill>
          </p:spPr>
        </p:sp>
      </p:grpSp>
      <p:sp>
        <p:nvSpPr>
          <p:cNvPr name="Freeform 20" id="20"/>
          <p:cNvSpPr/>
          <p:nvPr/>
        </p:nvSpPr>
        <p:spPr>
          <a:xfrm flipH="false" flipV="false" rot="0">
            <a:off x="16189931" y="7929174"/>
            <a:ext cx="2799147" cy="440074"/>
          </a:xfrm>
          <a:custGeom>
            <a:avLst/>
            <a:gdLst/>
            <a:ahLst/>
            <a:cxnLst/>
            <a:rect r="r" b="b" t="t" l="l"/>
            <a:pathLst>
              <a:path h="440074" w="2799147">
                <a:moveTo>
                  <a:pt x="0" y="0"/>
                </a:moveTo>
                <a:lnTo>
                  <a:pt x="2799147" y="0"/>
                </a:lnTo>
                <a:lnTo>
                  <a:pt x="2799147" y="440073"/>
                </a:lnTo>
                <a:lnTo>
                  <a:pt x="0" y="440073"/>
                </a:lnTo>
                <a:lnTo>
                  <a:pt x="0" y="0"/>
                </a:lnTo>
                <a:close/>
              </a:path>
            </a:pathLst>
          </a:custGeom>
          <a:blipFill>
            <a:blip r:embed="rId2"/>
            <a:stretch>
              <a:fillRect l="0" t="-25622" r="0" b="0"/>
            </a:stretch>
          </a:blipFill>
        </p:spPr>
      </p:sp>
      <p:grpSp>
        <p:nvGrpSpPr>
          <p:cNvPr name="Group 21" id="21"/>
          <p:cNvGrpSpPr/>
          <p:nvPr/>
        </p:nvGrpSpPr>
        <p:grpSpPr>
          <a:xfrm rot="0">
            <a:off x="16189931" y="5273669"/>
            <a:ext cx="2799147" cy="2799147"/>
            <a:chOff x="0" y="0"/>
            <a:chExt cx="6350000" cy="6350000"/>
          </a:xfrm>
        </p:grpSpPr>
        <p:sp>
          <p:nvSpPr>
            <p:cNvPr name="Freeform 22" id="22"/>
            <p:cNvSpPr/>
            <p:nvPr/>
          </p:nvSpPr>
          <p:spPr>
            <a:xfrm flipH="false" flipV="false" rot="0">
              <a:off x="0" y="0"/>
              <a:ext cx="6350000" cy="6351270"/>
            </a:xfrm>
            <a:custGeom>
              <a:avLst/>
              <a:gdLst/>
              <a:ahLst/>
              <a:cxnLst/>
              <a:rect r="r" b="b" t="t" l="l"/>
              <a:pathLst>
                <a:path h="6351270" w="635000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a:blip r:embed="rId9"/>
              <a:stretch>
                <a:fillRect l="-25357" t="0" r="-25357" b="0"/>
              </a:stretch>
            </a:blipFill>
          </p:spPr>
        </p:sp>
      </p:grpSp>
      <p:sp>
        <p:nvSpPr>
          <p:cNvPr name="Freeform 23" id="23"/>
          <p:cNvSpPr/>
          <p:nvPr/>
        </p:nvSpPr>
        <p:spPr>
          <a:xfrm flipH="false" flipV="false" rot="0">
            <a:off x="16189931" y="4465144"/>
            <a:ext cx="2799147" cy="440074"/>
          </a:xfrm>
          <a:custGeom>
            <a:avLst/>
            <a:gdLst/>
            <a:ahLst/>
            <a:cxnLst/>
            <a:rect r="r" b="b" t="t" l="l"/>
            <a:pathLst>
              <a:path h="440074" w="2799147">
                <a:moveTo>
                  <a:pt x="0" y="0"/>
                </a:moveTo>
                <a:lnTo>
                  <a:pt x="2799147" y="0"/>
                </a:lnTo>
                <a:lnTo>
                  <a:pt x="2799147" y="440073"/>
                </a:lnTo>
                <a:lnTo>
                  <a:pt x="0" y="440073"/>
                </a:lnTo>
                <a:lnTo>
                  <a:pt x="0" y="0"/>
                </a:lnTo>
                <a:close/>
              </a:path>
            </a:pathLst>
          </a:custGeom>
          <a:blipFill>
            <a:blip r:embed="rId2"/>
            <a:stretch>
              <a:fillRect l="0" t="-25622" r="0" b="0"/>
            </a:stretch>
          </a:blipFill>
        </p:spPr>
      </p:sp>
      <p:grpSp>
        <p:nvGrpSpPr>
          <p:cNvPr name="Group 24" id="24"/>
          <p:cNvGrpSpPr/>
          <p:nvPr/>
        </p:nvGrpSpPr>
        <p:grpSpPr>
          <a:xfrm rot="0">
            <a:off x="16189931" y="1809639"/>
            <a:ext cx="2799147" cy="2799147"/>
            <a:chOff x="0" y="0"/>
            <a:chExt cx="6350000" cy="6350000"/>
          </a:xfrm>
        </p:grpSpPr>
        <p:sp>
          <p:nvSpPr>
            <p:cNvPr name="Freeform 25" id="25"/>
            <p:cNvSpPr/>
            <p:nvPr/>
          </p:nvSpPr>
          <p:spPr>
            <a:xfrm flipH="false" flipV="false" rot="0">
              <a:off x="0" y="0"/>
              <a:ext cx="6350000" cy="6351270"/>
            </a:xfrm>
            <a:custGeom>
              <a:avLst/>
              <a:gdLst/>
              <a:ahLst/>
              <a:cxnLst/>
              <a:rect r="r" b="b" t="t" l="l"/>
              <a:pathLst>
                <a:path h="6351270" w="635000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a:blip r:embed="rId10"/>
              <a:stretch>
                <a:fillRect l="-31648" t="0" r="-31648" b="0"/>
              </a:stretch>
            </a:blipFill>
          </p:spPr>
        </p:sp>
      </p:grpSp>
      <p:sp>
        <p:nvSpPr>
          <p:cNvPr name="Freeform 26" id="26"/>
          <p:cNvSpPr/>
          <p:nvPr/>
        </p:nvSpPr>
        <p:spPr>
          <a:xfrm flipH="false" flipV="false" rot="0">
            <a:off x="16189931" y="998090"/>
            <a:ext cx="2799147" cy="440074"/>
          </a:xfrm>
          <a:custGeom>
            <a:avLst/>
            <a:gdLst/>
            <a:ahLst/>
            <a:cxnLst/>
            <a:rect r="r" b="b" t="t" l="l"/>
            <a:pathLst>
              <a:path h="440074" w="2799147">
                <a:moveTo>
                  <a:pt x="0" y="0"/>
                </a:moveTo>
                <a:lnTo>
                  <a:pt x="2799147" y="0"/>
                </a:lnTo>
                <a:lnTo>
                  <a:pt x="2799147" y="440074"/>
                </a:lnTo>
                <a:lnTo>
                  <a:pt x="0" y="440074"/>
                </a:lnTo>
                <a:lnTo>
                  <a:pt x="0" y="0"/>
                </a:lnTo>
                <a:close/>
              </a:path>
            </a:pathLst>
          </a:custGeom>
          <a:blipFill>
            <a:blip r:embed="rId2"/>
            <a:stretch>
              <a:fillRect l="0" t="-25622" r="0" b="0"/>
            </a:stretch>
          </a:blipFill>
        </p:spPr>
      </p:sp>
      <p:grpSp>
        <p:nvGrpSpPr>
          <p:cNvPr name="Group 27" id="27"/>
          <p:cNvGrpSpPr/>
          <p:nvPr/>
        </p:nvGrpSpPr>
        <p:grpSpPr>
          <a:xfrm rot="0">
            <a:off x="16189931" y="-1657415"/>
            <a:ext cx="2799147" cy="2799147"/>
            <a:chOff x="0" y="0"/>
            <a:chExt cx="6350000" cy="6350000"/>
          </a:xfrm>
        </p:grpSpPr>
        <p:sp>
          <p:nvSpPr>
            <p:cNvPr name="Freeform 28" id="28"/>
            <p:cNvSpPr/>
            <p:nvPr/>
          </p:nvSpPr>
          <p:spPr>
            <a:xfrm flipH="false" flipV="false" rot="0">
              <a:off x="0" y="0"/>
              <a:ext cx="6350000" cy="6351270"/>
            </a:xfrm>
            <a:custGeom>
              <a:avLst/>
              <a:gdLst/>
              <a:ahLst/>
              <a:cxnLst/>
              <a:rect r="r" b="b" t="t" l="l"/>
              <a:pathLst>
                <a:path h="6351270" w="635000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a:blip r:embed="rId11"/>
              <a:stretch>
                <a:fillRect l="-30016" t="0" r="-30016" b="0"/>
              </a:stretch>
            </a:blipFill>
          </p:spPr>
        </p:sp>
      </p:grpSp>
      <p:grpSp>
        <p:nvGrpSpPr>
          <p:cNvPr name="Group 29" id="29"/>
          <p:cNvGrpSpPr/>
          <p:nvPr/>
        </p:nvGrpSpPr>
        <p:grpSpPr>
          <a:xfrm rot="0">
            <a:off x="16189931" y="8703201"/>
            <a:ext cx="2799147" cy="2799147"/>
            <a:chOff x="0" y="0"/>
            <a:chExt cx="6350000" cy="6350000"/>
          </a:xfrm>
        </p:grpSpPr>
        <p:sp>
          <p:nvSpPr>
            <p:cNvPr name="Freeform 30" id="30"/>
            <p:cNvSpPr/>
            <p:nvPr/>
          </p:nvSpPr>
          <p:spPr>
            <a:xfrm flipH="false" flipV="false" rot="0">
              <a:off x="0" y="0"/>
              <a:ext cx="6350000" cy="6351270"/>
            </a:xfrm>
            <a:custGeom>
              <a:avLst/>
              <a:gdLst/>
              <a:ahLst/>
              <a:cxnLst/>
              <a:rect r="r" b="b" t="t" l="l"/>
              <a:pathLst>
                <a:path h="6351270" w="635000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a:blip r:embed="rId12"/>
              <a:stretch>
                <a:fillRect l="0" t="-25078" r="0" b="-25078"/>
              </a:stretch>
            </a:blipFill>
          </p:spPr>
        </p:sp>
      </p:grpSp>
      <p:sp>
        <p:nvSpPr>
          <p:cNvPr name="Freeform 31" id="31"/>
          <p:cNvSpPr/>
          <p:nvPr/>
        </p:nvSpPr>
        <p:spPr>
          <a:xfrm flipH="false" flipV="false" rot="0">
            <a:off x="700473" y="500209"/>
            <a:ext cx="1667670" cy="1643383"/>
          </a:xfrm>
          <a:custGeom>
            <a:avLst/>
            <a:gdLst/>
            <a:ahLst/>
            <a:cxnLst/>
            <a:rect r="r" b="b" t="t" l="l"/>
            <a:pathLst>
              <a:path h="1643383" w="1667670">
                <a:moveTo>
                  <a:pt x="0" y="0"/>
                </a:moveTo>
                <a:lnTo>
                  <a:pt x="1667670" y="0"/>
                </a:lnTo>
                <a:lnTo>
                  <a:pt x="1667670" y="1643383"/>
                </a:lnTo>
                <a:lnTo>
                  <a:pt x="0" y="1643383"/>
                </a:lnTo>
                <a:lnTo>
                  <a:pt x="0" y="0"/>
                </a:lnTo>
                <a:close/>
              </a:path>
            </a:pathLst>
          </a:custGeom>
          <a:blipFill>
            <a:blip r:embed="rId13">
              <a:alphaModFix amt="68000"/>
            </a:blip>
            <a:stretch>
              <a:fillRect l="0" t="0" r="0" b="0"/>
            </a:stretch>
          </a:blipFill>
        </p:spPr>
      </p:sp>
      <p:sp>
        <p:nvSpPr>
          <p:cNvPr name="Freeform 32" id="32"/>
          <p:cNvSpPr/>
          <p:nvPr/>
        </p:nvSpPr>
        <p:spPr>
          <a:xfrm flipH="false" flipV="false" rot="0">
            <a:off x="-1777486" y="8703201"/>
            <a:ext cx="13524158" cy="2542542"/>
          </a:xfrm>
          <a:custGeom>
            <a:avLst/>
            <a:gdLst/>
            <a:ahLst/>
            <a:cxnLst/>
            <a:rect r="r" b="b" t="t" l="l"/>
            <a:pathLst>
              <a:path h="2542542" w="13524158">
                <a:moveTo>
                  <a:pt x="0" y="0"/>
                </a:moveTo>
                <a:lnTo>
                  <a:pt x="13524159" y="0"/>
                </a:lnTo>
                <a:lnTo>
                  <a:pt x="13524159" y="2542542"/>
                </a:lnTo>
                <a:lnTo>
                  <a:pt x="0" y="2542542"/>
                </a:lnTo>
                <a:lnTo>
                  <a:pt x="0" y="0"/>
                </a:lnTo>
                <a:close/>
              </a:path>
            </a:pathLst>
          </a:custGeom>
          <a:blipFill>
            <a:blip r:embed="rId14"/>
            <a:stretch>
              <a:fillRect l="0" t="0" r="0" b="0"/>
            </a:stretch>
          </a:blipFill>
        </p:spPr>
      </p:sp>
      <p:sp>
        <p:nvSpPr>
          <p:cNvPr name="TextBox 33" id="33"/>
          <p:cNvSpPr txBox="true"/>
          <p:nvPr/>
        </p:nvSpPr>
        <p:spPr>
          <a:xfrm rot="0">
            <a:off x="2490393" y="4005937"/>
            <a:ext cx="6229167" cy="2892000"/>
          </a:xfrm>
          <a:prstGeom prst="rect">
            <a:avLst/>
          </a:prstGeom>
        </p:spPr>
        <p:txBody>
          <a:bodyPr anchor="t" rtlCol="false" tIns="0" lIns="0" bIns="0" rIns="0">
            <a:spAutoFit/>
          </a:bodyPr>
          <a:lstStyle/>
          <a:p>
            <a:pPr algn="ctr" marL="0" indent="0" lvl="0">
              <a:lnSpc>
                <a:spcPts val="7692"/>
              </a:lnSpc>
              <a:spcBef>
                <a:spcPct val="0"/>
              </a:spcBef>
            </a:pPr>
            <a:r>
              <a:rPr lang="en-US" sz="5574">
                <a:solidFill>
                  <a:srgbClr val="FFFFFF"/>
                </a:solidFill>
                <a:latin typeface="Archivo Black"/>
                <a:ea typeface="Archivo Black"/>
                <a:cs typeface="Archivo Black"/>
                <a:sym typeface="Archivo Black"/>
              </a:rPr>
              <a:t>COMMUNITY IMPACT OF EDUCATION 4.0</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6D8FB"/>
        </a:solidFill>
      </p:bgPr>
    </p:bg>
    <p:spTree>
      <p:nvGrpSpPr>
        <p:cNvPr id="1" name=""/>
        <p:cNvGrpSpPr/>
        <p:nvPr/>
      </p:nvGrpSpPr>
      <p:grpSpPr>
        <a:xfrm>
          <a:off x="0" y="0"/>
          <a:ext cx="0" cy="0"/>
          <a:chOff x="0" y="0"/>
          <a:chExt cx="0" cy="0"/>
        </a:xfrm>
      </p:grpSpPr>
      <p:grpSp>
        <p:nvGrpSpPr>
          <p:cNvPr name="Group 2" id="2"/>
          <p:cNvGrpSpPr/>
          <p:nvPr/>
        </p:nvGrpSpPr>
        <p:grpSpPr>
          <a:xfrm rot="0">
            <a:off x="1217684" y="0"/>
            <a:ext cx="10560072" cy="10977434"/>
            <a:chOff x="0" y="0"/>
            <a:chExt cx="6108573" cy="6350000"/>
          </a:xfrm>
        </p:grpSpPr>
        <p:sp>
          <p:nvSpPr>
            <p:cNvPr name="Freeform 3" id="3"/>
            <p:cNvSpPr/>
            <p:nvPr/>
          </p:nvSpPr>
          <p:spPr>
            <a:xfrm flipH="false" flipV="false" rot="0">
              <a:off x="0" y="0"/>
              <a:ext cx="6108573" cy="6350000"/>
            </a:xfrm>
            <a:custGeom>
              <a:avLst/>
              <a:gdLst/>
              <a:ahLst/>
              <a:cxnLst/>
              <a:rect r="r" b="b" t="t" l="l"/>
              <a:pathLst>
                <a:path h="6350000" w="6108573">
                  <a:moveTo>
                    <a:pt x="6108573" y="0"/>
                  </a:moveTo>
                  <a:lnTo>
                    <a:pt x="6108573" y="3295396"/>
                  </a:lnTo>
                  <a:cubicBezTo>
                    <a:pt x="6108573" y="4982464"/>
                    <a:pt x="4741164" y="6350000"/>
                    <a:pt x="3054350" y="6350000"/>
                  </a:cubicBezTo>
                  <a:cubicBezTo>
                    <a:pt x="1367536" y="6350000"/>
                    <a:pt x="0" y="4982464"/>
                    <a:pt x="0" y="3295523"/>
                  </a:cubicBezTo>
                  <a:lnTo>
                    <a:pt x="0" y="0"/>
                  </a:lnTo>
                  <a:lnTo>
                    <a:pt x="6108573" y="0"/>
                  </a:lnTo>
                  <a:close/>
                </a:path>
              </a:pathLst>
            </a:custGeom>
            <a:blipFill>
              <a:blip r:embed="rId2"/>
              <a:stretch>
                <a:fillRect l="-19301" t="0" r="-19301" b="0"/>
              </a:stretch>
            </a:blipFill>
          </p:spPr>
        </p:sp>
      </p:grpSp>
      <p:grpSp>
        <p:nvGrpSpPr>
          <p:cNvPr name="Group 4" id="4"/>
          <p:cNvGrpSpPr/>
          <p:nvPr/>
        </p:nvGrpSpPr>
        <p:grpSpPr>
          <a:xfrm rot="0">
            <a:off x="-1543050" y="-54747"/>
            <a:ext cx="2760734" cy="10341747"/>
            <a:chOff x="0" y="0"/>
            <a:chExt cx="727107" cy="2723752"/>
          </a:xfrm>
        </p:grpSpPr>
        <p:sp>
          <p:nvSpPr>
            <p:cNvPr name="Freeform 5" id="5"/>
            <p:cNvSpPr/>
            <p:nvPr/>
          </p:nvSpPr>
          <p:spPr>
            <a:xfrm flipH="false" flipV="false" rot="0">
              <a:off x="0" y="0"/>
              <a:ext cx="727107" cy="2723752"/>
            </a:xfrm>
            <a:custGeom>
              <a:avLst/>
              <a:gdLst/>
              <a:ahLst/>
              <a:cxnLst/>
              <a:rect r="r" b="b" t="t" l="l"/>
              <a:pathLst>
                <a:path h="2723752" w="727107">
                  <a:moveTo>
                    <a:pt x="0" y="0"/>
                  </a:moveTo>
                  <a:lnTo>
                    <a:pt x="727107" y="0"/>
                  </a:lnTo>
                  <a:lnTo>
                    <a:pt x="727107" y="2723752"/>
                  </a:lnTo>
                  <a:lnTo>
                    <a:pt x="0" y="2723752"/>
                  </a:lnTo>
                  <a:close/>
                </a:path>
              </a:pathLst>
            </a:custGeom>
            <a:solidFill>
              <a:srgbClr val="145DA0"/>
            </a:solidFill>
          </p:spPr>
        </p:sp>
        <p:sp>
          <p:nvSpPr>
            <p:cNvPr name="TextBox 6" id="6"/>
            <p:cNvSpPr txBox="true"/>
            <p:nvPr/>
          </p:nvSpPr>
          <p:spPr>
            <a:xfrm>
              <a:off x="0" y="-38100"/>
              <a:ext cx="727107" cy="2761852"/>
            </a:xfrm>
            <a:prstGeom prst="rect">
              <a:avLst/>
            </a:prstGeom>
          </p:spPr>
          <p:txBody>
            <a:bodyPr anchor="ctr" rtlCol="false" tIns="50800" lIns="50800" bIns="50800" rIns="50800"/>
            <a:lstStyle/>
            <a:p>
              <a:pPr algn="ctr">
                <a:lnSpc>
                  <a:spcPts val="2605"/>
                </a:lnSpc>
              </a:pPr>
            </a:p>
          </p:txBody>
        </p:sp>
      </p:grpSp>
      <p:sp>
        <p:nvSpPr>
          <p:cNvPr name="Freeform 7" id="7"/>
          <p:cNvSpPr/>
          <p:nvPr/>
        </p:nvSpPr>
        <p:spPr>
          <a:xfrm flipH="false" flipV="false" rot="0">
            <a:off x="16472458" y="8241783"/>
            <a:ext cx="1573683" cy="1550766"/>
          </a:xfrm>
          <a:custGeom>
            <a:avLst/>
            <a:gdLst/>
            <a:ahLst/>
            <a:cxnLst/>
            <a:rect r="r" b="b" t="t" l="l"/>
            <a:pathLst>
              <a:path h="1550766" w="1573683">
                <a:moveTo>
                  <a:pt x="0" y="0"/>
                </a:moveTo>
                <a:lnTo>
                  <a:pt x="1573684" y="0"/>
                </a:lnTo>
                <a:lnTo>
                  <a:pt x="1573684" y="1550766"/>
                </a:lnTo>
                <a:lnTo>
                  <a:pt x="0" y="1550766"/>
                </a:lnTo>
                <a:lnTo>
                  <a:pt x="0" y="0"/>
                </a:lnTo>
                <a:close/>
              </a:path>
            </a:pathLst>
          </a:custGeom>
          <a:blipFill>
            <a:blip r:embed="rId3"/>
            <a:stretch>
              <a:fillRect l="0" t="0" r="0" b="0"/>
            </a:stretch>
          </a:blipFill>
        </p:spPr>
      </p:sp>
      <p:sp>
        <p:nvSpPr>
          <p:cNvPr name="TextBox 8" id="8"/>
          <p:cNvSpPr txBox="true"/>
          <p:nvPr/>
        </p:nvSpPr>
        <p:spPr>
          <a:xfrm rot="0">
            <a:off x="12167809" y="3319711"/>
            <a:ext cx="5816776" cy="3583305"/>
          </a:xfrm>
          <a:prstGeom prst="rect">
            <a:avLst/>
          </a:prstGeom>
        </p:spPr>
        <p:txBody>
          <a:bodyPr anchor="t" rtlCol="false" tIns="0" lIns="0" bIns="0" rIns="0">
            <a:spAutoFit/>
          </a:bodyPr>
          <a:lstStyle/>
          <a:p>
            <a:pPr algn="ctr" marL="0" indent="0" lvl="0">
              <a:lnSpc>
                <a:spcPts val="7044"/>
              </a:lnSpc>
              <a:spcBef>
                <a:spcPct val="0"/>
              </a:spcBef>
            </a:pPr>
            <a:r>
              <a:rPr lang="en-US" b="true" sz="5870">
                <a:solidFill>
                  <a:srgbClr val="FFFFFF"/>
                </a:solidFill>
                <a:latin typeface="Now Bold"/>
                <a:ea typeface="Now Bold"/>
                <a:cs typeface="Now Bold"/>
                <a:sym typeface="Now Bold"/>
              </a:rPr>
              <a:t>INVOLVING STUDENTS IN SIMULATION DEVELOPMENT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A7B4D1"/>
        </a:solidFill>
      </p:bgPr>
    </p:bg>
    <p:spTree>
      <p:nvGrpSpPr>
        <p:cNvPr id="1" name=""/>
        <p:cNvGrpSpPr/>
        <p:nvPr/>
      </p:nvGrpSpPr>
      <p:grpSpPr>
        <a:xfrm>
          <a:off x="0" y="0"/>
          <a:ext cx="0" cy="0"/>
          <a:chOff x="0" y="0"/>
          <a:chExt cx="0" cy="0"/>
        </a:xfrm>
      </p:grpSpPr>
      <p:sp>
        <p:nvSpPr>
          <p:cNvPr name="Freeform 2" id="2"/>
          <p:cNvSpPr/>
          <p:nvPr/>
        </p:nvSpPr>
        <p:spPr>
          <a:xfrm flipH="false" flipV="false" rot="0">
            <a:off x="16683520" y="1590911"/>
            <a:ext cx="2651835" cy="2651835"/>
          </a:xfrm>
          <a:custGeom>
            <a:avLst/>
            <a:gdLst/>
            <a:ahLst/>
            <a:cxnLst/>
            <a:rect r="r" b="b" t="t" l="l"/>
            <a:pathLst>
              <a:path h="2651835" w="2651835">
                <a:moveTo>
                  <a:pt x="0" y="0"/>
                </a:moveTo>
                <a:lnTo>
                  <a:pt x="2651835" y="0"/>
                </a:lnTo>
                <a:lnTo>
                  <a:pt x="2651835" y="2651835"/>
                </a:lnTo>
                <a:lnTo>
                  <a:pt x="0" y="2651835"/>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637321" y="2636321"/>
            <a:ext cx="7650679" cy="7650679"/>
            <a:chOff x="0" y="0"/>
            <a:chExt cx="3331210" cy="3331210"/>
          </a:xfrm>
        </p:grpSpPr>
        <p:sp>
          <p:nvSpPr>
            <p:cNvPr name="Freeform 4" id="4"/>
            <p:cNvSpPr/>
            <p:nvPr/>
          </p:nvSpPr>
          <p:spPr>
            <a:xfrm flipH="false" flipV="false" rot="0">
              <a:off x="0" y="0"/>
              <a:ext cx="3331210" cy="3331210"/>
            </a:xfrm>
            <a:custGeom>
              <a:avLst/>
              <a:gdLst/>
              <a:ahLst/>
              <a:cxnLst/>
              <a:rect r="r" b="b" t="t" l="l"/>
              <a:pathLst>
                <a:path h="3331210" w="3331210">
                  <a:moveTo>
                    <a:pt x="3331210" y="3331210"/>
                  </a:moveTo>
                  <a:lnTo>
                    <a:pt x="0" y="3331210"/>
                  </a:lnTo>
                  <a:cubicBezTo>
                    <a:pt x="0" y="1490980"/>
                    <a:pt x="1490980" y="0"/>
                    <a:pt x="3331210" y="0"/>
                  </a:cubicBezTo>
                  <a:lnTo>
                    <a:pt x="3331210" y="3331210"/>
                  </a:lnTo>
                  <a:close/>
                </a:path>
              </a:pathLst>
            </a:custGeom>
            <a:blipFill>
              <a:blip r:embed="rId4"/>
              <a:stretch>
                <a:fillRect l="0" t="-55768" r="-21167" b="-5788"/>
              </a:stretch>
            </a:blipFill>
          </p:spPr>
        </p:sp>
      </p:grpSp>
      <p:sp>
        <p:nvSpPr>
          <p:cNvPr name="Freeform 5" id="5"/>
          <p:cNvSpPr/>
          <p:nvPr/>
        </p:nvSpPr>
        <p:spPr>
          <a:xfrm flipH="false" flipV="false" rot="0">
            <a:off x="2255514" y="7632127"/>
            <a:ext cx="682497" cy="682497"/>
          </a:xfrm>
          <a:custGeom>
            <a:avLst/>
            <a:gdLst/>
            <a:ahLst/>
            <a:cxnLst/>
            <a:rect r="r" b="b" t="t" l="l"/>
            <a:pathLst>
              <a:path h="682497" w="682497">
                <a:moveTo>
                  <a:pt x="0" y="0"/>
                </a:moveTo>
                <a:lnTo>
                  <a:pt x="682497" y="0"/>
                </a:lnTo>
                <a:lnTo>
                  <a:pt x="682497" y="682497"/>
                </a:lnTo>
                <a:lnTo>
                  <a:pt x="0" y="6824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789475" y="-570381"/>
            <a:ext cx="2651835" cy="2651835"/>
          </a:xfrm>
          <a:custGeom>
            <a:avLst/>
            <a:gdLst/>
            <a:ahLst/>
            <a:cxnLst/>
            <a:rect r="r" b="b" t="t" l="l"/>
            <a:pathLst>
              <a:path h="2651835" w="2651835">
                <a:moveTo>
                  <a:pt x="0" y="0"/>
                </a:moveTo>
                <a:lnTo>
                  <a:pt x="2651836" y="0"/>
                </a:lnTo>
                <a:lnTo>
                  <a:pt x="2651836" y="2651835"/>
                </a:lnTo>
                <a:lnTo>
                  <a:pt x="0" y="2651835"/>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76458" y="8165106"/>
            <a:ext cx="1987695" cy="1958748"/>
          </a:xfrm>
          <a:custGeom>
            <a:avLst/>
            <a:gdLst/>
            <a:ahLst/>
            <a:cxnLst/>
            <a:rect r="r" b="b" t="t" l="l"/>
            <a:pathLst>
              <a:path h="1958748" w="1987695">
                <a:moveTo>
                  <a:pt x="0" y="0"/>
                </a:moveTo>
                <a:lnTo>
                  <a:pt x="1987695" y="0"/>
                </a:lnTo>
                <a:lnTo>
                  <a:pt x="1987695" y="1958748"/>
                </a:lnTo>
                <a:lnTo>
                  <a:pt x="0" y="1958748"/>
                </a:lnTo>
                <a:lnTo>
                  <a:pt x="0" y="0"/>
                </a:lnTo>
                <a:close/>
              </a:path>
            </a:pathLst>
          </a:custGeom>
          <a:blipFill>
            <a:blip r:embed="rId7"/>
            <a:stretch>
              <a:fillRect l="0" t="0" r="0" b="0"/>
            </a:stretch>
          </a:blipFill>
        </p:spPr>
      </p:sp>
      <p:sp>
        <p:nvSpPr>
          <p:cNvPr name="TextBox 8" id="8"/>
          <p:cNvSpPr txBox="true"/>
          <p:nvPr/>
        </p:nvSpPr>
        <p:spPr>
          <a:xfrm rot="0">
            <a:off x="2255514" y="5730689"/>
            <a:ext cx="9364819" cy="617560"/>
          </a:xfrm>
          <a:prstGeom prst="rect">
            <a:avLst/>
          </a:prstGeom>
        </p:spPr>
        <p:txBody>
          <a:bodyPr anchor="t" rtlCol="false" tIns="0" lIns="0" bIns="0" rIns="0">
            <a:spAutoFit/>
          </a:bodyPr>
          <a:lstStyle/>
          <a:p>
            <a:pPr algn="l" marL="0" indent="0" lvl="0">
              <a:lnSpc>
                <a:spcPts val="5099"/>
              </a:lnSpc>
              <a:spcBef>
                <a:spcPct val="0"/>
              </a:spcBef>
            </a:pPr>
            <a:r>
              <a:rPr lang="en-US" b="true" sz="3695">
                <a:solidFill>
                  <a:srgbClr val="4BD1FB"/>
                </a:solidFill>
                <a:latin typeface="DM Sans Bold"/>
                <a:ea typeface="DM Sans Bold"/>
                <a:cs typeface="DM Sans Bold"/>
                <a:sym typeface="DM Sans Bold"/>
              </a:rPr>
              <a:t>Connect with us.</a:t>
            </a:r>
          </a:p>
        </p:txBody>
      </p:sp>
      <p:sp>
        <p:nvSpPr>
          <p:cNvPr name="TextBox 9" id="9"/>
          <p:cNvSpPr txBox="true"/>
          <p:nvPr/>
        </p:nvSpPr>
        <p:spPr>
          <a:xfrm rot="0">
            <a:off x="2255514" y="2764429"/>
            <a:ext cx="10434893" cy="2632885"/>
          </a:xfrm>
          <a:prstGeom prst="rect">
            <a:avLst/>
          </a:prstGeom>
        </p:spPr>
        <p:txBody>
          <a:bodyPr anchor="t" rtlCol="false" tIns="0" lIns="0" bIns="0" rIns="0">
            <a:spAutoFit/>
          </a:bodyPr>
          <a:lstStyle/>
          <a:p>
            <a:pPr algn="l" marL="0" indent="0" lvl="0">
              <a:lnSpc>
                <a:spcPts val="10543"/>
              </a:lnSpc>
            </a:pPr>
            <a:r>
              <a:rPr lang="en-US" b="true" sz="7530" spc="459">
                <a:solidFill>
                  <a:srgbClr val="FFFFFF"/>
                </a:solidFill>
                <a:latin typeface="Now Bold"/>
                <a:ea typeface="Now Bold"/>
                <a:cs typeface="Now Bold"/>
                <a:sym typeface="Now Bold"/>
              </a:rPr>
              <a:t>Thank's For Listerning </a:t>
            </a:r>
          </a:p>
        </p:txBody>
      </p:sp>
      <p:sp>
        <p:nvSpPr>
          <p:cNvPr name="TextBox 10" id="10"/>
          <p:cNvSpPr txBox="true"/>
          <p:nvPr/>
        </p:nvSpPr>
        <p:spPr>
          <a:xfrm rot="0">
            <a:off x="3101701" y="7755632"/>
            <a:ext cx="6515464" cy="435488"/>
          </a:xfrm>
          <a:prstGeom prst="rect">
            <a:avLst/>
          </a:prstGeom>
        </p:spPr>
        <p:txBody>
          <a:bodyPr anchor="t" rtlCol="false" tIns="0" lIns="0" bIns="0" rIns="0">
            <a:spAutoFit/>
          </a:bodyPr>
          <a:lstStyle/>
          <a:p>
            <a:pPr algn="l" marL="0" indent="0" lvl="0">
              <a:lnSpc>
                <a:spcPts val="3449"/>
              </a:lnSpc>
              <a:spcBef>
                <a:spcPct val="0"/>
              </a:spcBef>
            </a:pPr>
            <a:r>
              <a:rPr lang="en-US" sz="2874" spc="143">
                <a:solidFill>
                  <a:srgbClr val="FFFBFB"/>
                </a:solidFill>
                <a:latin typeface="DM Sans"/>
                <a:ea typeface="DM Sans"/>
                <a:cs typeface="DM Sans"/>
                <a:sym typeface="DM Sans"/>
              </a:rPr>
              <a:t>https://edutec4.mydurable.com/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DAGQEhLqz4s</dc:identifier>
  <dcterms:modified xsi:type="dcterms:W3CDTF">2011-08-01T06:04:30Z</dcterms:modified>
  <cp:revision>1</cp:revision>
  <dc:title>Education 4.0: Building Resilient Learners in the Digital Age</dc:title>
</cp:coreProperties>
</file>
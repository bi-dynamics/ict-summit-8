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IBM Plex Sans"/>
      <p:regular r:id="rId32"/>
      <p:bold r:id="rId33"/>
      <p:italic r:id="rId34"/>
      <p:boldItalic r:id="rId35"/>
    </p:embeddedFont>
    <p:embeddedFont>
      <p:font typeface="Raleway"/>
      <p:regular r:id="rId36"/>
      <p:bold r:id="rId37"/>
      <p:italic r:id="rId38"/>
      <p:boldItalic r:id="rId39"/>
    </p:embeddedFont>
    <p:embeddedFont>
      <p:font typeface="Constantia"/>
      <p:regular r:id="rId40"/>
      <p:bold r:id="rId41"/>
      <p:italic r:id="rId42"/>
      <p:boldItalic r:id="rId43"/>
    </p:embeddedFont>
    <p:embeddedFont>
      <p:font typeface="Inter"/>
      <p:regular r:id="rId44"/>
      <p:bold r:id="rId45"/>
      <p:italic r:id="rId46"/>
      <p:boldItalic r:id="rId47"/>
    </p:embeddedFont>
    <p:embeddedFont>
      <p:font typeface="Corbel"/>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52" roundtripDataSignature="AMtx7mhzhoJZ/BZfPeGuar9aOy0j0Dvb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nstantia-regular.fntdata"/><Relationship Id="rId42" Type="http://schemas.openxmlformats.org/officeDocument/2006/relationships/font" Target="fonts/Constantia-italic.fntdata"/><Relationship Id="rId41" Type="http://schemas.openxmlformats.org/officeDocument/2006/relationships/font" Target="fonts/Constantia-bold.fntdata"/><Relationship Id="rId44" Type="http://schemas.openxmlformats.org/officeDocument/2006/relationships/font" Target="fonts/Inter-regular.fntdata"/><Relationship Id="rId43" Type="http://schemas.openxmlformats.org/officeDocument/2006/relationships/font" Target="fonts/Constantia-boldItalic.fntdata"/><Relationship Id="rId46" Type="http://schemas.openxmlformats.org/officeDocument/2006/relationships/font" Target="fonts/Inter-italic.fntdata"/><Relationship Id="rId45"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orbel-regular.fntdata"/><Relationship Id="rId47" Type="http://schemas.openxmlformats.org/officeDocument/2006/relationships/font" Target="fonts/Inter-boldItalic.fntdata"/><Relationship Id="rId49" Type="http://schemas.openxmlformats.org/officeDocument/2006/relationships/font" Target="fonts/Corbel-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IBMPlexSans-bold.fntdata"/><Relationship Id="rId32" Type="http://schemas.openxmlformats.org/officeDocument/2006/relationships/font" Target="fonts/IBMPlexSans-regular.fntdata"/><Relationship Id="rId35" Type="http://schemas.openxmlformats.org/officeDocument/2006/relationships/font" Target="fonts/IBMPlexSans-boldItalic.fntdata"/><Relationship Id="rId34" Type="http://schemas.openxmlformats.org/officeDocument/2006/relationships/font" Target="fonts/IBMPlexSans-italic.fntdata"/><Relationship Id="rId37" Type="http://schemas.openxmlformats.org/officeDocument/2006/relationships/font" Target="fonts/Raleway-bold.fntdata"/><Relationship Id="rId36" Type="http://schemas.openxmlformats.org/officeDocument/2006/relationships/font" Target="fonts/Raleway-regular.fntdata"/><Relationship Id="rId39" Type="http://schemas.openxmlformats.org/officeDocument/2006/relationships/font" Target="fonts/Raleway-boldItalic.fntdata"/><Relationship Id="rId38" Type="http://schemas.openxmlformats.org/officeDocument/2006/relationships/font" Target="fonts/Raleway-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rbel-boldItalic.fntdata"/><Relationship Id="rId50" Type="http://schemas.openxmlformats.org/officeDocument/2006/relationships/font" Target="fonts/Corbel-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8:notes"/>
          <p:cNvSpPr txBox="1"/>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fld id="{00000000-1234-1234-1234-123412341234}" type="slidenum">
              <a:rPr b="0" lang="en-US" sz="1800" strike="noStrike">
                <a:solidFill>
                  <a:srgbClr val="000000"/>
                </a:solidFill>
                <a:latin typeface="Times New Roman"/>
                <a:ea typeface="Times New Roman"/>
                <a:cs typeface="Times New Roman"/>
                <a:sym typeface="Times New Roman"/>
              </a:rPr>
              <a:t>‹#›</a:t>
            </a:fld>
            <a:endParaRPr b="0" sz="1800" strike="noStrike">
              <a:solidFill>
                <a:schemeClr val="dk1"/>
              </a:solidFill>
              <a:latin typeface="Times New Roman"/>
              <a:ea typeface="Times New Roman"/>
              <a:cs typeface="Times New Roman"/>
              <a:sym typeface="Times New Roman"/>
            </a:endParaRPr>
          </a:p>
        </p:txBody>
      </p:sp>
      <p:sp>
        <p:nvSpPr>
          <p:cNvPr id="651" name="Google Shape;651;p18:notes"/>
          <p:cNvSpPr/>
          <p:nvPr>
            <p:ph idx="2" type="sldImg"/>
          </p:nvPr>
        </p:nvSpPr>
        <p:spPr>
          <a:xfrm>
            <a:off x="217488" y="812800"/>
            <a:ext cx="7123112" cy="40084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18:notes"/>
          <p:cNvSpPr txBox="1"/>
          <p:nvPr>
            <p:ph idx="1" type="body"/>
          </p:nvPr>
        </p:nvSpPr>
        <p:spPr>
          <a:xfrm>
            <a:off x="755640" y="5077800"/>
            <a:ext cx="6048000" cy="48128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bg>
      <p:bgPr>
        <a:solidFill>
          <a:schemeClr val="lt1"/>
        </a:solidFill>
      </p:bgPr>
    </p:bg>
    <p:spTree>
      <p:nvGrpSpPr>
        <p:cNvPr id="14" name="Shape 14"/>
        <p:cNvGrpSpPr/>
        <p:nvPr/>
      </p:nvGrpSpPr>
      <p:grpSpPr>
        <a:xfrm>
          <a:off x="0" y="0"/>
          <a:ext cx="0" cy="0"/>
          <a:chOff x="0" y="0"/>
          <a:chExt cx="0" cy="0"/>
        </a:xfrm>
      </p:grpSpPr>
      <p:sp>
        <p:nvSpPr>
          <p:cNvPr id="15" name="Google Shape;15;p29"/>
          <p:cNvSpPr txBox="1"/>
          <p:nvPr>
            <p:ph type="title"/>
          </p:nvPr>
        </p:nvSpPr>
        <p:spPr>
          <a:xfrm>
            <a:off x="826626" y="3727361"/>
            <a:ext cx="2275389" cy="1025525"/>
          </a:xfrm>
          <a:prstGeom prst="rect">
            <a:avLst/>
          </a:prstGeom>
          <a:noFill/>
          <a:ln>
            <a:noFill/>
          </a:ln>
        </p:spPr>
        <p:txBody>
          <a:bodyPr anchorCtr="0" anchor="b" bIns="0" lIns="0" spcFirstLastPara="1" rIns="91425" wrap="square" tIns="45700">
            <a:noAutofit/>
          </a:bodyPr>
          <a:lstStyle>
            <a:lvl1pPr lvl="0" algn="l">
              <a:lnSpc>
                <a:spcPct val="90000"/>
              </a:lnSpc>
              <a:spcBef>
                <a:spcPts val="0"/>
              </a:spcBef>
              <a:spcAft>
                <a:spcPts val="0"/>
              </a:spcAft>
              <a:buClr>
                <a:schemeClr val="dk2"/>
              </a:buClr>
              <a:buSzPts val="5000"/>
              <a:buFont typeface="Corbel"/>
              <a:buNone/>
              <a:defRPr b="1" sz="5000">
                <a:solidFill>
                  <a:schemeClr val="dk2"/>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9" title="Decorative"/>
          <p:cNvSpPr/>
          <p:nvPr>
            <p:ph idx="2" type="pic"/>
          </p:nvPr>
        </p:nvSpPr>
        <p:spPr>
          <a:xfrm>
            <a:off x="8634413" y="812800"/>
            <a:ext cx="3557587" cy="5232400"/>
          </a:xfrm>
          <a:prstGeom prst="rect">
            <a:avLst/>
          </a:prstGeom>
          <a:noFill/>
          <a:ln>
            <a:noFill/>
          </a:ln>
        </p:spPr>
      </p:sp>
      <p:sp>
        <p:nvSpPr>
          <p:cNvPr id="17" name="Google Shape;17;p29"/>
          <p:cNvSpPr txBox="1"/>
          <p:nvPr>
            <p:ph idx="1" type="body"/>
          </p:nvPr>
        </p:nvSpPr>
        <p:spPr>
          <a:xfrm>
            <a:off x="4155313" y="879710"/>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9"/>
          <p:cNvSpPr txBox="1"/>
          <p:nvPr>
            <p:ph idx="3" type="body"/>
          </p:nvPr>
        </p:nvSpPr>
        <p:spPr>
          <a:xfrm>
            <a:off x="4155313" y="1956155"/>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9"/>
          <p:cNvSpPr txBox="1"/>
          <p:nvPr>
            <p:ph idx="4" type="body"/>
          </p:nvPr>
        </p:nvSpPr>
        <p:spPr>
          <a:xfrm>
            <a:off x="4155313" y="3032600"/>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9"/>
          <p:cNvSpPr txBox="1"/>
          <p:nvPr>
            <p:ph idx="5" type="body"/>
          </p:nvPr>
        </p:nvSpPr>
        <p:spPr>
          <a:xfrm>
            <a:off x="4155313" y="4109045"/>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29"/>
          <p:cNvSpPr txBox="1"/>
          <p:nvPr>
            <p:ph idx="6" type="body"/>
          </p:nvPr>
        </p:nvSpPr>
        <p:spPr>
          <a:xfrm>
            <a:off x="4155313" y="5185490"/>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 name="Google Shape;22;p29" title="Decorative"/>
          <p:cNvCxnSpPr/>
          <p:nvPr/>
        </p:nvCxnSpPr>
        <p:spPr>
          <a:xfrm>
            <a:off x="1791782" y="3899540"/>
            <a:ext cx="0" cy="1930310"/>
          </a:xfrm>
          <a:prstGeom prst="straightConnector1">
            <a:avLst/>
          </a:prstGeom>
          <a:noFill/>
          <a:ln cap="flat" cmpd="sng" w="76200">
            <a:solidFill>
              <a:schemeClr val="accent1">
                <a:alpha val="96862"/>
              </a:schemeClr>
            </a:solidFill>
            <a:prstDash val="solid"/>
            <a:miter lim="4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Custom Layout">
  <p:cSld name="24_Custom Layout">
    <p:spTree>
      <p:nvGrpSpPr>
        <p:cNvPr id="23" name="Shape 23"/>
        <p:cNvGrpSpPr/>
        <p:nvPr/>
      </p:nvGrpSpPr>
      <p:grpSpPr>
        <a:xfrm>
          <a:off x="0" y="0"/>
          <a:ext cx="0" cy="0"/>
          <a:chOff x="0" y="0"/>
          <a:chExt cx="0" cy="0"/>
        </a:xfrm>
      </p:grpSpPr>
      <p:sp>
        <p:nvSpPr>
          <p:cNvPr id="24" name="Google Shape;24;p30" title="Decorative"/>
          <p:cNvSpPr txBox="1"/>
          <p:nvPr>
            <p:ph idx="1" type="body"/>
          </p:nvPr>
        </p:nvSpPr>
        <p:spPr>
          <a:xfrm>
            <a:off x="0" y="3206186"/>
            <a:ext cx="12192000" cy="3651813"/>
          </a:xfrm>
          <a:prstGeom prst="rect">
            <a:avLst/>
          </a:prstGeom>
          <a:solidFill>
            <a:schemeClr val="accent2"/>
          </a:solidFill>
          <a:ln>
            <a:noFill/>
          </a:ln>
        </p:spPr>
        <p:txBody>
          <a:bodyPr anchorCtr="0" anchor="t" bIns="45700" lIns="5400000" spcFirstLastPara="1" rIns="1800000" wrap="square" tIns="2160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0"/>
          <p:cNvSpPr txBox="1"/>
          <p:nvPr>
            <p:ph type="title"/>
          </p:nvPr>
        </p:nvSpPr>
        <p:spPr>
          <a:xfrm>
            <a:off x="5278053" y="1775520"/>
            <a:ext cx="6435524"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Corbel"/>
              <a:buNone/>
              <a:defRPr>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0" title="Decorative"/>
          <p:cNvSpPr/>
          <p:nvPr>
            <p:ph idx="2" type="pic"/>
          </p:nvPr>
        </p:nvSpPr>
        <p:spPr>
          <a:xfrm>
            <a:off x="971836" y="1"/>
            <a:ext cx="3523423" cy="3206186"/>
          </a:xfrm>
          <a:prstGeom prst="rect">
            <a:avLst/>
          </a:prstGeom>
          <a:solidFill>
            <a:srgbClr val="F2F2F2"/>
          </a:solidFill>
          <a:ln>
            <a:noFill/>
          </a:ln>
        </p:spPr>
      </p:sp>
      <p:sp>
        <p:nvSpPr>
          <p:cNvPr id="27" name="Google Shape;27;p30" title="Decorative"/>
          <p:cNvSpPr/>
          <p:nvPr>
            <p:ph idx="3" type="pic"/>
          </p:nvPr>
        </p:nvSpPr>
        <p:spPr>
          <a:xfrm>
            <a:off x="971836" y="3358587"/>
            <a:ext cx="3523423" cy="3206186"/>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and Content">
  <p:cSld name="3_Image and Content">
    <p:spTree>
      <p:nvGrpSpPr>
        <p:cNvPr id="28" name="Shape 28"/>
        <p:cNvGrpSpPr/>
        <p:nvPr/>
      </p:nvGrpSpPr>
      <p:grpSpPr>
        <a:xfrm>
          <a:off x="0" y="0"/>
          <a:ext cx="0" cy="0"/>
          <a:chOff x="0" y="0"/>
          <a:chExt cx="0" cy="0"/>
        </a:xfrm>
      </p:grpSpPr>
      <p:sp>
        <p:nvSpPr>
          <p:cNvPr id="29" name="Google Shape;29;p31" title="Decorative"/>
          <p:cNvSpPr/>
          <p:nvPr/>
        </p:nvSpPr>
        <p:spPr>
          <a:xfrm>
            <a:off x="0" y="0"/>
            <a:ext cx="6057900" cy="6857995"/>
          </a:xfrm>
          <a:prstGeom prst="rect">
            <a:avLst/>
          </a:prstGeom>
          <a:solidFill>
            <a:schemeClr val="accent2"/>
          </a:solidFill>
          <a:ln>
            <a:noFill/>
          </a:ln>
        </p:spPr>
        <p:txBody>
          <a:bodyPr anchorCtr="0" anchor="ctr" bIns="45700" lIns="1296000" spcFirstLastPara="1" rIns="432000" wrap="square" tIns="45700">
            <a:norm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a:solidFill>
                <a:schemeClr val="dk2"/>
              </a:solidFill>
              <a:latin typeface="Arial"/>
              <a:ea typeface="Arial"/>
              <a:cs typeface="Arial"/>
              <a:sym typeface="Arial"/>
            </a:endParaRPr>
          </a:p>
        </p:txBody>
      </p:sp>
      <p:sp>
        <p:nvSpPr>
          <p:cNvPr id="30" name="Google Shape;30;p31"/>
          <p:cNvSpPr txBox="1"/>
          <p:nvPr>
            <p:ph idx="1" type="body"/>
          </p:nvPr>
        </p:nvSpPr>
        <p:spPr>
          <a:xfrm>
            <a:off x="7718323" y="1074809"/>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1"/>
          <p:cNvSpPr txBox="1"/>
          <p:nvPr>
            <p:ph idx="2" type="body"/>
          </p:nvPr>
        </p:nvSpPr>
        <p:spPr>
          <a:xfrm>
            <a:off x="7718323" y="2365537"/>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1"/>
          <p:cNvSpPr txBox="1"/>
          <p:nvPr>
            <p:ph idx="3" type="body"/>
          </p:nvPr>
        </p:nvSpPr>
        <p:spPr>
          <a:xfrm>
            <a:off x="7718323" y="3656265"/>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
          <p:cNvSpPr txBox="1"/>
          <p:nvPr>
            <p:ph idx="4" type="body"/>
          </p:nvPr>
        </p:nvSpPr>
        <p:spPr>
          <a:xfrm>
            <a:off x="7718323" y="4946994"/>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1" title="Decorative"/>
          <p:cNvSpPr/>
          <p:nvPr>
            <p:ph idx="5" type="pic"/>
          </p:nvPr>
        </p:nvSpPr>
        <p:spPr>
          <a:xfrm>
            <a:off x="6749917" y="1002146"/>
            <a:ext cx="885235" cy="885235"/>
          </a:xfrm>
          <a:prstGeom prst="ellipse">
            <a:avLst/>
          </a:prstGeom>
          <a:solidFill>
            <a:schemeClr val="lt1"/>
          </a:solidFill>
          <a:ln>
            <a:noFill/>
          </a:ln>
        </p:spPr>
      </p:sp>
      <p:sp>
        <p:nvSpPr>
          <p:cNvPr id="35" name="Google Shape;35;p31" title="Decorative"/>
          <p:cNvSpPr/>
          <p:nvPr>
            <p:ph idx="6" type="pic"/>
          </p:nvPr>
        </p:nvSpPr>
        <p:spPr>
          <a:xfrm>
            <a:off x="6749917" y="2291505"/>
            <a:ext cx="885235" cy="885235"/>
          </a:xfrm>
          <a:prstGeom prst="ellipse">
            <a:avLst/>
          </a:prstGeom>
          <a:solidFill>
            <a:schemeClr val="lt1"/>
          </a:solidFill>
          <a:ln>
            <a:noFill/>
          </a:ln>
        </p:spPr>
      </p:sp>
      <p:sp>
        <p:nvSpPr>
          <p:cNvPr id="36" name="Google Shape;36;p31" title="Decorative"/>
          <p:cNvSpPr/>
          <p:nvPr>
            <p:ph idx="7" type="pic"/>
          </p:nvPr>
        </p:nvSpPr>
        <p:spPr>
          <a:xfrm>
            <a:off x="6749917" y="3580864"/>
            <a:ext cx="885235" cy="885235"/>
          </a:xfrm>
          <a:prstGeom prst="ellipse">
            <a:avLst/>
          </a:prstGeom>
          <a:solidFill>
            <a:schemeClr val="lt1"/>
          </a:solidFill>
          <a:ln>
            <a:noFill/>
          </a:ln>
        </p:spPr>
      </p:sp>
      <p:sp>
        <p:nvSpPr>
          <p:cNvPr id="37" name="Google Shape;37;p31" title="Decorative"/>
          <p:cNvSpPr/>
          <p:nvPr>
            <p:ph idx="8" type="pic"/>
          </p:nvPr>
        </p:nvSpPr>
        <p:spPr>
          <a:xfrm>
            <a:off x="6749917" y="4870223"/>
            <a:ext cx="885235" cy="885235"/>
          </a:xfrm>
          <a:prstGeom prst="ellipse">
            <a:avLst/>
          </a:prstGeom>
          <a:solidFill>
            <a:schemeClr val="lt1"/>
          </a:solidFill>
          <a:ln>
            <a:noFill/>
          </a:ln>
        </p:spPr>
      </p:sp>
      <p:sp>
        <p:nvSpPr>
          <p:cNvPr id="38" name="Google Shape;38;p31"/>
          <p:cNvSpPr txBox="1"/>
          <p:nvPr>
            <p:ph type="title"/>
          </p:nvPr>
        </p:nvSpPr>
        <p:spPr>
          <a:xfrm>
            <a:off x="841057" y="1100290"/>
            <a:ext cx="4008437" cy="1395208"/>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9" type="body"/>
          </p:nvPr>
        </p:nvSpPr>
        <p:spPr>
          <a:xfrm>
            <a:off x="841058" y="2561159"/>
            <a:ext cx="4008437" cy="602887"/>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solidFill>
                  <a:schemeClr val="lt1"/>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idx="13" type="body"/>
          </p:nvPr>
        </p:nvSpPr>
        <p:spPr>
          <a:xfrm>
            <a:off x="838200" y="3498661"/>
            <a:ext cx="4008438" cy="2560899"/>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538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lank ">
  <p:cSld name="6_Blank ">
    <p:spTree>
      <p:nvGrpSpPr>
        <p:cNvPr id="42" name="Shape 42"/>
        <p:cNvGrpSpPr/>
        <p:nvPr/>
      </p:nvGrpSpPr>
      <p:grpSpPr>
        <a:xfrm>
          <a:off x="0" y="0"/>
          <a:ext cx="0" cy="0"/>
          <a:chOff x="0" y="0"/>
          <a:chExt cx="0" cy="0"/>
        </a:xfrm>
      </p:grpSpPr>
      <p:sp>
        <p:nvSpPr>
          <p:cNvPr id="43" name="Google Shape;43;p33"/>
          <p:cNvSpPr/>
          <p:nvPr/>
        </p:nvSpPr>
        <p:spPr>
          <a:xfrm>
            <a:off x="5727700" y="0"/>
            <a:ext cx="64643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 name="Google Shape;44;p33"/>
          <p:cNvSpPr txBox="1"/>
          <p:nvPr>
            <p:ph type="title"/>
          </p:nvPr>
        </p:nvSpPr>
        <p:spPr>
          <a:xfrm>
            <a:off x="838200" y="839972"/>
            <a:ext cx="4767262" cy="1342045"/>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3"/>
          <p:cNvSpPr txBox="1"/>
          <p:nvPr>
            <p:ph idx="1" type="body"/>
          </p:nvPr>
        </p:nvSpPr>
        <p:spPr>
          <a:xfrm>
            <a:off x="838200" y="2635242"/>
            <a:ext cx="4767262" cy="3483263"/>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3"/>
          <p:cNvSpPr txBox="1"/>
          <p:nvPr>
            <p:ph idx="2" type="body"/>
          </p:nvPr>
        </p:nvSpPr>
        <p:spPr>
          <a:xfrm>
            <a:off x="838200" y="2247679"/>
            <a:ext cx="4767262" cy="321901"/>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3" title="Decorative"/>
          <p:cNvSpPr/>
          <p:nvPr>
            <p:ph idx="3" type="chart"/>
          </p:nvPr>
        </p:nvSpPr>
        <p:spPr>
          <a:xfrm>
            <a:off x="5937569" y="839972"/>
            <a:ext cx="5620473" cy="527825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 and Content">
  <p:cSld name="5_Image and Content">
    <p:spTree>
      <p:nvGrpSpPr>
        <p:cNvPr id="48" name="Shape 48"/>
        <p:cNvGrpSpPr/>
        <p:nvPr/>
      </p:nvGrpSpPr>
      <p:grpSpPr>
        <a:xfrm>
          <a:off x="0" y="0"/>
          <a:ext cx="0" cy="0"/>
          <a:chOff x="0" y="0"/>
          <a:chExt cx="0" cy="0"/>
        </a:xfrm>
      </p:grpSpPr>
      <p:sp>
        <p:nvSpPr>
          <p:cNvPr id="49" name="Google Shape;49;p34"/>
          <p:cNvSpPr txBox="1"/>
          <p:nvPr>
            <p:ph idx="1" type="body"/>
          </p:nvPr>
        </p:nvSpPr>
        <p:spPr>
          <a:xfrm>
            <a:off x="618366" y="3445313"/>
            <a:ext cx="2469806" cy="310957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4"/>
          <p:cNvSpPr txBox="1"/>
          <p:nvPr>
            <p:ph idx="2" type="body"/>
          </p:nvPr>
        </p:nvSpPr>
        <p:spPr>
          <a:xfrm>
            <a:off x="3464411" y="3448256"/>
            <a:ext cx="2469806" cy="310957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4"/>
          <p:cNvSpPr txBox="1"/>
          <p:nvPr>
            <p:ph idx="3" type="body"/>
          </p:nvPr>
        </p:nvSpPr>
        <p:spPr>
          <a:xfrm>
            <a:off x="6310456" y="3445313"/>
            <a:ext cx="2469806" cy="310957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4"/>
          <p:cNvSpPr txBox="1"/>
          <p:nvPr>
            <p:ph idx="4" type="body"/>
          </p:nvPr>
        </p:nvSpPr>
        <p:spPr>
          <a:xfrm>
            <a:off x="9156502" y="3441130"/>
            <a:ext cx="2469806" cy="3109576"/>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4"/>
          <p:cNvSpPr txBox="1"/>
          <p:nvPr>
            <p:ph type="title"/>
          </p:nvPr>
        </p:nvSpPr>
        <p:spPr>
          <a:xfrm>
            <a:off x="656129" y="307294"/>
            <a:ext cx="10854914" cy="804759"/>
          </a:xfrm>
          <a:prstGeom prst="rect">
            <a:avLst/>
          </a:prstGeom>
          <a:noFill/>
          <a:ln>
            <a:noFill/>
          </a:ln>
        </p:spPr>
        <p:txBody>
          <a:bodyPr anchorCtr="0" anchor="b" bIns="45700" lIns="0" spcFirstLastPara="1" rIns="91425" wrap="square" tIns="45700">
            <a:normAutofit/>
          </a:bodyPr>
          <a:lstStyle>
            <a:lvl1pPr lvl="0" algn="ctr">
              <a:lnSpc>
                <a:spcPct val="90000"/>
              </a:lnSpc>
              <a:spcBef>
                <a:spcPts val="0"/>
              </a:spcBef>
              <a:spcAft>
                <a:spcPts val="0"/>
              </a:spcAft>
              <a:buClr>
                <a:schemeClr val="dk2"/>
              </a:buClr>
              <a:buSzPts val="4000"/>
              <a:buFont typeface="Corbe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4" name="Google Shape;54;p34" title="Decorative"/>
          <p:cNvCxnSpPr/>
          <p:nvPr/>
        </p:nvCxnSpPr>
        <p:spPr>
          <a:xfrm>
            <a:off x="6083586" y="171267"/>
            <a:ext cx="0" cy="2188805"/>
          </a:xfrm>
          <a:prstGeom prst="straightConnector1">
            <a:avLst/>
          </a:prstGeom>
          <a:noFill/>
          <a:ln cap="flat" cmpd="sng" w="76200">
            <a:solidFill>
              <a:srgbClr val="00B0F0"/>
            </a:solidFill>
            <a:prstDash val="solid"/>
            <a:miter lim="400000"/>
            <a:headEnd len="sm" w="sm" type="none"/>
            <a:tailEnd len="sm" w="sm" type="none"/>
          </a:ln>
        </p:spPr>
      </p:cxnSp>
      <p:sp>
        <p:nvSpPr>
          <p:cNvPr id="55" name="Google Shape;55;p34"/>
          <p:cNvSpPr/>
          <p:nvPr/>
        </p:nvSpPr>
        <p:spPr>
          <a:xfrm>
            <a:off x="1167211" y="1891440"/>
            <a:ext cx="1372116" cy="1372116"/>
          </a:xfrm>
          <a:prstGeom prst="ellipse">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34"/>
          <p:cNvSpPr/>
          <p:nvPr/>
        </p:nvSpPr>
        <p:spPr>
          <a:xfrm>
            <a:off x="4013256" y="1891440"/>
            <a:ext cx="1372116" cy="1372116"/>
          </a:xfrm>
          <a:prstGeom prst="ellipse">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34"/>
          <p:cNvSpPr/>
          <p:nvPr/>
        </p:nvSpPr>
        <p:spPr>
          <a:xfrm>
            <a:off x="6859301" y="1891440"/>
            <a:ext cx="1372116" cy="1372116"/>
          </a:xfrm>
          <a:prstGeom prst="ellipse">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 name="Google Shape;58;p34"/>
          <p:cNvSpPr/>
          <p:nvPr/>
        </p:nvSpPr>
        <p:spPr>
          <a:xfrm>
            <a:off x="9705347" y="1891440"/>
            <a:ext cx="1372116" cy="1372116"/>
          </a:xfrm>
          <a:prstGeom prst="ellipse">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34"/>
          <p:cNvSpPr/>
          <p:nvPr>
            <p:ph idx="5" type="pic"/>
          </p:nvPr>
        </p:nvSpPr>
        <p:spPr>
          <a:xfrm>
            <a:off x="1383111" y="2107340"/>
            <a:ext cx="940316" cy="940316"/>
          </a:xfrm>
          <a:prstGeom prst="rect">
            <a:avLst/>
          </a:prstGeom>
          <a:noFill/>
          <a:ln>
            <a:noFill/>
          </a:ln>
        </p:spPr>
      </p:sp>
      <p:sp>
        <p:nvSpPr>
          <p:cNvPr id="60" name="Google Shape;60;p34"/>
          <p:cNvSpPr/>
          <p:nvPr>
            <p:ph idx="6" type="pic"/>
          </p:nvPr>
        </p:nvSpPr>
        <p:spPr>
          <a:xfrm>
            <a:off x="4202511" y="2107340"/>
            <a:ext cx="940316" cy="940316"/>
          </a:xfrm>
          <a:prstGeom prst="rect">
            <a:avLst/>
          </a:prstGeom>
          <a:noFill/>
          <a:ln>
            <a:noFill/>
          </a:ln>
        </p:spPr>
      </p:sp>
      <p:sp>
        <p:nvSpPr>
          <p:cNvPr id="61" name="Google Shape;61;p34"/>
          <p:cNvSpPr/>
          <p:nvPr>
            <p:ph idx="7" type="pic"/>
          </p:nvPr>
        </p:nvSpPr>
        <p:spPr>
          <a:xfrm>
            <a:off x="7085411" y="2107340"/>
            <a:ext cx="940316" cy="940316"/>
          </a:xfrm>
          <a:prstGeom prst="rect">
            <a:avLst/>
          </a:prstGeom>
          <a:noFill/>
          <a:ln>
            <a:noFill/>
          </a:ln>
        </p:spPr>
      </p:sp>
      <p:sp>
        <p:nvSpPr>
          <p:cNvPr id="62" name="Google Shape;62;p34"/>
          <p:cNvSpPr/>
          <p:nvPr>
            <p:ph idx="8" type="pic"/>
          </p:nvPr>
        </p:nvSpPr>
        <p:spPr>
          <a:xfrm>
            <a:off x="9942911" y="2107340"/>
            <a:ext cx="940316" cy="940316"/>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Custom Layout">
  <p:cSld name="23_Custom Layout">
    <p:spTree>
      <p:nvGrpSpPr>
        <p:cNvPr id="63" name="Shape 63"/>
        <p:cNvGrpSpPr/>
        <p:nvPr/>
      </p:nvGrpSpPr>
      <p:grpSpPr>
        <a:xfrm>
          <a:off x="0" y="0"/>
          <a:ext cx="0" cy="0"/>
          <a:chOff x="0" y="0"/>
          <a:chExt cx="0" cy="0"/>
        </a:xfrm>
      </p:grpSpPr>
      <p:sp>
        <p:nvSpPr>
          <p:cNvPr id="64" name="Google Shape;64;p35" title="Decorative"/>
          <p:cNvSpPr/>
          <p:nvPr>
            <p:ph idx="2" type="pic"/>
          </p:nvPr>
        </p:nvSpPr>
        <p:spPr>
          <a:xfrm>
            <a:off x="0" y="0"/>
            <a:ext cx="12192000" cy="3408892"/>
          </a:xfrm>
          <a:prstGeom prst="rect">
            <a:avLst/>
          </a:prstGeom>
          <a:noFill/>
          <a:ln>
            <a:noFill/>
          </a:ln>
        </p:spPr>
      </p:sp>
      <p:sp>
        <p:nvSpPr>
          <p:cNvPr id="65" name="Google Shape;65;p35" title="Decorative"/>
          <p:cNvSpPr txBox="1"/>
          <p:nvPr/>
        </p:nvSpPr>
        <p:spPr>
          <a:xfrm>
            <a:off x="-1" y="3408891"/>
            <a:ext cx="12203575" cy="3449109"/>
          </a:xfrm>
          <a:prstGeom prst="rect">
            <a:avLst/>
          </a:prstGeom>
          <a:solidFill>
            <a:schemeClr val="accent1"/>
          </a:solidFill>
          <a:ln>
            <a:noFill/>
          </a:ln>
        </p:spPr>
        <p:txBody>
          <a:bodyPr anchorCtr="0" anchor="ctr" bIns="45700" lIns="0" spcFirstLastPara="1" rIns="324000" wrap="square" tIns="45700">
            <a:normAutofit/>
          </a:bodyPr>
          <a:lstStyle/>
          <a:p>
            <a:pPr indent="0" lvl="0" marL="0" marR="0" rtl="0" algn="r">
              <a:lnSpc>
                <a:spcPct val="90000"/>
              </a:lnSpc>
              <a:spcBef>
                <a:spcPts val="0"/>
              </a:spcBef>
              <a:spcAft>
                <a:spcPts val="0"/>
              </a:spcAft>
              <a:buClr>
                <a:schemeClr val="dk2"/>
              </a:buClr>
              <a:buSzPts val="4000"/>
              <a:buFont typeface="Constantia"/>
              <a:buNone/>
            </a:pPr>
            <a:r>
              <a:t/>
            </a:r>
            <a:endParaRPr b="1" i="0" sz="4000">
              <a:solidFill>
                <a:schemeClr val="dk2"/>
              </a:solidFill>
              <a:latin typeface="Constantia"/>
              <a:ea typeface="Constantia"/>
              <a:cs typeface="Constantia"/>
              <a:sym typeface="Constantia"/>
            </a:endParaRPr>
          </a:p>
        </p:txBody>
      </p:sp>
      <p:sp>
        <p:nvSpPr>
          <p:cNvPr id="66" name="Google Shape;66;p35"/>
          <p:cNvSpPr txBox="1"/>
          <p:nvPr>
            <p:ph idx="1" type="body"/>
          </p:nvPr>
        </p:nvSpPr>
        <p:spPr>
          <a:xfrm>
            <a:off x="4568750" y="3666354"/>
            <a:ext cx="3448800"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35"/>
          <p:cNvSpPr txBox="1"/>
          <p:nvPr>
            <p:ph idx="3" type="body"/>
          </p:nvPr>
        </p:nvSpPr>
        <p:spPr>
          <a:xfrm>
            <a:off x="8254055" y="3666354"/>
            <a:ext cx="3450265"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5"/>
          <p:cNvSpPr txBox="1"/>
          <p:nvPr>
            <p:ph idx="4" type="body"/>
          </p:nvPr>
        </p:nvSpPr>
        <p:spPr>
          <a:xfrm>
            <a:off x="4568447" y="4070639"/>
            <a:ext cx="3448800"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5"/>
          <p:cNvSpPr txBox="1"/>
          <p:nvPr>
            <p:ph idx="5" type="body"/>
          </p:nvPr>
        </p:nvSpPr>
        <p:spPr>
          <a:xfrm>
            <a:off x="8254055" y="4070639"/>
            <a:ext cx="3450265"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5"/>
          <p:cNvSpPr txBox="1"/>
          <p:nvPr>
            <p:ph type="title"/>
          </p:nvPr>
        </p:nvSpPr>
        <p:spPr>
          <a:xfrm>
            <a:off x="838200" y="4049104"/>
            <a:ext cx="3136900" cy="2168682"/>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000"/>
              <a:buFont typeface="Corbel"/>
              <a:buNone/>
              <a:defRPr sz="4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Custom Layout">
  <p:cSld name="28_Custom Layout">
    <p:spTree>
      <p:nvGrpSpPr>
        <p:cNvPr id="71" name="Shape 71"/>
        <p:cNvGrpSpPr/>
        <p:nvPr/>
      </p:nvGrpSpPr>
      <p:grpSpPr>
        <a:xfrm>
          <a:off x="0" y="0"/>
          <a:ext cx="0" cy="0"/>
          <a:chOff x="0" y="0"/>
          <a:chExt cx="0" cy="0"/>
        </a:xfrm>
      </p:grpSpPr>
      <p:sp>
        <p:nvSpPr>
          <p:cNvPr id="72" name="Google Shape;72;p36" title="Decorative"/>
          <p:cNvSpPr/>
          <p:nvPr/>
        </p:nvSpPr>
        <p:spPr>
          <a:xfrm>
            <a:off x="0" y="1964267"/>
            <a:ext cx="3052729" cy="2443502"/>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 name="Google Shape;73;p36" title="Decorative"/>
          <p:cNvSpPr/>
          <p:nvPr/>
        </p:nvSpPr>
        <p:spPr>
          <a:xfrm>
            <a:off x="6092848" y="1964267"/>
            <a:ext cx="3052729" cy="2443502"/>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36" title="Decorative"/>
          <p:cNvSpPr/>
          <p:nvPr/>
        </p:nvSpPr>
        <p:spPr>
          <a:xfrm>
            <a:off x="9139272" y="4414498"/>
            <a:ext cx="3052729" cy="2443502"/>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36"/>
          <p:cNvSpPr txBox="1"/>
          <p:nvPr>
            <p:ph type="title"/>
          </p:nvPr>
        </p:nvSpPr>
        <p:spPr>
          <a:xfrm>
            <a:off x="2106887" y="616350"/>
            <a:ext cx="7978227" cy="1062602"/>
          </a:xfrm>
          <a:prstGeom prst="rect">
            <a:avLst/>
          </a:prstGeom>
          <a:noFill/>
          <a:ln>
            <a:noFill/>
          </a:ln>
        </p:spPr>
        <p:txBody>
          <a:bodyPr anchorCtr="0" anchor="ctr" bIns="45700" lIns="0" spcFirstLastPara="1" rIns="91425" wrap="square" tIns="45700">
            <a:normAutofit/>
          </a:bodyPr>
          <a:lstStyle>
            <a:lvl1pPr lvl="0" algn="ctr">
              <a:lnSpc>
                <a:spcPct val="90000"/>
              </a:lnSpc>
              <a:spcBef>
                <a:spcPts val="0"/>
              </a:spcBef>
              <a:spcAft>
                <a:spcPts val="0"/>
              </a:spcAft>
              <a:buClr>
                <a:schemeClr val="dk2"/>
              </a:buClr>
              <a:buSzPts val="4400"/>
              <a:buFont typeface="Corbe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title="Decorative"/>
          <p:cNvSpPr/>
          <p:nvPr>
            <p:ph idx="2" type="pic"/>
          </p:nvPr>
        </p:nvSpPr>
        <p:spPr>
          <a:xfrm>
            <a:off x="0" y="4416552"/>
            <a:ext cx="3054096" cy="2441448"/>
          </a:xfrm>
          <a:prstGeom prst="rect">
            <a:avLst/>
          </a:prstGeom>
          <a:noFill/>
          <a:ln>
            <a:noFill/>
          </a:ln>
        </p:spPr>
      </p:sp>
      <p:sp>
        <p:nvSpPr>
          <p:cNvPr id="77" name="Google Shape;77;p36" title="Decorative"/>
          <p:cNvSpPr/>
          <p:nvPr>
            <p:ph idx="3" type="pic"/>
          </p:nvPr>
        </p:nvSpPr>
        <p:spPr>
          <a:xfrm>
            <a:off x="3046424" y="1964267"/>
            <a:ext cx="3054096" cy="2441448"/>
          </a:xfrm>
          <a:prstGeom prst="rect">
            <a:avLst/>
          </a:prstGeom>
          <a:noFill/>
          <a:ln>
            <a:noFill/>
          </a:ln>
        </p:spPr>
      </p:sp>
      <p:sp>
        <p:nvSpPr>
          <p:cNvPr id="78" name="Google Shape;78;p36" title="Decorative"/>
          <p:cNvSpPr/>
          <p:nvPr>
            <p:ph idx="4" type="pic"/>
          </p:nvPr>
        </p:nvSpPr>
        <p:spPr>
          <a:xfrm>
            <a:off x="9137904" y="1964267"/>
            <a:ext cx="3054096" cy="2441448"/>
          </a:xfrm>
          <a:prstGeom prst="rect">
            <a:avLst/>
          </a:prstGeom>
          <a:noFill/>
          <a:ln>
            <a:noFill/>
          </a:ln>
        </p:spPr>
      </p:sp>
      <p:sp>
        <p:nvSpPr>
          <p:cNvPr id="79" name="Google Shape;79;p36" title="Decorative"/>
          <p:cNvSpPr/>
          <p:nvPr/>
        </p:nvSpPr>
        <p:spPr>
          <a:xfrm>
            <a:off x="3046424" y="4414498"/>
            <a:ext cx="3052729" cy="2443502"/>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36"/>
          <p:cNvSpPr txBox="1"/>
          <p:nvPr>
            <p:ph idx="1" type="body"/>
          </p:nvPr>
        </p:nvSpPr>
        <p:spPr>
          <a:xfrm>
            <a:off x="264410" y="3652861"/>
            <a:ext cx="2517605" cy="484146"/>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6"/>
          <p:cNvSpPr txBox="1"/>
          <p:nvPr>
            <p:ph idx="5" type="body"/>
          </p:nvPr>
        </p:nvSpPr>
        <p:spPr>
          <a:xfrm>
            <a:off x="264410" y="3248535"/>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6"/>
          <p:cNvSpPr txBox="1"/>
          <p:nvPr>
            <p:ph idx="6" type="body"/>
          </p:nvPr>
        </p:nvSpPr>
        <p:spPr>
          <a:xfrm>
            <a:off x="6359042" y="3652861"/>
            <a:ext cx="2517605" cy="484146"/>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6"/>
          <p:cNvSpPr txBox="1"/>
          <p:nvPr>
            <p:ph idx="7" type="body"/>
          </p:nvPr>
        </p:nvSpPr>
        <p:spPr>
          <a:xfrm>
            <a:off x="6359042" y="3248535"/>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6"/>
          <p:cNvSpPr txBox="1"/>
          <p:nvPr>
            <p:ph idx="8" type="body"/>
          </p:nvPr>
        </p:nvSpPr>
        <p:spPr>
          <a:xfrm>
            <a:off x="3288925" y="5167572"/>
            <a:ext cx="2517605" cy="484146"/>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6"/>
          <p:cNvSpPr txBox="1"/>
          <p:nvPr>
            <p:ph idx="9" type="body"/>
          </p:nvPr>
        </p:nvSpPr>
        <p:spPr>
          <a:xfrm>
            <a:off x="3288925" y="4763246"/>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6"/>
          <p:cNvSpPr txBox="1"/>
          <p:nvPr>
            <p:ph idx="13" type="body"/>
          </p:nvPr>
        </p:nvSpPr>
        <p:spPr>
          <a:xfrm>
            <a:off x="9412281" y="5167572"/>
            <a:ext cx="2517605" cy="484146"/>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6"/>
          <p:cNvSpPr txBox="1"/>
          <p:nvPr>
            <p:ph idx="14" type="body"/>
          </p:nvPr>
        </p:nvSpPr>
        <p:spPr>
          <a:xfrm>
            <a:off x="9412281" y="4763246"/>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36" title="Decorative"/>
          <p:cNvSpPr/>
          <p:nvPr>
            <p:ph idx="15" type="pic"/>
          </p:nvPr>
        </p:nvSpPr>
        <p:spPr>
          <a:xfrm>
            <a:off x="6092848" y="4416552"/>
            <a:ext cx="3054096" cy="2441448"/>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and Content">
  <p:cSld name="2_Image and Content">
    <p:spTree>
      <p:nvGrpSpPr>
        <p:cNvPr id="89" name="Shape 89"/>
        <p:cNvGrpSpPr/>
        <p:nvPr/>
      </p:nvGrpSpPr>
      <p:grpSpPr>
        <a:xfrm>
          <a:off x="0" y="0"/>
          <a:ext cx="0" cy="0"/>
          <a:chOff x="0" y="0"/>
          <a:chExt cx="0" cy="0"/>
        </a:xfrm>
      </p:grpSpPr>
      <p:sp>
        <p:nvSpPr>
          <p:cNvPr id="90" name="Google Shape;90;p37" title="Decorative"/>
          <p:cNvSpPr/>
          <p:nvPr/>
        </p:nvSpPr>
        <p:spPr>
          <a:xfrm>
            <a:off x="0" y="3721472"/>
            <a:ext cx="12192000" cy="3136523"/>
          </a:xfrm>
          <a:prstGeom prst="rect">
            <a:avLst/>
          </a:prstGeom>
          <a:solidFill>
            <a:schemeClr val="accent2"/>
          </a:solidFill>
          <a:ln>
            <a:noFill/>
          </a:ln>
        </p:spPr>
        <p:txBody>
          <a:bodyPr anchorCtr="0" anchor="ctr" bIns="45700" lIns="1296000" spcFirstLastPara="1" rIns="432000" wrap="square" tIns="45700">
            <a:norm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a:solidFill>
                <a:schemeClr val="dk2"/>
              </a:solidFill>
              <a:latin typeface="Arial"/>
              <a:ea typeface="Arial"/>
              <a:cs typeface="Arial"/>
              <a:sym typeface="Arial"/>
            </a:endParaRPr>
          </a:p>
        </p:txBody>
      </p:sp>
      <p:sp>
        <p:nvSpPr>
          <p:cNvPr id="91" name="Google Shape;91;p37"/>
          <p:cNvSpPr txBox="1"/>
          <p:nvPr>
            <p:ph type="title"/>
          </p:nvPr>
        </p:nvSpPr>
        <p:spPr>
          <a:xfrm>
            <a:off x="668543" y="358610"/>
            <a:ext cx="10854914" cy="804759"/>
          </a:xfrm>
          <a:prstGeom prst="rect">
            <a:avLst/>
          </a:prstGeom>
          <a:noFill/>
          <a:ln>
            <a:noFill/>
          </a:ln>
        </p:spPr>
        <p:txBody>
          <a:bodyPr anchorCtr="0" anchor="b" bIns="45700" lIns="0" spcFirstLastPara="1" rIns="91425" wrap="square" tIns="45700">
            <a:normAutofit/>
          </a:bodyPr>
          <a:lstStyle>
            <a:lvl1pPr lvl="0" algn="ctr">
              <a:lnSpc>
                <a:spcPct val="90000"/>
              </a:lnSpc>
              <a:spcBef>
                <a:spcPts val="0"/>
              </a:spcBef>
              <a:spcAft>
                <a:spcPts val="0"/>
              </a:spcAft>
              <a:buClr>
                <a:schemeClr val="dk2"/>
              </a:buClr>
              <a:buSzPts val="4000"/>
              <a:buFont typeface="Corbel"/>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7" title="Decorative"/>
          <p:cNvSpPr/>
          <p:nvPr>
            <p:ph idx="2" type="pic"/>
          </p:nvPr>
        </p:nvSpPr>
        <p:spPr>
          <a:xfrm>
            <a:off x="1378803" y="2592710"/>
            <a:ext cx="973759" cy="973759"/>
          </a:xfrm>
          <a:prstGeom prst="ellipse">
            <a:avLst/>
          </a:prstGeom>
          <a:solidFill>
            <a:schemeClr val="lt1"/>
          </a:solidFill>
          <a:ln>
            <a:noFill/>
          </a:ln>
        </p:spPr>
      </p:sp>
      <p:sp>
        <p:nvSpPr>
          <p:cNvPr id="93" name="Google Shape;93;p37" title="Decorative"/>
          <p:cNvSpPr/>
          <p:nvPr>
            <p:ph idx="3" type="pic"/>
          </p:nvPr>
        </p:nvSpPr>
        <p:spPr>
          <a:xfrm>
            <a:off x="4226108" y="2592710"/>
            <a:ext cx="973759" cy="973759"/>
          </a:xfrm>
          <a:prstGeom prst="ellipse">
            <a:avLst/>
          </a:prstGeom>
          <a:solidFill>
            <a:schemeClr val="lt1"/>
          </a:solidFill>
          <a:ln>
            <a:noFill/>
          </a:ln>
        </p:spPr>
      </p:sp>
      <p:sp>
        <p:nvSpPr>
          <p:cNvPr id="94" name="Google Shape;94;p37" title="Decorative"/>
          <p:cNvSpPr/>
          <p:nvPr>
            <p:ph idx="4" type="pic"/>
          </p:nvPr>
        </p:nvSpPr>
        <p:spPr>
          <a:xfrm>
            <a:off x="7073413" y="2592710"/>
            <a:ext cx="973759" cy="973759"/>
          </a:xfrm>
          <a:prstGeom prst="ellipse">
            <a:avLst/>
          </a:prstGeom>
          <a:solidFill>
            <a:schemeClr val="lt1"/>
          </a:solidFill>
          <a:ln>
            <a:noFill/>
          </a:ln>
        </p:spPr>
      </p:sp>
      <p:sp>
        <p:nvSpPr>
          <p:cNvPr id="95" name="Google Shape;95;p37" title="Decorative"/>
          <p:cNvSpPr/>
          <p:nvPr>
            <p:ph idx="5" type="pic"/>
          </p:nvPr>
        </p:nvSpPr>
        <p:spPr>
          <a:xfrm>
            <a:off x="9920718" y="2592710"/>
            <a:ext cx="973759" cy="973759"/>
          </a:xfrm>
          <a:prstGeom prst="ellipse">
            <a:avLst/>
          </a:prstGeom>
          <a:solidFill>
            <a:schemeClr val="lt1"/>
          </a:solidFill>
          <a:ln>
            <a:noFill/>
          </a:ln>
        </p:spPr>
      </p:sp>
      <p:sp>
        <p:nvSpPr>
          <p:cNvPr id="96" name="Google Shape;96;p37"/>
          <p:cNvSpPr txBox="1"/>
          <p:nvPr>
            <p:ph idx="1" type="body"/>
          </p:nvPr>
        </p:nvSpPr>
        <p:spPr>
          <a:xfrm>
            <a:off x="630780" y="3920809"/>
            <a:ext cx="2469806" cy="73169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37"/>
          <p:cNvSpPr txBox="1"/>
          <p:nvPr>
            <p:ph idx="6" type="body"/>
          </p:nvPr>
        </p:nvSpPr>
        <p:spPr>
          <a:xfrm>
            <a:off x="3476825" y="3923752"/>
            <a:ext cx="2469806" cy="73169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7"/>
          <p:cNvSpPr txBox="1"/>
          <p:nvPr>
            <p:ph idx="7" type="body"/>
          </p:nvPr>
        </p:nvSpPr>
        <p:spPr>
          <a:xfrm>
            <a:off x="6322870" y="3920809"/>
            <a:ext cx="2469806" cy="73169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37"/>
          <p:cNvSpPr txBox="1"/>
          <p:nvPr>
            <p:ph idx="8" type="body"/>
          </p:nvPr>
        </p:nvSpPr>
        <p:spPr>
          <a:xfrm>
            <a:off x="9168916" y="3916626"/>
            <a:ext cx="2469806" cy="731694"/>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37"/>
          <p:cNvSpPr txBox="1"/>
          <p:nvPr>
            <p:ph idx="9" type="body"/>
          </p:nvPr>
        </p:nvSpPr>
        <p:spPr>
          <a:xfrm>
            <a:off x="668544" y="1489701"/>
            <a:ext cx="10854914" cy="541483"/>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1000"/>
              </a:spcBef>
              <a:spcAft>
                <a:spcPts val="0"/>
              </a:spcAft>
              <a:buClr>
                <a:schemeClr val="dk2"/>
              </a:buClr>
              <a:buSzPts val="1400"/>
              <a:buNone/>
              <a:defRPr sz="14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1" name="Google Shape;101;p37" title="Decorative"/>
          <p:cNvCxnSpPr/>
          <p:nvPr/>
        </p:nvCxnSpPr>
        <p:spPr>
          <a:xfrm>
            <a:off x="6096000" y="222583"/>
            <a:ext cx="0" cy="2188805"/>
          </a:xfrm>
          <a:prstGeom prst="straightConnector1">
            <a:avLst/>
          </a:prstGeom>
          <a:noFill/>
          <a:ln cap="flat" cmpd="sng" w="76200">
            <a:solidFill>
              <a:srgbClr val="1D72AB"/>
            </a:solidFill>
            <a:prstDash val="solid"/>
            <a:miter lim="4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02" name="Shape 102"/>
        <p:cNvGrpSpPr/>
        <p:nvPr/>
      </p:nvGrpSpPr>
      <p:grpSpPr>
        <a:xfrm>
          <a:off x="0" y="0"/>
          <a:ext cx="0" cy="0"/>
          <a:chOff x="0" y="0"/>
          <a:chExt cx="0" cy="0"/>
        </a:xfrm>
      </p:grpSpPr>
      <p:sp>
        <p:nvSpPr>
          <p:cNvPr id="103" name="Google Shape;103;p38"/>
          <p:cNvSpPr txBox="1"/>
          <p:nvPr>
            <p:ph type="title"/>
          </p:nvPr>
        </p:nvSpPr>
        <p:spPr>
          <a:xfrm>
            <a:off x="769354" y="2596916"/>
            <a:ext cx="4385841"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4400"/>
              <a:buFont typeface="Corbel"/>
              <a:buNone/>
              <a:defRPr>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8" title="Decorative"/>
          <p:cNvSpPr/>
          <p:nvPr>
            <p:ph idx="2" type="pic"/>
          </p:nvPr>
        </p:nvSpPr>
        <p:spPr>
          <a:xfrm>
            <a:off x="6096000" y="1"/>
            <a:ext cx="6096000" cy="6858000"/>
          </a:xfrm>
          <a:prstGeom prst="rect">
            <a:avLst/>
          </a:prstGeom>
          <a:noFill/>
          <a:ln>
            <a:noFill/>
          </a:ln>
        </p:spPr>
      </p:sp>
      <p:sp>
        <p:nvSpPr>
          <p:cNvPr id="105" name="Google Shape;105;p38"/>
          <p:cNvSpPr txBox="1"/>
          <p:nvPr>
            <p:ph idx="1" type="body"/>
          </p:nvPr>
        </p:nvSpPr>
        <p:spPr>
          <a:xfrm>
            <a:off x="769353" y="4628132"/>
            <a:ext cx="4385841" cy="13255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38"/>
          <p:cNvSpPr txBox="1"/>
          <p:nvPr>
            <p:ph idx="3" type="body"/>
          </p:nvPr>
        </p:nvSpPr>
        <p:spPr>
          <a:xfrm>
            <a:off x="769353" y="4165142"/>
            <a:ext cx="4385841" cy="3827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7" name="Google Shape;107;p38" title="Decorative"/>
          <p:cNvCxnSpPr/>
          <p:nvPr/>
        </p:nvCxnSpPr>
        <p:spPr>
          <a:xfrm rot="10800000">
            <a:off x="527427" y="1631760"/>
            <a:ext cx="0" cy="4321933"/>
          </a:xfrm>
          <a:prstGeom prst="straightConnector1">
            <a:avLst/>
          </a:prstGeom>
          <a:noFill/>
          <a:ln cap="flat" cmpd="sng" w="76200">
            <a:solidFill>
              <a:schemeClr val="accent1">
                <a:alpha val="96862"/>
              </a:schemeClr>
            </a:solidFill>
            <a:prstDash val="solid"/>
            <a:miter lim="400000"/>
            <a:headEnd len="sm" w="sm" type="none"/>
            <a:tailEnd len="sm" w="sm" type="none"/>
          </a:ln>
        </p:spPr>
      </p:cxnSp>
      <p:sp>
        <p:nvSpPr>
          <p:cNvPr id="108" name="Google Shape;108;p38" title="Decorative"/>
          <p:cNvSpPr/>
          <p:nvPr>
            <p:ph idx="4" type="pic"/>
          </p:nvPr>
        </p:nvSpPr>
        <p:spPr>
          <a:xfrm>
            <a:off x="769354" y="1631760"/>
            <a:ext cx="804759" cy="804759"/>
          </a:xfrm>
          <a:prstGeom prst="rect">
            <a:avLst/>
          </a:prstGeom>
          <a:solidFill>
            <a:schemeClr val="lt1"/>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39"/>
          <p:cNvSpPr txBox="1"/>
          <p:nvPr>
            <p:ph type="title"/>
          </p:nvPr>
        </p:nvSpPr>
        <p:spPr>
          <a:xfrm>
            <a:off x="609600" y="273600"/>
            <a:ext cx="10972320" cy="114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Custom Layout">
  <p:cSld name="27_Custom Layout">
    <p:spTree>
      <p:nvGrpSpPr>
        <p:cNvPr id="111" name="Shape 111"/>
        <p:cNvGrpSpPr/>
        <p:nvPr/>
      </p:nvGrpSpPr>
      <p:grpSpPr>
        <a:xfrm>
          <a:off x="0" y="0"/>
          <a:ext cx="0" cy="0"/>
          <a:chOff x="0" y="0"/>
          <a:chExt cx="0" cy="0"/>
        </a:xfrm>
      </p:grpSpPr>
      <p:sp>
        <p:nvSpPr>
          <p:cNvPr id="112" name="Google Shape;112;p40" title="Decorative"/>
          <p:cNvSpPr/>
          <p:nvPr/>
        </p:nvSpPr>
        <p:spPr>
          <a:xfrm>
            <a:off x="0" y="0"/>
            <a:ext cx="12192000" cy="2809695"/>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40"/>
          <p:cNvSpPr txBox="1"/>
          <p:nvPr>
            <p:ph type="title"/>
          </p:nvPr>
        </p:nvSpPr>
        <p:spPr>
          <a:xfrm>
            <a:off x="1513581" y="597067"/>
            <a:ext cx="8768625" cy="1149325"/>
          </a:xfrm>
          <a:prstGeom prst="rect">
            <a:avLst/>
          </a:prstGeom>
          <a:noFill/>
          <a:ln>
            <a:noFill/>
          </a:ln>
        </p:spPr>
        <p:txBody>
          <a:bodyPr anchorCtr="0" anchor="ctr" bIns="45700" lIns="0" spcFirstLastPara="1" rIns="91425" wrap="square" tIns="45700">
            <a:normAutofit/>
          </a:bodyPr>
          <a:lstStyle>
            <a:lvl1pPr lvl="0" algn="ctr">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40" title="Decorative"/>
          <p:cNvSpPr/>
          <p:nvPr>
            <p:ph idx="2" type="pic"/>
          </p:nvPr>
        </p:nvSpPr>
        <p:spPr>
          <a:xfrm>
            <a:off x="1038871" y="3050995"/>
            <a:ext cx="1643384" cy="1643384"/>
          </a:xfrm>
          <a:prstGeom prst="rect">
            <a:avLst/>
          </a:prstGeom>
          <a:noFill/>
          <a:ln>
            <a:noFill/>
          </a:ln>
        </p:spPr>
      </p:sp>
      <p:sp>
        <p:nvSpPr>
          <p:cNvPr id="115" name="Google Shape;115;p40" title="Decorative"/>
          <p:cNvSpPr/>
          <p:nvPr>
            <p:ph idx="3" type="pic"/>
          </p:nvPr>
        </p:nvSpPr>
        <p:spPr>
          <a:xfrm>
            <a:off x="3842264" y="3050995"/>
            <a:ext cx="1643384" cy="1643384"/>
          </a:xfrm>
          <a:prstGeom prst="rect">
            <a:avLst/>
          </a:prstGeom>
          <a:noFill/>
          <a:ln>
            <a:noFill/>
          </a:ln>
        </p:spPr>
      </p:sp>
      <p:sp>
        <p:nvSpPr>
          <p:cNvPr id="116" name="Google Shape;116;p40" title="Decorative"/>
          <p:cNvSpPr/>
          <p:nvPr>
            <p:ph idx="4" type="pic"/>
          </p:nvPr>
        </p:nvSpPr>
        <p:spPr>
          <a:xfrm>
            <a:off x="6645657" y="3061267"/>
            <a:ext cx="1643384" cy="1643384"/>
          </a:xfrm>
          <a:prstGeom prst="rect">
            <a:avLst/>
          </a:prstGeom>
          <a:noFill/>
          <a:ln>
            <a:noFill/>
          </a:ln>
        </p:spPr>
      </p:sp>
      <p:sp>
        <p:nvSpPr>
          <p:cNvPr id="117" name="Google Shape;117;p40" title="Decorative"/>
          <p:cNvSpPr/>
          <p:nvPr>
            <p:ph idx="5" type="pic"/>
          </p:nvPr>
        </p:nvSpPr>
        <p:spPr>
          <a:xfrm>
            <a:off x="9449049" y="3061267"/>
            <a:ext cx="1643384" cy="1643384"/>
          </a:xfrm>
          <a:prstGeom prst="rect">
            <a:avLst/>
          </a:prstGeom>
          <a:noFill/>
          <a:ln>
            <a:noFill/>
          </a:ln>
        </p:spPr>
      </p:sp>
      <p:sp>
        <p:nvSpPr>
          <p:cNvPr id="118" name="Google Shape;118;p40"/>
          <p:cNvSpPr txBox="1"/>
          <p:nvPr>
            <p:ph idx="1" type="body"/>
          </p:nvPr>
        </p:nvSpPr>
        <p:spPr>
          <a:xfrm>
            <a:off x="604711" y="5272005"/>
            <a:ext cx="2517605" cy="1029458"/>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40"/>
          <p:cNvSpPr txBox="1"/>
          <p:nvPr>
            <p:ph idx="6" type="body"/>
          </p:nvPr>
        </p:nvSpPr>
        <p:spPr>
          <a:xfrm>
            <a:off x="604711" y="4791479"/>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40"/>
          <p:cNvSpPr txBox="1"/>
          <p:nvPr>
            <p:ph idx="7" type="body"/>
          </p:nvPr>
        </p:nvSpPr>
        <p:spPr>
          <a:xfrm>
            <a:off x="3410942" y="5272005"/>
            <a:ext cx="2517605" cy="1029458"/>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40"/>
          <p:cNvSpPr txBox="1"/>
          <p:nvPr>
            <p:ph idx="8" type="body"/>
          </p:nvPr>
        </p:nvSpPr>
        <p:spPr>
          <a:xfrm>
            <a:off x="3410942" y="4791479"/>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40"/>
          <p:cNvSpPr txBox="1"/>
          <p:nvPr>
            <p:ph idx="9" type="body"/>
          </p:nvPr>
        </p:nvSpPr>
        <p:spPr>
          <a:xfrm>
            <a:off x="6217173" y="5282275"/>
            <a:ext cx="2517605" cy="1029458"/>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40"/>
          <p:cNvSpPr txBox="1"/>
          <p:nvPr>
            <p:ph idx="13" type="body"/>
          </p:nvPr>
        </p:nvSpPr>
        <p:spPr>
          <a:xfrm>
            <a:off x="6217173" y="4801749"/>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40"/>
          <p:cNvSpPr txBox="1"/>
          <p:nvPr>
            <p:ph idx="14" type="body"/>
          </p:nvPr>
        </p:nvSpPr>
        <p:spPr>
          <a:xfrm>
            <a:off x="9023403" y="5282275"/>
            <a:ext cx="2517605" cy="1029458"/>
          </a:xfrm>
          <a:prstGeom prst="rect">
            <a:avLst/>
          </a:prstGeom>
          <a:noFill/>
          <a:ln>
            <a:noFill/>
          </a:ln>
        </p:spPr>
        <p:txBody>
          <a:bodyPr anchorCtr="0" anchor="t" bIns="45700" lIns="0" spcFirstLastPara="1" rIns="91425" wrap="square" tIns="45700">
            <a:noAutofit/>
          </a:bodyPr>
          <a:lstStyle>
            <a:lvl1pPr indent="-228600" lvl="0" marL="457200" algn="ctr">
              <a:lnSpc>
                <a:spcPct val="9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40"/>
          <p:cNvSpPr txBox="1"/>
          <p:nvPr>
            <p:ph idx="15" type="body"/>
          </p:nvPr>
        </p:nvSpPr>
        <p:spPr>
          <a:xfrm>
            <a:off x="9023403" y="4801749"/>
            <a:ext cx="2517605" cy="382749"/>
          </a:xfrm>
          <a:prstGeom prst="rect">
            <a:avLst/>
          </a:prstGeom>
          <a:noFill/>
          <a:ln>
            <a:noFill/>
          </a:ln>
        </p:spPr>
        <p:txBody>
          <a:bodyPr anchorCtr="0" anchor="b" bIns="45700" lIns="0" spcFirstLastPara="1" rIns="91425" wrap="square" tIns="45700">
            <a:noAutofit/>
          </a:bodyPr>
          <a:lstStyle>
            <a:lvl1pPr indent="-228600" lvl="0" marL="457200" algn="ctr">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6" name="Google Shape;126;p40" title="Decorative"/>
          <p:cNvCxnSpPr/>
          <p:nvPr/>
        </p:nvCxnSpPr>
        <p:spPr>
          <a:xfrm>
            <a:off x="6096000" y="759266"/>
            <a:ext cx="0" cy="2188805"/>
          </a:xfrm>
          <a:prstGeom prst="straightConnector1">
            <a:avLst/>
          </a:prstGeom>
          <a:noFill/>
          <a:ln cap="flat" cmpd="sng" w="76200">
            <a:solidFill>
              <a:srgbClr val="00B0F0"/>
            </a:solidFill>
            <a:prstDash val="solid"/>
            <a:miter lim="4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127" name="Shape 127"/>
        <p:cNvGrpSpPr/>
        <p:nvPr/>
      </p:nvGrpSpPr>
      <p:grpSpPr>
        <a:xfrm>
          <a:off x="0" y="0"/>
          <a:ext cx="0" cy="0"/>
          <a:chOff x="0" y="0"/>
          <a:chExt cx="0" cy="0"/>
        </a:xfrm>
      </p:grpSpPr>
      <p:sp>
        <p:nvSpPr>
          <p:cNvPr id="128" name="Google Shape;128;p4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41" title="Decorative"/>
          <p:cNvSpPr/>
          <p:nvPr>
            <p:ph idx="2" type="pic"/>
          </p:nvPr>
        </p:nvSpPr>
        <p:spPr>
          <a:xfrm>
            <a:off x="3236595" y="260350"/>
            <a:ext cx="4492625" cy="6300788"/>
          </a:xfrm>
          <a:prstGeom prst="rect">
            <a:avLst/>
          </a:prstGeom>
          <a:solidFill>
            <a:srgbClr val="F2F2F2"/>
          </a:solidFill>
          <a:ln>
            <a:noFill/>
          </a:ln>
        </p:spPr>
      </p:sp>
      <p:sp>
        <p:nvSpPr>
          <p:cNvPr id="130" name="Google Shape;130;p41" title="Decorative"/>
          <p:cNvSpPr/>
          <p:nvPr>
            <p:ph idx="3" type="pic"/>
          </p:nvPr>
        </p:nvSpPr>
        <p:spPr>
          <a:xfrm>
            <a:off x="7839076" y="260350"/>
            <a:ext cx="4052888" cy="3803650"/>
          </a:xfrm>
          <a:prstGeom prst="rect">
            <a:avLst/>
          </a:prstGeom>
          <a:solidFill>
            <a:srgbClr val="F2F2F2"/>
          </a:solidFill>
          <a:ln>
            <a:noFill/>
          </a:ln>
        </p:spPr>
      </p:sp>
      <p:sp>
        <p:nvSpPr>
          <p:cNvPr id="131" name="Google Shape;131;p41" title="Decorative"/>
          <p:cNvSpPr/>
          <p:nvPr>
            <p:ph idx="4" type="pic"/>
          </p:nvPr>
        </p:nvSpPr>
        <p:spPr>
          <a:xfrm>
            <a:off x="7839076" y="4165600"/>
            <a:ext cx="4052888" cy="2395538"/>
          </a:xfrm>
          <a:prstGeom prst="rect">
            <a:avLst/>
          </a:prstGeom>
          <a:solidFill>
            <a:srgbClr val="F2F2F2"/>
          </a:solidFill>
          <a:ln>
            <a:noFill/>
          </a:ln>
        </p:spPr>
      </p:sp>
      <p:sp>
        <p:nvSpPr>
          <p:cNvPr id="132" name="Google Shape;132;p41"/>
          <p:cNvSpPr txBox="1"/>
          <p:nvPr>
            <p:ph type="title"/>
          </p:nvPr>
        </p:nvSpPr>
        <p:spPr>
          <a:xfrm>
            <a:off x="518160" y="450030"/>
            <a:ext cx="2578099" cy="2508588"/>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3" name="Google Shape;133;p41" title="Decorative"/>
          <p:cNvCxnSpPr/>
          <p:nvPr/>
        </p:nvCxnSpPr>
        <p:spPr>
          <a:xfrm>
            <a:off x="1612562" y="1959892"/>
            <a:ext cx="0" cy="2188805"/>
          </a:xfrm>
          <a:prstGeom prst="straightConnector1">
            <a:avLst/>
          </a:prstGeom>
          <a:noFill/>
          <a:ln cap="flat" cmpd="sng" w="76200">
            <a:solidFill>
              <a:schemeClr val="accent4"/>
            </a:solidFill>
            <a:prstDash val="solid"/>
            <a:miter lim="4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bg>
      <p:bgPr>
        <a:solidFill>
          <a:schemeClr val="accent1"/>
        </a:solidFill>
      </p:bgPr>
    </p:bg>
    <p:spTree>
      <p:nvGrpSpPr>
        <p:cNvPr id="134" name="Shape 134"/>
        <p:cNvGrpSpPr/>
        <p:nvPr/>
      </p:nvGrpSpPr>
      <p:grpSpPr>
        <a:xfrm>
          <a:off x="0" y="0"/>
          <a:ext cx="0" cy="0"/>
          <a:chOff x="0" y="0"/>
          <a:chExt cx="0" cy="0"/>
        </a:xfrm>
      </p:grpSpPr>
      <p:sp>
        <p:nvSpPr>
          <p:cNvPr id="135" name="Google Shape;135;p42" title="Decorative"/>
          <p:cNvSpPr/>
          <p:nvPr>
            <p:ph idx="2" type="pic"/>
          </p:nvPr>
        </p:nvSpPr>
        <p:spPr>
          <a:xfrm>
            <a:off x="0" y="0"/>
            <a:ext cx="12192000" cy="5497975"/>
          </a:xfrm>
          <a:prstGeom prst="rect">
            <a:avLst/>
          </a:prstGeom>
          <a:solidFill>
            <a:srgbClr val="0F3259"/>
          </a:solidFill>
          <a:ln>
            <a:noFill/>
          </a:ln>
        </p:spPr>
      </p:sp>
      <p:sp>
        <p:nvSpPr>
          <p:cNvPr id="136" name="Google Shape;136;p42"/>
          <p:cNvSpPr txBox="1"/>
          <p:nvPr>
            <p:ph type="title"/>
          </p:nvPr>
        </p:nvSpPr>
        <p:spPr>
          <a:xfrm>
            <a:off x="853440" y="5688402"/>
            <a:ext cx="8717280" cy="823070"/>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bg>
      <p:bgPr>
        <a:solidFill>
          <a:schemeClr val="lt1"/>
        </a:solidFill>
      </p:bgPr>
    </p:bg>
    <p:spTree>
      <p:nvGrpSpPr>
        <p:cNvPr id="137" name="Shape 137"/>
        <p:cNvGrpSpPr/>
        <p:nvPr/>
      </p:nvGrpSpPr>
      <p:grpSpPr>
        <a:xfrm>
          <a:off x="0" y="0"/>
          <a:ext cx="0" cy="0"/>
          <a:chOff x="0" y="0"/>
          <a:chExt cx="0" cy="0"/>
        </a:xfrm>
      </p:grpSpPr>
      <p:sp>
        <p:nvSpPr>
          <p:cNvPr id="138" name="Google Shape;138;p43" title="Decorative"/>
          <p:cNvSpPr/>
          <p:nvPr/>
        </p:nvSpPr>
        <p:spPr>
          <a:xfrm>
            <a:off x="0" y="1405466"/>
            <a:ext cx="12192000" cy="3657601"/>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43"/>
          <p:cNvSpPr txBox="1"/>
          <p:nvPr>
            <p:ph type="title"/>
          </p:nvPr>
        </p:nvSpPr>
        <p:spPr>
          <a:xfrm>
            <a:off x="838199" y="1906059"/>
            <a:ext cx="7882467" cy="169418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lt1"/>
              </a:buClr>
              <a:buSzPts val="6600"/>
              <a:buFont typeface="Corbel"/>
              <a:buNone/>
              <a:defRPr b="1" sz="66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43"/>
          <p:cNvSpPr txBox="1"/>
          <p:nvPr>
            <p:ph idx="1" type="body"/>
          </p:nvPr>
        </p:nvSpPr>
        <p:spPr>
          <a:xfrm>
            <a:off x="8530361" y="4554447"/>
            <a:ext cx="2489200" cy="3124198"/>
          </a:xfrm>
          <a:prstGeom prst="rect">
            <a:avLst/>
          </a:prstGeom>
          <a:solidFill>
            <a:srgbClr val="C48FAA"/>
          </a:solidFill>
          <a:ln>
            <a:noFill/>
          </a:ln>
        </p:spPr>
        <p:txBody>
          <a:bodyPr anchorCtr="0" anchor="b" bIns="0" lIns="91425" spcFirstLastPara="1" rIns="91425" wrap="square" tIns="45700">
            <a:noAutofit/>
          </a:bodyPr>
          <a:lstStyle>
            <a:lvl1pPr indent="-228600" lvl="0" marL="457200" algn="ctr">
              <a:lnSpc>
                <a:spcPct val="90000"/>
              </a:lnSpc>
              <a:spcBef>
                <a:spcPts val="1000"/>
              </a:spcBef>
              <a:spcAft>
                <a:spcPts val="0"/>
              </a:spcAft>
              <a:buClr>
                <a:schemeClr val="lt1"/>
              </a:buClr>
              <a:buSzPts val="25000"/>
              <a:buNone/>
              <a:defRPr sz="250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Image">
  <p:cSld name="Title Slide with Image">
    <p:spTree>
      <p:nvGrpSpPr>
        <p:cNvPr id="141" name="Shape 141"/>
        <p:cNvGrpSpPr/>
        <p:nvPr/>
      </p:nvGrpSpPr>
      <p:grpSpPr>
        <a:xfrm>
          <a:off x="0" y="0"/>
          <a:ext cx="0" cy="0"/>
          <a:chOff x="0" y="0"/>
          <a:chExt cx="0" cy="0"/>
        </a:xfrm>
      </p:grpSpPr>
      <p:sp>
        <p:nvSpPr>
          <p:cNvPr id="142" name="Google Shape;142;p44" title="Decorative"/>
          <p:cNvSpPr/>
          <p:nvPr>
            <p:ph idx="2" type="pic"/>
          </p:nvPr>
        </p:nvSpPr>
        <p:spPr>
          <a:xfrm>
            <a:off x="0" y="4288"/>
            <a:ext cx="12192000" cy="4618512"/>
          </a:xfrm>
          <a:prstGeom prst="rect">
            <a:avLst/>
          </a:prstGeom>
          <a:solidFill>
            <a:srgbClr val="F2F2F2"/>
          </a:solidFill>
          <a:ln>
            <a:noFill/>
          </a:ln>
        </p:spPr>
      </p:sp>
      <p:sp>
        <p:nvSpPr>
          <p:cNvPr id="143" name="Google Shape;143;p44"/>
          <p:cNvSpPr/>
          <p:nvPr/>
        </p:nvSpPr>
        <p:spPr>
          <a:xfrm>
            <a:off x="0" y="4622800"/>
            <a:ext cx="12192000" cy="2230912"/>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44"/>
          <p:cNvSpPr txBox="1"/>
          <p:nvPr>
            <p:ph type="title"/>
          </p:nvPr>
        </p:nvSpPr>
        <p:spPr>
          <a:xfrm>
            <a:off x="838199" y="5037721"/>
            <a:ext cx="9575801" cy="89125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44"/>
          <p:cNvSpPr txBox="1"/>
          <p:nvPr>
            <p:ph idx="1" type="body"/>
          </p:nvPr>
        </p:nvSpPr>
        <p:spPr>
          <a:xfrm>
            <a:off x="838200" y="6125744"/>
            <a:ext cx="9575800" cy="3385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6" name="Google Shape;146;p44" title="Decorative"/>
          <p:cNvCxnSpPr/>
          <p:nvPr/>
        </p:nvCxnSpPr>
        <p:spPr>
          <a:xfrm>
            <a:off x="2079137" y="4855144"/>
            <a:ext cx="0" cy="2188805"/>
          </a:xfrm>
          <a:prstGeom prst="straightConnector1">
            <a:avLst/>
          </a:prstGeom>
          <a:noFill/>
          <a:ln cap="flat" cmpd="sng" w="76200">
            <a:solidFill>
              <a:srgbClr val="00B0F0"/>
            </a:solidFill>
            <a:prstDash val="solid"/>
            <a:miter lim="400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with Image">
  <p:cSld name="3_Title Slide with Image">
    <p:spTree>
      <p:nvGrpSpPr>
        <p:cNvPr id="147" name="Shape 147"/>
        <p:cNvGrpSpPr/>
        <p:nvPr/>
      </p:nvGrpSpPr>
      <p:grpSpPr>
        <a:xfrm>
          <a:off x="0" y="0"/>
          <a:ext cx="0" cy="0"/>
          <a:chOff x="0" y="0"/>
          <a:chExt cx="0" cy="0"/>
        </a:xfrm>
      </p:grpSpPr>
      <p:sp>
        <p:nvSpPr>
          <p:cNvPr id="148" name="Google Shape;148;p45" title="Decorative"/>
          <p:cNvSpPr/>
          <p:nvPr>
            <p:ph idx="2" type="pic"/>
          </p:nvPr>
        </p:nvSpPr>
        <p:spPr>
          <a:xfrm>
            <a:off x="0" y="4288"/>
            <a:ext cx="12192000" cy="6853712"/>
          </a:xfrm>
          <a:prstGeom prst="rect">
            <a:avLst/>
          </a:prstGeom>
          <a:solidFill>
            <a:srgbClr val="F2F2F2"/>
          </a:solidFill>
          <a:ln>
            <a:noFill/>
          </a:ln>
        </p:spPr>
      </p:sp>
      <p:sp>
        <p:nvSpPr>
          <p:cNvPr id="149" name="Google Shape;149;p45"/>
          <p:cNvSpPr txBox="1"/>
          <p:nvPr>
            <p:ph type="title"/>
          </p:nvPr>
        </p:nvSpPr>
        <p:spPr>
          <a:xfrm>
            <a:off x="838199" y="2002421"/>
            <a:ext cx="7252505" cy="89125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45"/>
          <p:cNvSpPr txBox="1"/>
          <p:nvPr>
            <p:ph idx="1" type="body"/>
          </p:nvPr>
        </p:nvSpPr>
        <p:spPr>
          <a:xfrm>
            <a:off x="838200" y="3090444"/>
            <a:ext cx="7252504" cy="3385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1" name="Google Shape;151;p45" title="Decorative"/>
          <p:cNvCxnSpPr/>
          <p:nvPr/>
        </p:nvCxnSpPr>
        <p:spPr>
          <a:xfrm flipH="1" rot="5400000">
            <a:off x="1918496" y="1819845"/>
            <a:ext cx="1" cy="2188805"/>
          </a:xfrm>
          <a:prstGeom prst="straightConnector1">
            <a:avLst/>
          </a:prstGeom>
          <a:noFill/>
          <a:ln cap="flat" cmpd="sng" w="76200">
            <a:solidFill>
              <a:srgbClr val="C48FAA"/>
            </a:solidFill>
            <a:prstDash val="solid"/>
            <a:miter lim="4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with Image">
  <p:cSld name="2_Title Slide with Image">
    <p:bg>
      <p:bgPr>
        <a:solidFill>
          <a:schemeClr val="accent1"/>
        </a:solidFill>
      </p:bgPr>
    </p:bg>
    <p:spTree>
      <p:nvGrpSpPr>
        <p:cNvPr id="152" name="Shape 152"/>
        <p:cNvGrpSpPr/>
        <p:nvPr/>
      </p:nvGrpSpPr>
      <p:grpSpPr>
        <a:xfrm>
          <a:off x="0" y="0"/>
          <a:ext cx="0" cy="0"/>
          <a:chOff x="0" y="0"/>
          <a:chExt cx="0" cy="0"/>
        </a:xfrm>
      </p:grpSpPr>
      <p:sp>
        <p:nvSpPr>
          <p:cNvPr id="153" name="Google Shape;153;p46" title="Decorative"/>
          <p:cNvSpPr/>
          <p:nvPr>
            <p:ph idx="2" type="pic"/>
          </p:nvPr>
        </p:nvSpPr>
        <p:spPr>
          <a:xfrm>
            <a:off x="5295899" y="4288"/>
            <a:ext cx="6896100" cy="6853712"/>
          </a:xfrm>
          <a:prstGeom prst="rect">
            <a:avLst/>
          </a:prstGeom>
          <a:solidFill>
            <a:srgbClr val="F2F2F2"/>
          </a:solidFill>
          <a:ln>
            <a:noFill/>
          </a:ln>
        </p:spPr>
      </p:sp>
      <p:sp>
        <p:nvSpPr>
          <p:cNvPr id="154" name="Google Shape;154;p46"/>
          <p:cNvSpPr/>
          <p:nvPr/>
        </p:nvSpPr>
        <p:spPr>
          <a:xfrm>
            <a:off x="0" y="1539433"/>
            <a:ext cx="8866207" cy="531856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46" title="Decorative"/>
          <p:cNvSpPr/>
          <p:nvPr/>
        </p:nvSpPr>
        <p:spPr>
          <a:xfrm>
            <a:off x="0" y="0"/>
            <a:ext cx="5295899" cy="6858000"/>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46"/>
          <p:cNvSpPr txBox="1"/>
          <p:nvPr>
            <p:ph type="title"/>
          </p:nvPr>
        </p:nvSpPr>
        <p:spPr>
          <a:xfrm>
            <a:off x="798690" y="2040520"/>
            <a:ext cx="4120444" cy="181865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46"/>
          <p:cNvSpPr txBox="1"/>
          <p:nvPr>
            <p:ph idx="1" type="body"/>
          </p:nvPr>
        </p:nvSpPr>
        <p:spPr>
          <a:xfrm>
            <a:off x="798690" y="4031658"/>
            <a:ext cx="4120443" cy="3385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8" name="Google Shape;158;p46" title="Decorative"/>
          <p:cNvCxnSpPr/>
          <p:nvPr/>
        </p:nvCxnSpPr>
        <p:spPr>
          <a:xfrm>
            <a:off x="1893092" y="2764774"/>
            <a:ext cx="0" cy="2188806"/>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159" name="Shape 159"/>
        <p:cNvGrpSpPr/>
        <p:nvPr/>
      </p:nvGrpSpPr>
      <p:grpSpPr>
        <a:xfrm>
          <a:off x="0" y="0"/>
          <a:ext cx="0" cy="0"/>
          <a:chOff x="0" y="0"/>
          <a:chExt cx="0" cy="0"/>
        </a:xfrm>
      </p:grpSpPr>
      <p:sp>
        <p:nvSpPr>
          <p:cNvPr id="160" name="Google Shape;160;p47" title="Decorative"/>
          <p:cNvSpPr/>
          <p:nvPr>
            <p:ph idx="2" type="pic"/>
          </p:nvPr>
        </p:nvSpPr>
        <p:spPr>
          <a:xfrm>
            <a:off x="0" y="0"/>
            <a:ext cx="12192000" cy="6853712"/>
          </a:xfrm>
          <a:prstGeom prst="rect">
            <a:avLst/>
          </a:prstGeom>
          <a:solidFill>
            <a:srgbClr val="F2F2F2"/>
          </a:solidFill>
          <a:ln>
            <a:noFill/>
          </a:ln>
        </p:spPr>
      </p:sp>
      <p:sp>
        <p:nvSpPr>
          <p:cNvPr id="161" name="Google Shape;161;p47"/>
          <p:cNvSpPr txBox="1"/>
          <p:nvPr>
            <p:ph type="title"/>
          </p:nvPr>
        </p:nvSpPr>
        <p:spPr>
          <a:xfrm>
            <a:off x="3872090" y="2905535"/>
            <a:ext cx="4120444" cy="891250"/>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47"/>
          <p:cNvSpPr txBox="1"/>
          <p:nvPr>
            <p:ph idx="1" type="body"/>
          </p:nvPr>
        </p:nvSpPr>
        <p:spPr>
          <a:xfrm>
            <a:off x="3872090" y="3993558"/>
            <a:ext cx="4120443" cy="33854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3" name="Google Shape;163;p47" title="Decorative"/>
          <p:cNvCxnSpPr/>
          <p:nvPr/>
        </p:nvCxnSpPr>
        <p:spPr>
          <a:xfrm flipH="1" rot="5400000">
            <a:off x="5932310" y="2726675"/>
            <a:ext cx="1" cy="2188805"/>
          </a:xfrm>
          <a:prstGeom prst="straightConnector1">
            <a:avLst/>
          </a:prstGeom>
          <a:noFill/>
          <a:ln cap="flat" cmpd="sng" w="25400">
            <a:solidFill>
              <a:schemeClr val="lt1"/>
            </a:solidFill>
            <a:prstDash val="solid"/>
            <a:miter lim="400000"/>
            <a:headEnd len="sm" w="sm" type="none"/>
            <a:tailEnd len="sm" w="sm" type="none"/>
          </a:ln>
        </p:spPr>
      </p:cxnSp>
      <p:sp>
        <p:nvSpPr>
          <p:cNvPr id="164" name="Google Shape;164;p47" title="Decorative"/>
          <p:cNvSpPr/>
          <p:nvPr/>
        </p:nvSpPr>
        <p:spPr>
          <a:xfrm>
            <a:off x="3872089" y="860778"/>
            <a:ext cx="4120444" cy="5136445"/>
          </a:xfrm>
          <a:prstGeom prst="rect">
            <a:avLst/>
          </a:prstGeom>
          <a:noFill/>
          <a:ln cap="flat" cmpd="sng" w="76200">
            <a:solidFill>
              <a:srgbClr val="C48FA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with Image">
  <p:cSld name="1_Title Slide with Image">
    <p:bg>
      <p:bgPr>
        <a:solidFill>
          <a:schemeClr val="accent1"/>
        </a:solidFill>
      </p:bgPr>
    </p:bg>
    <p:spTree>
      <p:nvGrpSpPr>
        <p:cNvPr id="165" name="Shape 165"/>
        <p:cNvGrpSpPr/>
        <p:nvPr/>
      </p:nvGrpSpPr>
      <p:grpSpPr>
        <a:xfrm>
          <a:off x="0" y="0"/>
          <a:ext cx="0" cy="0"/>
          <a:chOff x="0" y="0"/>
          <a:chExt cx="0" cy="0"/>
        </a:xfrm>
      </p:grpSpPr>
      <p:sp>
        <p:nvSpPr>
          <p:cNvPr id="166" name="Google Shape;166;p48"/>
          <p:cNvSpPr txBox="1"/>
          <p:nvPr>
            <p:ph type="title"/>
          </p:nvPr>
        </p:nvSpPr>
        <p:spPr>
          <a:xfrm>
            <a:off x="2565399" y="3107447"/>
            <a:ext cx="7252505" cy="891250"/>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48"/>
          <p:cNvSpPr txBox="1"/>
          <p:nvPr>
            <p:ph idx="1" type="body"/>
          </p:nvPr>
        </p:nvSpPr>
        <p:spPr>
          <a:xfrm>
            <a:off x="2565400" y="4195470"/>
            <a:ext cx="7252504" cy="33854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8" name="Google Shape;168;p48" title="Decorative"/>
          <p:cNvCxnSpPr/>
          <p:nvPr/>
        </p:nvCxnSpPr>
        <p:spPr>
          <a:xfrm>
            <a:off x="6096000" y="2924870"/>
            <a:ext cx="0" cy="2188805"/>
          </a:xfrm>
          <a:prstGeom prst="straightConnector1">
            <a:avLst/>
          </a:prstGeom>
          <a:noFill/>
          <a:ln cap="flat" cmpd="sng" w="25400">
            <a:solidFill>
              <a:schemeClr val="lt1"/>
            </a:solidFill>
            <a:prstDash val="solid"/>
            <a:miter lim="400000"/>
            <a:headEnd len="sm" w="sm" type="none"/>
            <a:tailEnd len="sm" w="sm" type="none"/>
          </a:ln>
        </p:spPr>
      </p:cxnSp>
      <p:sp>
        <p:nvSpPr>
          <p:cNvPr id="169" name="Google Shape;169;p48" title="Decorative"/>
          <p:cNvSpPr/>
          <p:nvPr/>
        </p:nvSpPr>
        <p:spPr>
          <a:xfrm>
            <a:off x="1238104" y="860778"/>
            <a:ext cx="9715792" cy="5136445"/>
          </a:xfrm>
          <a:prstGeom prst="rect">
            <a:avLst/>
          </a:prstGeom>
          <a:noFill/>
          <a:ln cap="flat" cmpd="sng" w="76200">
            <a:solidFill>
              <a:srgbClr val="C48FA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with Image">
  <p:cSld name="5_Title Slide with Image">
    <p:bg>
      <p:bgPr>
        <a:solidFill>
          <a:schemeClr val="accent4"/>
        </a:solidFill>
      </p:bgPr>
    </p:bg>
    <p:spTree>
      <p:nvGrpSpPr>
        <p:cNvPr id="170" name="Shape 170"/>
        <p:cNvGrpSpPr/>
        <p:nvPr/>
      </p:nvGrpSpPr>
      <p:grpSpPr>
        <a:xfrm>
          <a:off x="0" y="0"/>
          <a:ext cx="0" cy="0"/>
          <a:chOff x="0" y="0"/>
          <a:chExt cx="0" cy="0"/>
        </a:xfrm>
      </p:grpSpPr>
      <p:sp>
        <p:nvSpPr>
          <p:cNvPr id="171" name="Google Shape;171;p49"/>
          <p:cNvSpPr txBox="1"/>
          <p:nvPr>
            <p:ph type="title"/>
          </p:nvPr>
        </p:nvSpPr>
        <p:spPr>
          <a:xfrm>
            <a:off x="2565399" y="3107447"/>
            <a:ext cx="7252505" cy="891250"/>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9"/>
          <p:cNvSpPr txBox="1"/>
          <p:nvPr>
            <p:ph idx="1" type="body"/>
          </p:nvPr>
        </p:nvSpPr>
        <p:spPr>
          <a:xfrm>
            <a:off x="2565400" y="4195470"/>
            <a:ext cx="7252504" cy="33854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3" name="Google Shape;173;p49" title="Decorative"/>
          <p:cNvCxnSpPr/>
          <p:nvPr/>
        </p:nvCxnSpPr>
        <p:spPr>
          <a:xfrm>
            <a:off x="6096000" y="2924870"/>
            <a:ext cx="0" cy="2188805"/>
          </a:xfrm>
          <a:prstGeom prst="straightConnector1">
            <a:avLst/>
          </a:prstGeom>
          <a:noFill/>
          <a:ln cap="flat" cmpd="sng" w="25400">
            <a:solidFill>
              <a:schemeClr val="lt1"/>
            </a:solidFill>
            <a:prstDash val="solid"/>
            <a:miter lim="400000"/>
            <a:headEnd len="sm" w="sm" type="none"/>
            <a:tailEnd len="sm" w="sm" type="none"/>
          </a:ln>
        </p:spPr>
      </p:cxnSp>
      <p:sp>
        <p:nvSpPr>
          <p:cNvPr id="174" name="Google Shape;174;p49" title="Decorative"/>
          <p:cNvSpPr/>
          <p:nvPr/>
        </p:nvSpPr>
        <p:spPr>
          <a:xfrm>
            <a:off x="1238104" y="860778"/>
            <a:ext cx="9715792" cy="5136445"/>
          </a:xfrm>
          <a:prstGeom prst="rect">
            <a:avLst/>
          </a:prstGeom>
          <a:noFill/>
          <a:ln cap="flat" cmpd="sng" w="762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with Image">
  <p:cSld name="4_Title Slide with Image">
    <p:bg>
      <p:bgPr>
        <a:solidFill>
          <a:schemeClr val="accent2"/>
        </a:solidFill>
      </p:bgPr>
    </p:bg>
    <p:spTree>
      <p:nvGrpSpPr>
        <p:cNvPr id="175" name="Shape 175"/>
        <p:cNvGrpSpPr/>
        <p:nvPr/>
      </p:nvGrpSpPr>
      <p:grpSpPr>
        <a:xfrm>
          <a:off x="0" y="0"/>
          <a:ext cx="0" cy="0"/>
          <a:chOff x="0" y="0"/>
          <a:chExt cx="0" cy="0"/>
        </a:xfrm>
      </p:grpSpPr>
      <p:sp>
        <p:nvSpPr>
          <p:cNvPr id="176" name="Google Shape;176;p50"/>
          <p:cNvSpPr txBox="1"/>
          <p:nvPr>
            <p:ph type="title"/>
          </p:nvPr>
        </p:nvSpPr>
        <p:spPr>
          <a:xfrm>
            <a:off x="2565399" y="3107447"/>
            <a:ext cx="7252505" cy="891250"/>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50"/>
          <p:cNvSpPr txBox="1"/>
          <p:nvPr>
            <p:ph idx="1" type="body"/>
          </p:nvPr>
        </p:nvSpPr>
        <p:spPr>
          <a:xfrm>
            <a:off x="2565400" y="4195470"/>
            <a:ext cx="7252504" cy="338549"/>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8" name="Google Shape;178;p50" title="Decorative"/>
          <p:cNvCxnSpPr/>
          <p:nvPr/>
        </p:nvCxnSpPr>
        <p:spPr>
          <a:xfrm>
            <a:off x="6096000" y="2924870"/>
            <a:ext cx="0" cy="2188805"/>
          </a:xfrm>
          <a:prstGeom prst="straightConnector1">
            <a:avLst/>
          </a:prstGeom>
          <a:noFill/>
          <a:ln cap="flat" cmpd="sng" w="25400">
            <a:solidFill>
              <a:schemeClr val="lt1"/>
            </a:solidFill>
            <a:prstDash val="solid"/>
            <a:miter lim="400000"/>
            <a:headEnd len="sm" w="sm" type="none"/>
            <a:tailEnd len="sm" w="sm" type="none"/>
          </a:ln>
        </p:spPr>
      </p:cxnSp>
      <p:sp>
        <p:nvSpPr>
          <p:cNvPr id="179" name="Google Shape;179;p50" title="Decorative"/>
          <p:cNvSpPr/>
          <p:nvPr/>
        </p:nvSpPr>
        <p:spPr>
          <a:xfrm>
            <a:off x="1238104" y="860778"/>
            <a:ext cx="9715792" cy="5136445"/>
          </a:xfrm>
          <a:prstGeom prst="rect">
            <a:avLst/>
          </a:prstGeom>
          <a:noFill/>
          <a:ln cap="flat" cmpd="sng" w="76200">
            <a:solidFill>
              <a:srgbClr val="1D72A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with Image">
  <p:cSld name="Slide Divider with Image">
    <p:bg>
      <p:bgPr>
        <a:solidFill>
          <a:schemeClr val="accent1"/>
        </a:solidFill>
      </p:bgPr>
    </p:bg>
    <p:spTree>
      <p:nvGrpSpPr>
        <p:cNvPr id="180" name="Shape 180"/>
        <p:cNvGrpSpPr/>
        <p:nvPr/>
      </p:nvGrpSpPr>
      <p:grpSpPr>
        <a:xfrm>
          <a:off x="0" y="0"/>
          <a:ext cx="0" cy="0"/>
          <a:chOff x="0" y="0"/>
          <a:chExt cx="0" cy="0"/>
        </a:xfrm>
      </p:grpSpPr>
      <p:sp>
        <p:nvSpPr>
          <p:cNvPr id="181" name="Google Shape;181;p51" title="Decorative"/>
          <p:cNvSpPr/>
          <p:nvPr>
            <p:ph idx="2" type="pic"/>
          </p:nvPr>
        </p:nvSpPr>
        <p:spPr>
          <a:xfrm>
            <a:off x="0" y="0"/>
            <a:ext cx="12192000" cy="6853712"/>
          </a:xfrm>
          <a:prstGeom prst="rect">
            <a:avLst/>
          </a:prstGeom>
          <a:solidFill>
            <a:srgbClr val="F2F2F2"/>
          </a:solidFill>
          <a:ln>
            <a:noFill/>
          </a:ln>
        </p:spPr>
      </p:sp>
      <p:sp>
        <p:nvSpPr>
          <p:cNvPr id="182" name="Google Shape;182;p51"/>
          <p:cNvSpPr txBox="1"/>
          <p:nvPr>
            <p:ph type="title"/>
          </p:nvPr>
        </p:nvSpPr>
        <p:spPr>
          <a:xfrm>
            <a:off x="838199" y="3673179"/>
            <a:ext cx="6826342" cy="2188805"/>
          </a:xfrm>
          <a:prstGeom prst="rect">
            <a:avLst/>
          </a:prstGeom>
          <a:noFill/>
          <a:ln>
            <a:noFill/>
          </a:ln>
        </p:spPr>
        <p:txBody>
          <a:bodyPr anchorCtr="0" anchor="ctr" bIns="45700" lIns="91425" spcFirstLastPara="1" rIns="457200" wrap="square" tIns="45700">
            <a:noAutofit/>
          </a:bodyPr>
          <a:lstStyle>
            <a:lvl1pPr lvl="0" algn="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51" title="Decorative"/>
          <p:cNvSpPr txBox="1"/>
          <p:nvPr>
            <p:ph idx="1" type="body"/>
          </p:nvPr>
        </p:nvSpPr>
        <p:spPr>
          <a:xfrm>
            <a:off x="7664542" y="3665204"/>
            <a:ext cx="4527458" cy="2196780"/>
          </a:xfrm>
          <a:prstGeom prst="rect">
            <a:avLst/>
          </a:prstGeom>
          <a:solidFill>
            <a:srgbClr val="0F3259"/>
          </a:solidFill>
          <a:ln>
            <a:noFill/>
          </a:ln>
        </p:spPr>
        <p:txBody>
          <a:bodyPr anchorCtr="0" anchor="ctr" bIns="182875" lIns="274300" spcFirstLastPara="1" rIns="182875" wrap="square" tIns="182875">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4" name="Google Shape;184;p51" title="Decorative"/>
          <p:cNvCxnSpPr/>
          <p:nvPr/>
        </p:nvCxnSpPr>
        <p:spPr>
          <a:xfrm flipH="1" rot="10800000">
            <a:off x="7664541" y="3673179"/>
            <a:ext cx="1" cy="2188805"/>
          </a:xfrm>
          <a:prstGeom prst="straightConnector1">
            <a:avLst/>
          </a:prstGeom>
          <a:noFill/>
          <a:ln cap="flat" cmpd="sng" w="76200">
            <a:solidFill>
              <a:srgbClr val="00B0F0"/>
            </a:solidFill>
            <a:prstDash val="solid"/>
            <a:miter lim="400000"/>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Divider with Image">
  <p:cSld name="2_Slide Divider with Image">
    <p:bg>
      <p:bgPr>
        <a:solidFill>
          <a:schemeClr val="accent1"/>
        </a:solidFill>
      </p:bgPr>
    </p:bg>
    <p:spTree>
      <p:nvGrpSpPr>
        <p:cNvPr id="185" name="Shape 185"/>
        <p:cNvGrpSpPr/>
        <p:nvPr/>
      </p:nvGrpSpPr>
      <p:grpSpPr>
        <a:xfrm>
          <a:off x="0" y="0"/>
          <a:ext cx="0" cy="0"/>
          <a:chOff x="0" y="0"/>
          <a:chExt cx="0" cy="0"/>
        </a:xfrm>
      </p:grpSpPr>
      <p:sp>
        <p:nvSpPr>
          <p:cNvPr id="186" name="Google Shape;186;p52" title="Decorative"/>
          <p:cNvSpPr/>
          <p:nvPr>
            <p:ph idx="2" type="pic"/>
          </p:nvPr>
        </p:nvSpPr>
        <p:spPr>
          <a:xfrm>
            <a:off x="0" y="0"/>
            <a:ext cx="12192000" cy="6853712"/>
          </a:xfrm>
          <a:prstGeom prst="rect">
            <a:avLst/>
          </a:prstGeom>
          <a:solidFill>
            <a:srgbClr val="F2F2F2"/>
          </a:solidFill>
          <a:ln>
            <a:noFill/>
          </a:ln>
        </p:spPr>
      </p:sp>
      <p:sp>
        <p:nvSpPr>
          <p:cNvPr id="187" name="Google Shape;187;p52"/>
          <p:cNvSpPr txBox="1"/>
          <p:nvPr>
            <p:ph type="title"/>
          </p:nvPr>
        </p:nvSpPr>
        <p:spPr>
          <a:xfrm>
            <a:off x="838199" y="3673179"/>
            <a:ext cx="6826342" cy="2188805"/>
          </a:xfrm>
          <a:prstGeom prst="rect">
            <a:avLst/>
          </a:prstGeom>
          <a:noFill/>
          <a:ln>
            <a:noFill/>
          </a:ln>
        </p:spPr>
        <p:txBody>
          <a:bodyPr anchorCtr="0" anchor="ctr" bIns="45700" lIns="91425" spcFirstLastPara="1" rIns="457200" wrap="square" tIns="45700">
            <a:noAutofit/>
          </a:bodyPr>
          <a:lstStyle>
            <a:lvl1pPr lvl="0" algn="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52" title="Decorative"/>
          <p:cNvSpPr txBox="1"/>
          <p:nvPr>
            <p:ph idx="1" type="body"/>
          </p:nvPr>
        </p:nvSpPr>
        <p:spPr>
          <a:xfrm>
            <a:off x="7664542" y="3665204"/>
            <a:ext cx="4527458" cy="2196780"/>
          </a:xfrm>
          <a:prstGeom prst="rect">
            <a:avLst/>
          </a:prstGeom>
          <a:solidFill>
            <a:schemeClr val="accent2"/>
          </a:solidFill>
          <a:ln>
            <a:noFill/>
          </a:ln>
        </p:spPr>
        <p:txBody>
          <a:bodyPr anchorCtr="0" anchor="ctr" bIns="182875" lIns="274300" spcFirstLastPara="1" rIns="182875" wrap="square" tIns="182875">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9" name="Google Shape;189;p52" title="Decorative"/>
          <p:cNvCxnSpPr/>
          <p:nvPr/>
        </p:nvCxnSpPr>
        <p:spPr>
          <a:xfrm flipH="1" rot="10800000">
            <a:off x="7664541" y="3673179"/>
            <a:ext cx="1" cy="2188805"/>
          </a:xfrm>
          <a:prstGeom prst="straightConnector1">
            <a:avLst/>
          </a:prstGeom>
          <a:noFill/>
          <a:ln cap="flat" cmpd="sng" w="76200">
            <a:solidFill>
              <a:srgbClr val="1D72AB"/>
            </a:solidFill>
            <a:prstDash val="solid"/>
            <a:miter lim="400000"/>
            <a:headEnd len="sm" w="sm" type="none"/>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Divider with Image">
  <p:cSld name="1_Slide Divider with Image">
    <p:bg>
      <p:bgPr>
        <a:solidFill>
          <a:schemeClr val="accent1"/>
        </a:solidFill>
      </p:bgPr>
    </p:bg>
    <p:spTree>
      <p:nvGrpSpPr>
        <p:cNvPr id="190" name="Shape 190"/>
        <p:cNvGrpSpPr/>
        <p:nvPr/>
      </p:nvGrpSpPr>
      <p:grpSpPr>
        <a:xfrm>
          <a:off x="0" y="0"/>
          <a:ext cx="0" cy="0"/>
          <a:chOff x="0" y="0"/>
          <a:chExt cx="0" cy="0"/>
        </a:xfrm>
      </p:grpSpPr>
      <p:sp>
        <p:nvSpPr>
          <p:cNvPr id="191" name="Google Shape;191;p53" title="Decorative"/>
          <p:cNvSpPr/>
          <p:nvPr>
            <p:ph idx="2" type="pic"/>
          </p:nvPr>
        </p:nvSpPr>
        <p:spPr>
          <a:xfrm>
            <a:off x="0" y="0"/>
            <a:ext cx="12192000" cy="6853712"/>
          </a:xfrm>
          <a:prstGeom prst="rect">
            <a:avLst/>
          </a:prstGeom>
          <a:solidFill>
            <a:srgbClr val="F2F2F2"/>
          </a:solidFill>
          <a:ln>
            <a:noFill/>
          </a:ln>
        </p:spPr>
      </p:sp>
      <p:sp>
        <p:nvSpPr>
          <p:cNvPr id="192" name="Google Shape;192;p53" title="Decorative"/>
          <p:cNvSpPr/>
          <p:nvPr/>
        </p:nvSpPr>
        <p:spPr>
          <a:xfrm>
            <a:off x="4769712" y="3138616"/>
            <a:ext cx="7422288" cy="321275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53"/>
          <p:cNvSpPr txBox="1"/>
          <p:nvPr>
            <p:ph type="title"/>
          </p:nvPr>
        </p:nvSpPr>
        <p:spPr>
          <a:xfrm>
            <a:off x="5114413" y="4304207"/>
            <a:ext cx="6439156" cy="89125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53"/>
          <p:cNvSpPr txBox="1"/>
          <p:nvPr>
            <p:ph idx="1" type="body"/>
          </p:nvPr>
        </p:nvSpPr>
        <p:spPr>
          <a:xfrm>
            <a:off x="5114413" y="5505120"/>
            <a:ext cx="6439155" cy="3385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95" name="Google Shape;195;p53" title="Decorative"/>
          <p:cNvCxnSpPr/>
          <p:nvPr/>
        </p:nvCxnSpPr>
        <p:spPr>
          <a:xfrm flipH="1" rot="5400000">
            <a:off x="6208815" y="4226947"/>
            <a:ext cx="1" cy="2188805"/>
          </a:xfrm>
          <a:prstGeom prst="straightConnector1">
            <a:avLst/>
          </a:prstGeom>
          <a:noFill/>
          <a:ln cap="flat" cmpd="sng" w="76200">
            <a:solidFill>
              <a:srgbClr val="C48FAA"/>
            </a:solidFill>
            <a:prstDash val="solid"/>
            <a:miter lim="400000"/>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2">
  <p:cSld name="Slide Divider 2">
    <p:bg>
      <p:bgPr>
        <a:solidFill>
          <a:schemeClr val="accent1"/>
        </a:solidFill>
      </p:bgPr>
    </p:bg>
    <p:spTree>
      <p:nvGrpSpPr>
        <p:cNvPr id="196" name="Shape 196"/>
        <p:cNvGrpSpPr/>
        <p:nvPr/>
      </p:nvGrpSpPr>
      <p:grpSpPr>
        <a:xfrm>
          <a:off x="0" y="0"/>
          <a:ext cx="0" cy="0"/>
          <a:chOff x="0" y="0"/>
          <a:chExt cx="0" cy="0"/>
        </a:xfrm>
      </p:grpSpPr>
      <p:sp>
        <p:nvSpPr>
          <p:cNvPr id="197" name="Google Shape;197;p54" title="Decorative"/>
          <p:cNvSpPr/>
          <p:nvPr>
            <p:ph idx="2" type="pic"/>
          </p:nvPr>
        </p:nvSpPr>
        <p:spPr>
          <a:xfrm>
            <a:off x="0" y="0"/>
            <a:ext cx="12192000" cy="6853712"/>
          </a:xfrm>
          <a:prstGeom prst="rect">
            <a:avLst/>
          </a:prstGeom>
          <a:solidFill>
            <a:srgbClr val="F2F2F2"/>
          </a:solidFill>
          <a:ln>
            <a:noFill/>
          </a:ln>
        </p:spPr>
      </p:sp>
      <p:sp>
        <p:nvSpPr>
          <p:cNvPr id="198" name="Google Shape;198;p54" title="Decorative"/>
          <p:cNvSpPr/>
          <p:nvPr/>
        </p:nvSpPr>
        <p:spPr>
          <a:xfrm>
            <a:off x="0" y="4387695"/>
            <a:ext cx="12192000" cy="2196780"/>
          </a:xfrm>
          <a:prstGeom prst="rect">
            <a:avLst/>
          </a:prstGeom>
          <a:solidFill>
            <a:schemeClr val="accen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54"/>
          <p:cNvSpPr txBox="1"/>
          <p:nvPr>
            <p:ph type="title"/>
          </p:nvPr>
        </p:nvSpPr>
        <p:spPr>
          <a:xfrm>
            <a:off x="510821" y="4395670"/>
            <a:ext cx="6826342" cy="2188805"/>
          </a:xfrm>
          <a:prstGeom prst="rect">
            <a:avLst/>
          </a:prstGeom>
          <a:noFill/>
          <a:ln>
            <a:noFill/>
          </a:ln>
        </p:spPr>
        <p:txBody>
          <a:bodyPr anchorCtr="0" anchor="ctr" bIns="45700" lIns="91425" spcFirstLastPara="1" rIns="457200" wrap="square" tIns="45700">
            <a:noAutofit/>
          </a:bodyPr>
          <a:lstStyle>
            <a:lvl1pPr lvl="0" algn="r">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54"/>
          <p:cNvSpPr txBox="1"/>
          <p:nvPr>
            <p:ph idx="1" type="body"/>
          </p:nvPr>
        </p:nvSpPr>
        <p:spPr>
          <a:xfrm>
            <a:off x="7337164" y="4387695"/>
            <a:ext cx="4527458" cy="2196780"/>
          </a:xfrm>
          <a:prstGeom prst="rect">
            <a:avLst/>
          </a:prstGeom>
          <a:noFill/>
          <a:ln>
            <a:noFill/>
          </a:ln>
        </p:spPr>
        <p:txBody>
          <a:bodyPr anchorCtr="0" anchor="ctr" bIns="182875" lIns="274300" spcFirstLastPara="1" rIns="182875" wrap="square" tIns="182875">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01" name="Google Shape;201;p54" title="Decorative"/>
          <p:cNvCxnSpPr/>
          <p:nvPr/>
        </p:nvCxnSpPr>
        <p:spPr>
          <a:xfrm flipH="1" rot="10800000">
            <a:off x="7337163" y="4742580"/>
            <a:ext cx="1" cy="1494984"/>
          </a:xfrm>
          <a:prstGeom prst="straightConnector1">
            <a:avLst/>
          </a:prstGeom>
          <a:noFill/>
          <a:ln cap="flat" cmpd="sng" w="76200">
            <a:solidFill>
              <a:schemeClr val="lt1"/>
            </a:solidFill>
            <a:prstDash val="solid"/>
            <a:miter lim="4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bg>
      <p:bgPr>
        <a:solidFill>
          <a:schemeClr val="lt1"/>
        </a:solidFill>
      </p:bgPr>
    </p:bg>
    <p:spTree>
      <p:nvGrpSpPr>
        <p:cNvPr id="202" name="Shape 202"/>
        <p:cNvGrpSpPr/>
        <p:nvPr/>
      </p:nvGrpSpPr>
      <p:grpSpPr>
        <a:xfrm>
          <a:off x="0" y="0"/>
          <a:ext cx="0" cy="0"/>
          <a:chOff x="0" y="0"/>
          <a:chExt cx="0" cy="0"/>
        </a:xfrm>
      </p:grpSpPr>
      <p:sp>
        <p:nvSpPr>
          <p:cNvPr id="203" name="Google Shape;203;p55" title="Decorative"/>
          <p:cNvSpPr/>
          <p:nvPr>
            <p:ph idx="2" type="pic"/>
          </p:nvPr>
        </p:nvSpPr>
        <p:spPr>
          <a:xfrm>
            <a:off x="361244" y="2225040"/>
            <a:ext cx="4536079" cy="4632960"/>
          </a:xfrm>
          <a:prstGeom prst="rect">
            <a:avLst/>
          </a:prstGeom>
          <a:noFill/>
          <a:ln>
            <a:noFill/>
          </a:ln>
        </p:spPr>
      </p:sp>
      <p:sp>
        <p:nvSpPr>
          <p:cNvPr id="204" name="Google Shape;204;p55"/>
          <p:cNvSpPr txBox="1"/>
          <p:nvPr>
            <p:ph idx="1" type="body"/>
          </p:nvPr>
        </p:nvSpPr>
        <p:spPr>
          <a:xfrm>
            <a:off x="5121031" y="2055335"/>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55"/>
          <p:cNvSpPr txBox="1"/>
          <p:nvPr>
            <p:ph idx="3" type="body"/>
          </p:nvPr>
        </p:nvSpPr>
        <p:spPr>
          <a:xfrm>
            <a:off x="5121031" y="2782449"/>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 name="Google Shape;206;p55"/>
          <p:cNvSpPr txBox="1"/>
          <p:nvPr>
            <p:ph idx="4" type="body"/>
          </p:nvPr>
        </p:nvSpPr>
        <p:spPr>
          <a:xfrm>
            <a:off x="5121031" y="4352427"/>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55"/>
          <p:cNvSpPr txBox="1"/>
          <p:nvPr>
            <p:ph idx="5" type="body"/>
          </p:nvPr>
        </p:nvSpPr>
        <p:spPr>
          <a:xfrm>
            <a:off x="5121031" y="3567438"/>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55"/>
          <p:cNvSpPr txBox="1"/>
          <p:nvPr>
            <p:ph idx="6" type="body"/>
          </p:nvPr>
        </p:nvSpPr>
        <p:spPr>
          <a:xfrm>
            <a:off x="5121031" y="5137415"/>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55" title="Decorative"/>
          <p:cNvSpPr/>
          <p:nvPr/>
        </p:nvSpPr>
        <p:spPr>
          <a:xfrm>
            <a:off x="353385" y="0"/>
            <a:ext cx="4572513" cy="20593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0" name="Google Shape;210;p55" title="Decorative"/>
          <p:cNvCxnSpPr/>
          <p:nvPr/>
        </p:nvCxnSpPr>
        <p:spPr>
          <a:xfrm>
            <a:off x="1560255" y="445140"/>
            <a:ext cx="0" cy="1930310"/>
          </a:xfrm>
          <a:prstGeom prst="straightConnector1">
            <a:avLst/>
          </a:prstGeom>
          <a:noFill/>
          <a:ln cap="flat" cmpd="sng" w="76200">
            <a:solidFill>
              <a:srgbClr val="1D72AB">
                <a:alpha val="96862"/>
              </a:srgbClr>
            </a:solidFill>
            <a:prstDash val="solid"/>
            <a:miter lim="400000"/>
            <a:headEnd len="sm" w="sm" type="none"/>
            <a:tailEnd len="sm" w="sm" type="none"/>
          </a:ln>
        </p:spPr>
      </p:cxnSp>
      <p:sp>
        <p:nvSpPr>
          <p:cNvPr id="211" name="Google Shape;211;p55"/>
          <p:cNvSpPr txBox="1"/>
          <p:nvPr>
            <p:ph type="title"/>
          </p:nvPr>
        </p:nvSpPr>
        <p:spPr>
          <a:xfrm>
            <a:off x="595100" y="192385"/>
            <a:ext cx="2275389" cy="1025525"/>
          </a:xfrm>
          <a:prstGeom prst="rect">
            <a:avLst/>
          </a:prstGeom>
          <a:noFill/>
          <a:ln>
            <a:noFill/>
          </a:ln>
        </p:spPr>
        <p:txBody>
          <a:bodyPr anchorCtr="0" anchor="b" bIns="0" lIns="0"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Custom Layout">
  <p:cSld name="41_Custom Layout">
    <p:bg>
      <p:bgPr>
        <a:solidFill>
          <a:schemeClr val="lt1"/>
        </a:solidFill>
      </p:bgPr>
    </p:bg>
    <p:spTree>
      <p:nvGrpSpPr>
        <p:cNvPr id="212" name="Shape 212"/>
        <p:cNvGrpSpPr/>
        <p:nvPr/>
      </p:nvGrpSpPr>
      <p:grpSpPr>
        <a:xfrm>
          <a:off x="0" y="0"/>
          <a:ext cx="0" cy="0"/>
          <a:chOff x="0" y="0"/>
          <a:chExt cx="0" cy="0"/>
        </a:xfrm>
      </p:grpSpPr>
      <p:sp>
        <p:nvSpPr>
          <p:cNvPr id="213" name="Google Shape;213;p56" title="Decorative"/>
          <p:cNvSpPr/>
          <p:nvPr>
            <p:ph idx="2" type="pic"/>
          </p:nvPr>
        </p:nvSpPr>
        <p:spPr>
          <a:xfrm>
            <a:off x="6264877" y="0"/>
            <a:ext cx="5927124" cy="6858000"/>
          </a:xfrm>
          <a:prstGeom prst="rect">
            <a:avLst/>
          </a:prstGeom>
          <a:noFill/>
          <a:ln>
            <a:noFill/>
          </a:ln>
        </p:spPr>
      </p:sp>
      <p:sp>
        <p:nvSpPr>
          <p:cNvPr id="214" name="Google Shape;214;p56"/>
          <p:cNvSpPr txBox="1"/>
          <p:nvPr>
            <p:ph idx="1" type="body"/>
          </p:nvPr>
        </p:nvSpPr>
        <p:spPr>
          <a:xfrm>
            <a:off x="471529" y="2348736"/>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56"/>
          <p:cNvSpPr txBox="1"/>
          <p:nvPr>
            <p:ph idx="3" type="body"/>
          </p:nvPr>
        </p:nvSpPr>
        <p:spPr>
          <a:xfrm>
            <a:off x="471529" y="3075850"/>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56"/>
          <p:cNvSpPr txBox="1"/>
          <p:nvPr>
            <p:ph idx="4" type="body"/>
          </p:nvPr>
        </p:nvSpPr>
        <p:spPr>
          <a:xfrm>
            <a:off x="471529" y="4645828"/>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56"/>
          <p:cNvSpPr txBox="1"/>
          <p:nvPr>
            <p:ph idx="5" type="body"/>
          </p:nvPr>
        </p:nvSpPr>
        <p:spPr>
          <a:xfrm>
            <a:off x="471529" y="3860839"/>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56"/>
          <p:cNvSpPr txBox="1"/>
          <p:nvPr>
            <p:ph idx="6" type="body"/>
          </p:nvPr>
        </p:nvSpPr>
        <p:spPr>
          <a:xfrm>
            <a:off x="471529" y="5430816"/>
            <a:ext cx="4294206"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56" title="Decorative"/>
          <p:cNvSpPr/>
          <p:nvPr/>
        </p:nvSpPr>
        <p:spPr>
          <a:xfrm>
            <a:off x="353385" y="0"/>
            <a:ext cx="4572513" cy="20593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0" name="Google Shape;220;p56" title="Decorative"/>
          <p:cNvCxnSpPr/>
          <p:nvPr/>
        </p:nvCxnSpPr>
        <p:spPr>
          <a:xfrm>
            <a:off x="1560255" y="445140"/>
            <a:ext cx="0" cy="1930310"/>
          </a:xfrm>
          <a:prstGeom prst="straightConnector1">
            <a:avLst/>
          </a:prstGeom>
          <a:noFill/>
          <a:ln cap="flat" cmpd="sng" w="76200">
            <a:solidFill>
              <a:srgbClr val="C48FAA">
                <a:alpha val="96862"/>
              </a:srgbClr>
            </a:solidFill>
            <a:prstDash val="solid"/>
            <a:miter lim="400000"/>
            <a:headEnd len="sm" w="sm" type="none"/>
            <a:tailEnd len="sm" w="sm" type="none"/>
          </a:ln>
        </p:spPr>
      </p:cxnSp>
      <p:sp>
        <p:nvSpPr>
          <p:cNvPr id="221" name="Google Shape;221;p56"/>
          <p:cNvSpPr txBox="1"/>
          <p:nvPr>
            <p:ph type="title"/>
          </p:nvPr>
        </p:nvSpPr>
        <p:spPr>
          <a:xfrm>
            <a:off x="595100" y="192385"/>
            <a:ext cx="2275389" cy="1025525"/>
          </a:xfrm>
          <a:prstGeom prst="rect">
            <a:avLst/>
          </a:prstGeom>
          <a:noFill/>
          <a:ln>
            <a:noFill/>
          </a:ln>
        </p:spPr>
        <p:txBody>
          <a:bodyPr anchorCtr="0" anchor="b" bIns="0" lIns="0" spcFirstLastPara="1" rIns="91425" wrap="square" tIns="45700">
            <a:noAutofit/>
          </a:bodyPr>
          <a:lstStyle>
            <a:lvl1pPr lvl="0" algn="l">
              <a:lnSpc>
                <a:spcPct val="90000"/>
              </a:lnSpc>
              <a:spcBef>
                <a:spcPts val="0"/>
              </a:spcBef>
              <a:spcAft>
                <a:spcPts val="0"/>
              </a:spcAft>
              <a:buClr>
                <a:schemeClr val="lt1"/>
              </a:buClr>
              <a:buSzPts val="5000"/>
              <a:buFont typeface="Corbel"/>
              <a:buNone/>
              <a:defRPr b="1" sz="5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bg>
      <p:bgPr>
        <a:solidFill>
          <a:schemeClr val="lt1"/>
        </a:solidFill>
      </p:bgPr>
    </p:bg>
    <p:spTree>
      <p:nvGrpSpPr>
        <p:cNvPr id="222" name="Shape 222"/>
        <p:cNvGrpSpPr/>
        <p:nvPr/>
      </p:nvGrpSpPr>
      <p:grpSpPr>
        <a:xfrm>
          <a:off x="0" y="0"/>
          <a:ext cx="0" cy="0"/>
          <a:chOff x="0" y="0"/>
          <a:chExt cx="0" cy="0"/>
        </a:xfrm>
      </p:grpSpPr>
      <p:sp>
        <p:nvSpPr>
          <p:cNvPr id="223" name="Google Shape;223;p57" title="Decorative"/>
          <p:cNvSpPr/>
          <p:nvPr>
            <p:ph idx="2" type="pic"/>
          </p:nvPr>
        </p:nvSpPr>
        <p:spPr>
          <a:xfrm>
            <a:off x="1" y="0"/>
            <a:ext cx="4910666" cy="6858000"/>
          </a:xfrm>
          <a:prstGeom prst="rect">
            <a:avLst/>
          </a:prstGeom>
          <a:noFill/>
          <a:ln>
            <a:noFill/>
          </a:ln>
        </p:spPr>
      </p:sp>
      <p:sp>
        <p:nvSpPr>
          <p:cNvPr id="224" name="Google Shape;224;p57" title="Decorative"/>
          <p:cNvSpPr/>
          <p:nvPr/>
        </p:nvSpPr>
        <p:spPr>
          <a:xfrm>
            <a:off x="4910667" y="0"/>
            <a:ext cx="1174045" cy="6858000"/>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57"/>
          <p:cNvSpPr txBox="1"/>
          <p:nvPr>
            <p:ph idx="1" type="body"/>
          </p:nvPr>
        </p:nvSpPr>
        <p:spPr>
          <a:xfrm>
            <a:off x="6295131" y="879710"/>
            <a:ext cx="4801847"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57"/>
          <p:cNvSpPr txBox="1"/>
          <p:nvPr>
            <p:ph idx="3" type="body"/>
          </p:nvPr>
        </p:nvSpPr>
        <p:spPr>
          <a:xfrm>
            <a:off x="6295131" y="1956155"/>
            <a:ext cx="4801847"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57"/>
          <p:cNvSpPr txBox="1"/>
          <p:nvPr>
            <p:ph idx="4" type="body"/>
          </p:nvPr>
        </p:nvSpPr>
        <p:spPr>
          <a:xfrm>
            <a:off x="6295131" y="3032600"/>
            <a:ext cx="4801847"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57"/>
          <p:cNvSpPr txBox="1"/>
          <p:nvPr>
            <p:ph idx="5" type="body"/>
          </p:nvPr>
        </p:nvSpPr>
        <p:spPr>
          <a:xfrm>
            <a:off x="6295131" y="4109045"/>
            <a:ext cx="4801847"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57"/>
          <p:cNvSpPr txBox="1"/>
          <p:nvPr>
            <p:ph idx="6" type="body"/>
          </p:nvPr>
        </p:nvSpPr>
        <p:spPr>
          <a:xfrm>
            <a:off x="6295131" y="5185490"/>
            <a:ext cx="4801847" cy="7556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2"/>
              </a:buClr>
              <a:buSzPts val="1600"/>
              <a:buNone/>
              <a:defRPr sz="1600">
                <a:solidFill>
                  <a:schemeClr val="dk2"/>
                </a:solidFill>
                <a:latin typeface="Calibri"/>
                <a:ea typeface="Calibri"/>
                <a:cs typeface="Calibri"/>
                <a:sym typeface="Calibri"/>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57"/>
          <p:cNvSpPr txBox="1"/>
          <p:nvPr>
            <p:ph idx="7" type="body"/>
          </p:nvPr>
        </p:nvSpPr>
        <p:spPr>
          <a:xfrm>
            <a:off x="5084074" y="879710"/>
            <a:ext cx="741082" cy="755650"/>
          </a:xfrm>
          <a:prstGeom prst="rect">
            <a:avLst/>
          </a:prstGeom>
          <a:noFill/>
          <a:ln>
            <a:noFill/>
          </a:ln>
        </p:spPr>
        <p:txBody>
          <a:bodyPr anchorCtr="0" anchor="ctr" bIns="45700" lIns="91425" spcFirstLastPara="1" rIns="0" wrap="square" tIns="45700">
            <a:noAutofit/>
          </a:bodyPr>
          <a:lstStyle>
            <a:lvl1pPr indent="-228600" lvl="0" marL="457200" algn="r">
              <a:lnSpc>
                <a:spcPct val="90000"/>
              </a:lnSpc>
              <a:spcBef>
                <a:spcPts val="1000"/>
              </a:spcBef>
              <a:spcAft>
                <a:spcPts val="0"/>
              </a:spcAft>
              <a:buClr>
                <a:schemeClr val="lt1"/>
              </a:buClr>
              <a:buSzPts val="6000"/>
              <a:buNone/>
              <a:defRPr sz="6000">
                <a:solidFill>
                  <a:schemeClr val="lt1"/>
                </a:solidFill>
                <a:latin typeface="Corbel"/>
                <a:ea typeface="Corbel"/>
                <a:cs typeface="Corbel"/>
                <a:sym typeface="Corbel"/>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57"/>
          <p:cNvSpPr txBox="1"/>
          <p:nvPr>
            <p:ph idx="8" type="body"/>
          </p:nvPr>
        </p:nvSpPr>
        <p:spPr>
          <a:xfrm>
            <a:off x="5084074" y="1956155"/>
            <a:ext cx="741082" cy="755650"/>
          </a:xfrm>
          <a:prstGeom prst="rect">
            <a:avLst/>
          </a:prstGeom>
          <a:noFill/>
          <a:ln>
            <a:noFill/>
          </a:ln>
        </p:spPr>
        <p:txBody>
          <a:bodyPr anchorCtr="0" anchor="ctr" bIns="45700" lIns="91425" spcFirstLastPara="1" rIns="0" wrap="square" tIns="45700">
            <a:noAutofit/>
          </a:bodyPr>
          <a:lstStyle>
            <a:lvl1pPr indent="-228600" lvl="0" marL="457200" algn="r">
              <a:lnSpc>
                <a:spcPct val="90000"/>
              </a:lnSpc>
              <a:spcBef>
                <a:spcPts val="1000"/>
              </a:spcBef>
              <a:spcAft>
                <a:spcPts val="0"/>
              </a:spcAft>
              <a:buClr>
                <a:schemeClr val="lt1"/>
              </a:buClr>
              <a:buSzPts val="6000"/>
              <a:buNone/>
              <a:defRPr sz="6000">
                <a:solidFill>
                  <a:schemeClr val="lt1"/>
                </a:solidFill>
                <a:latin typeface="Corbel"/>
                <a:ea typeface="Corbel"/>
                <a:cs typeface="Corbel"/>
                <a:sym typeface="Corbel"/>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 name="Google Shape;232;p57"/>
          <p:cNvSpPr txBox="1"/>
          <p:nvPr>
            <p:ph idx="9" type="body"/>
          </p:nvPr>
        </p:nvSpPr>
        <p:spPr>
          <a:xfrm>
            <a:off x="5084074" y="3032600"/>
            <a:ext cx="741082" cy="755650"/>
          </a:xfrm>
          <a:prstGeom prst="rect">
            <a:avLst/>
          </a:prstGeom>
          <a:noFill/>
          <a:ln>
            <a:noFill/>
          </a:ln>
        </p:spPr>
        <p:txBody>
          <a:bodyPr anchorCtr="0" anchor="ctr" bIns="45700" lIns="91425" spcFirstLastPara="1" rIns="0" wrap="square" tIns="45700">
            <a:noAutofit/>
          </a:bodyPr>
          <a:lstStyle>
            <a:lvl1pPr indent="-228600" lvl="0" marL="457200" algn="r">
              <a:lnSpc>
                <a:spcPct val="90000"/>
              </a:lnSpc>
              <a:spcBef>
                <a:spcPts val="1000"/>
              </a:spcBef>
              <a:spcAft>
                <a:spcPts val="0"/>
              </a:spcAft>
              <a:buClr>
                <a:schemeClr val="lt1"/>
              </a:buClr>
              <a:buSzPts val="6000"/>
              <a:buNone/>
              <a:defRPr sz="6000">
                <a:solidFill>
                  <a:schemeClr val="lt1"/>
                </a:solidFill>
                <a:latin typeface="Corbel"/>
                <a:ea typeface="Corbel"/>
                <a:cs typeface="Corbel"/>
                <a:sym typeface="Corbel"/>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 name="Google Shape;233;p57"/>
          <p:cNvSpPr txBox="1"/>
          <p:nvPr>
            <p:ph idx="13" type="body"/>
          </p:nvPr>
        </p:nvSpPr>
        <p:spPr>
          <a:xfrm>
            <a:off x="5084074" y="4109045"/>
            <a:ext cx="741082" cy="755650"/>
          </a:xfrm>
          <a:prstGeom prst="rect">
            <a:avLst/>
          </a:prstGeom>
          <a:noFill/>
          <a:ln>
            <a:noFill/>
          </a:ln>
        </p:spPr>
        <p:txBody>
          <a:bodyPr anchorCtr="0" anchor="ctr" bIns="45700" lIns="91425" spcFirstLastPara="1" rIns="0" wrap="square" tIns="45700">
            <a:noAutofit/>
          </a:bodyPr>
          <a:lstStyle>
            <a:lvl1pPr indent="-228600" lvl="0" marL="457200" algn="r">
              <a:lnSpc>
                <a:spcPct val="90000"/>
              </a:lnSpc>
              <a:spcBef>
                <a:spcPts val="1000"/>
              </a:spcBef>
              <a:spcAft>
                <a:spcPts val="0"/>
              </a:spcAft>
              <a:buClr>
                <a:schemeClr val="lt1"/>
              </a:buClr>
              <a:buSzPts val="6000"/>
              <a:buNone/>
              <a:defRPr sz="6000">
                <a:solidFill>
                  <a:schemeClr val="lt1"/>
                </a:solidFill>
                <a:latin typeface="Corbel"/>
                <a:ea typeface="Corbel"/>
                <a:cs typeface="Corbel"/>
                <a:sym typeface="Corbel"/>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 name="Google Shape;234;p57"/>
          <p:cNvSpPr txBox="1"/>
          <p:nvPr>
            <p:ph idx="14" type="body"/>
          </p:nvPr>
        </p:nvSpPr>
        <p:spPr>
          <a:xfrm>
            <a:off x="5084074" y="5185490"/>
            <a:ext cx="741082" cy="755650"/>
          </a:xfrm>
          <a:prstGeom prst="rect">
            <a:avLst/>
          </a:prstGeom>
          <a:noFill/>
          <a:ln>
            <a:noFill/>
          </a:ln>
        </p:spPr>
        <p:txBody>
          <a:bodyPr anchorCtr="0" anchor="ctr" bIns="45700" lIns="91425" spcFirstLastPara="1" rIns="0" wrap="square" tIns="45700">
            <a:noAutofit/>
          </a:bodyPr>
          <a:lstStyle>
            <a:lvl1pPr indent="-228600" lvl="0" marL="457200" algn="r">
              <a:lnSpc>
                <a:spcPct val="90000"/>
              </a:lnSpc>
              <a:spcBef>
                <a:spcPts val="1000"/>
              </a:spcBef>
              <a:spcAft>
                <a:spcPts val="0"/>
              </a:spcAft>
              <a:buClr>
                <a:schemeClr val="lt1"/>
              </a:buClr>
              <a:buSzPts val="6000"/>
              <a:buNone/>
              <a:defRPr sz="6000">
                <a:solidFill>
                  <a:schemeClr val="lt1"/>
                </a:solidFill>
                <a:latin typeface="Corbel"/>
                <a:ea typeface="Corbel"/>
                <a:cs typeface="Corbel"/>
                <a:sym typeface="Corbel"/>
              </a:defRPr>
            </a:lvl1pPr>
            <a:lvl2pPr indent="-228600" lvl="1" marL="914400" algn="l">
              <a:lnSpc>
                <a:spcPct val="90000"/>
              </a:lnSpc>
              <a:spcBef>
                <a:spcPts val="500"/>
              </a:spcBef>
              <a:spcAft>
                <a:spcPts val="0"/>
              </a:spcAft>
              <a:buClr>
                <a:schemeClr val="dk2"/>
              </a:buClr>
              <a:buSzPts val="1800"/>
              <a:buNone/>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 name="Google Shape;235;p57"/>
          <p:cNvSpPr txBox="1"/>
          <p:nvPr>
            <p:ph type="title"/>
          </p:nvPr>
        </p:nvSpPr>
        <p:spPr>
          <a:xfrm>
            <a:off x="826626" y="3727361"/>
            <a:ext cx="2275389" cy="1025525"/>
          </a:xfrm>
          <a:prstGeom prst="rect">
            <a:avLst/>
          </a:prstGeom>
          <a:noFill/>
          <a:ln>
            <a:noFill/>
          </a:ln>
        </p:spPr>
        <p:txBody>
          <a:bodyPr anchorCtr="0" anchor="b" bIns="0" lIns="0" spcFirstLastPara="1" rIns="91425" wrap="square" tIns="45700">
            <a:noAutofit/>
          </a:bodyPr>
          <a:lstStyle>
            <a:lvl1pPr lvl="0" algn="l">
              <a:lnSpc>
                <a:spcPct val="90000"/>
              </a:lnSpc>
              <a:spcBef>
                <a:spcPts val="0"/>
              </a:spcBef>
              <a:spcAft>
                <a:spcPts val="0"/>
              </a:spcAft>
              <a:buClr>
                <a:schemeClr val="dk2"/>
              </a:buClr>
              <a:buSzPts val="5000"/>
              <a:buFont typeface="Corbel"/>
              <a:buNone/>
              <a:defRPr b="1" sz="5000">
                <a:solidFill>
                  <a:schemeClr val="dk2"/>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236" name="Shape 236"/>
        <p:cNvGrpSpPr/>
        <p:nvPr/>
      </p:nvGrpSpPr>
      <p:grpSpPr>
        <a:xfrm>
          <a:off x="0" y="0"/>
          <a:ext cx="0" cy="0"/>
          <a:chOff x="0" y="0"/>
          <a:chExt cx="0" cy="0"/>
        </a:xfrm>
      </p:grpSpPr>
      <p:sp>
        <p:nvSpPr>
          <p:cNvPr id="237" name="Google Shape;237;p58" title="Decorative"/>
          <p:cNvSpPr/>
          <p:nvPr>
            <p:ph idx="2" type="pic"/>
          </p:nvPr>
        </p:nvSpPr>
        <p:spPr>
          <a:xfrm>
            <a:off x="1" y="2808079"/>
            <a:ext cx="6096000" cy="4049920"/>
          </a:xfrm>
          <a:prstGeom prst="rect">
            <a:avLst/>
          </a:prstGeom>
          <a:noFill/>
          <a:ln>
            <a:noFill/>
          </a:ln>
        </p:spPr>
      </p:sp>
      <p:sp>
        <p:nvSpPr>
          <p:cNvPr id="238" name="Google Shape;238;p58"/>
          <p:cNvSpPr txBox="1"/>
          <p:nvPr>
            <p:ph type="title"/>
          </p:nvPr>
        </p:nvSpPr>
        <p:spPr>
          <a:xfrm>
            <a:off x="838200" y="571465"/>
            <a:ext cx="5257801" cy="1325563"/>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2"/>
              </a:buClr>
              <a:buSzPts val="4000"/>
              <a:buFont typeface="Corbel"/>
              <a:buNone/>
              <a:defRPr sz="4000">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58"/>
          <p:cNvSpPr txBox="1"/>
          <p:nvPr>
            <p:ph idx="1" type="body"/>
          </p:nvPr>
        </p:nvSpPr>
        <p:spPr>
          <a:xfrm>
            <a:off x="6987825" y="2808079"/>
            <a:ext cx="4312353" cy="382749"/>
          </a:xfrm>
          <a:prstGeom prst="rect">
            <a:avLst/>
          </a:prstGeom>
          <a:noFill/>
          <a:ln>
            <a:noFill/>
          </a:ln>
        </p:spPr>
        <p:txBody>
          <a:bodyPr anchorCtr="0" anchor="b" bIns="45700" lIns="0" spcFirstLastPara="1" rIns="91425" wrap="square" tIns="45700">
            <a:normAutofit/>
          </a:bodyPr>
          <a:lstStyle>
            <a:lvl1pPr indent="-330200" lvl="0" marL="457200" algn="l">
              <a:lnSpc>
                <a:spcPct val="90000"/>
              </a:lnSpc>
              <a:spcBef>
                <a:spcPts val="1000"/>
              </a:spcBef>
              <a:spcAft>
                <a:spcPts val="0"/>
              </a:spcAft>
              <a:buClr>
                <a:schemeClr val="dk2"/>
              </a:buClr>
              <a:buSzPts val="1600"/>
              <a:buChar char="•"/>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58"/>
          <p:cNvSpPr txBox="1"/>
          <p:nvPr>
            <p:ph idx="3" type="body"/>
          </p:nvPr>
        </p:nvSpPr>
        <p:spPr>
          <a:xfrm>
            <a:off x="6987825" y="3212363"/>
            <a:ext cx="4312353" cy="2962659"/>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dk2"/>
              </a:buClr>
              <a:buSzPts val="1400"/>
              <a:buChar char="•"/>
              <a:defRPr sz="1400">
                <a:latin typeface="Calibri"/>
                <a:ea typeface="Calibri"/>
                <a:cs typeface="Calibri"/>
                <a:sym typeface="Calibri"/>
              </a:defRPr>
            </a:lvl1pPr>
            <a:lvl2pPr indent="-304800" lvl="1" marL="914400" algn="l">
              <a:lnSpc>
                <a:spcPct val="90000"/>
              </a:lnSpc>
              <a:spcBef>
                <a:spcPts val="500"/>
              </a:spcBef>
              <a:spcAft>
                <a:spcPts val="0"/>
              </a:spcAft>
              <a:buClr>
                <a:schemeClr val="dk2"/>
              </a:buClr>
              <a:buSzPts val="1200"/>
              <a:buChar char="•"/>
              <a:defRPr sz="1200">
                <a:latin typeface="Calibri"/>
                <a:ea typeface="Calibri"/>
                <a:cs typeface="Calibri"/>
                <a:sym typeface="Calibri"/>
              </a:defRPr>
            </a:lvl2pPr>
            <a:lvl3pPr indent="-298450" lvl="2" marL="1371600" algn="l">
              <a:lnSpc>
                <a:spcPct val="90000"/>
              </a:lnSpc>
              <a:spcBef>
                <a:spcPts val="500"/>
              </a:spcBef>
              <a:spcAft>
                <a:spcPts val="0"/>
              </a:spcAft>
              <a:buClr>
                <a:schemeClr val="dk2"/>
              </a:buClr>
              <a:buSzPts val="1100"/>
              <a:buChar char="•"/>
              <a:defRPr sz="1100">
                <a:latin typeface="Calibri"/>
                <a:ea typeface="Calibri"/>
                <a:cs typeface="Calibri"/>
                <a:sym typeface="Calibri"/>
              </a:defRPr>
            </a:lvl3pPr>
            <a:lvl4pPr indent="-295275" lvl="3" marL="1828800" algn="l">
              <a:lnSpc>
                <a:spcPct val="90000"/>
              </a:lnSpc>
              <a:spcBef>
                <a:spcPts val="500"/>
              </a:spcBef>
              <a:spcAft>
                <a:spcPts val="0"/>
              </a:spcAft>
              <a:buClr>
                <a:schemeClr val="dk2"/>
              </a:buClr>
              <a:buSzPts val="1050"/>
              <a:buChar char="•"/>
              <a:defRPr sz="1050">
                <a:latin typeface="Calibri"/>
                <a:ea typeface="Calibri"/>
                <a:cs typeface="Calibri"/>
                <a:sym typeface="Calibri"/>
              </a:defRPr>
            </a:lvl4pPr>
            <a:lvl5pPr indent="-295275" lvl="4" marL="2286000" algn="l">
              <a:lnSpc>
                <a:spcPct val="90000"/>
              </a:lnSpc>
              <a:spcBef>
                <a:spcPts val="500"/>
              </a:spcBef>
              <a:spcAft>
                <a:spcPts val="0"/>
              </a:spcAft>
              <a:buClr>
                <a:schemeClr val="dk2"/>
              </a:buClr>
              <a:buSzPts val="1050"/>
              <a:buChar char="•"/>
              <a:defRPr sz="105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1" name="Google Shape;241;p58" title="Decorative"/>
          <p:cNvCxnSpPr/>
          <p:nvPr/>
        </p:nvCxnSpPr>
        <p:spPr>
          <a:xfrm>
            <a:off x="5130846" y="1256529"/>
            <a:ext cx="0" cy="1930310"/>
          </a:xfrm>
          <a:prstGeom prst="straightConnector1">
            <a:avLst/>
          </a:prstGeom>
          <a:noFill/>
          <a:ln cap="flat" cmpd="sng" w="76200">
            <a:solidFill>
              <a:schemeClr val="accent1">
                <a:alpha val="96862"/>
              </a:schemeClr>
            </a:solidFill>
            <a:prstDash val="solid"/>
            <a:miter lim="400000"/>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Custom Layout">
  <p:cSld name="20_Custom Layout">
    <p:spTree>
      <p:nvGrpSpPr>
        <p:cNvPr id="242" name="Shape 242"/>
        <p:cNvGrpSpPr/>
        <p:nvPr/>
      </p:nvGrpSpPr>
      <p:grpSpPr>
        <a:xfrm>
          <a:off x="0" y="0"/>
          <a:ext cx="0" cy="0"/>
          <a:chOff x="0" y="0"/>
          <a:chExt cx="0" cy="0"/>
        </a:xfrm>
      </p:grpSpPr>
      <p:sp>
        <p:nvSpPr>
          <p:cNvPr id="243" name="Google Shape;243;p59"/>
          <p:cNvSpPr/>
          <p:nvPr/>
        </p:nvSpPr>
        <p:spPr>
          <a:xfrm>
            <a:off x="0" y="3429000"/>
            <a:ext cx="6096001" cy="3429000"/>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59" title="Decorative"/>
          <p:cNvSpPr/>
          <p:nvPr>
            <p:ph idx="2" type="pic"/>
          </p:nvPr>
        </p:nvSpPr>
        <p:spPr>
          <a:xfrm>
            <a:off x="1" y="0"/>
            <a:ext cx="6096000" cy="3429000"/>
          </a:xfrm>
          <a:prstGeom prst="rect">
            <a:avLst/>
          </a:prstGeom>
          <a:noFill/>
          <a:ln>
            <a:noFill/>
          </a:ln>
        </p:spPr>
      </p:sp>
      <p:sp>
        <p:nvSpPr>
          <p:cNvPr id="245" name="Google Shape;245;p59"/>
          <p:cNvSpPr txBox="1"/>
          <p:nvPr>
            <p:ph type="title"/>
          </p:nvPr>
        </p:nvSpPr>
        <p:spPr>
          <a:xfrm>
            <a:off x="6987825" y="1190909"/>
            <a:ext cx="4554008" cy="1325563"/>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59"/>
          <p:cNvSpPr txBox="1"/>
          <p:nvPr>
            <p:ph idx="1" type="body"/>
          </p:nvPr>
        </p:nvSpPr>
        <p:spPr>
          <a:xfrm>
            <a:off x="6997253" y="2516138"/>
            <a:ext cx="4544580" cy="382749"/>
          </a:xfrm>
          <a:prstGeom prst="rect">
            <a:avLst/>
          </a:prstGeom>
          <a:noFill/>
          <a:ln>
            <a:noFill/>
          </a:ln>
        </p:spPr>
        <p:txBody>
          <a:bodyPr anchorCtr="0" anchor="b" bIns="45700" lIns="0" spcFirstLastPara="1" rIns="91425" wrap="square" tIns="45700">
            <a:normAutofit/>
          </a:bodyPr>
          <a:lstStyle>
            <a:lvl1pPr indent="-330200" lvl="0" marL="457200" algn="l">
              <a:lnSpc>
                <a:spcPct val="90000"/>
              </a:lnSpc>
              <a:spcBef>
                <a:spcPts val="1000"/>
              </a:spcBef>
              <a:spcAft>
                <a:spcPts val="0"/>
              </a:spcAft>
              <a:buClr>
                <a:schemeClr val="dk2"/>
              </a:buClr>
              <a:buSzPts val="1600"/>
              <a:buChar char="•"/>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59"/>
          <p:cNvSpPr txBox="1"/>
          <p:nvPr>
            <p:ph idx="3" type="body"/>
          </p:nvPr>
        </p:nvSpPr>
        <p:spPr>
          <a:xfrm>
            <a:off x="6997253" y="2920422"/>
            <a:ext cx="4544580" cy="3226378"/>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dk2"/>
              </a:buClr>
              <a:buSzPts val="1400"/>
              <a:buChar char="•"/>
              <a:defRPr sz="1400"/>
            </a:lvl1pPr>
            <a:lvl2pPr indent="-304800" lvl="1" marL="914400" algn="l">
              <a:lnSpc>
                <a:spcPct val="90000"/>
              </a:lnSpc>
              <a:spcBef>
                <a:spcPts val="500"/>
              </a:spcBef>
              <a:spcAft>
                <a:spcPts val="0"/>
              </a:spcAft>
              <a:buClr>
                <a:schemeClr val="dk2"/>
              </a:buClr>
              <a:buSzPts val="1200"/>
              <a:buChar char="•"/>
              <a:defRPr sz="1200"/>
            </a:lvl2pPr>
            <a:lvl3pPr indent="-298450" lvl="2" marL="1371600" algn="l">
              <a:lnSpc>
                <a:spcPct val="90000"/>
              </a:lnSpc>
              <a:spcBef>
                <a:spcPts val="500"/>
              </a:spcBef>
              <a:spcAft>
                <a:spcPts val="0"/>
              </a:spcAft>
              <a:buClr>
                <a:schemeClr val="dk2"/>
              </a:buClr>
              <a:buSzPts val="1100"/>
              <a:buChar char="•"/>
              <a:defRPr sz="1100"/>
            </a:lvl3pPr>
            <a:lvl4pPr indent="-295275" lvl="3" marL="1828800" algn="l">
              <a:lnSpc>
                <a:spcPct val="90000"/>
              </a:lnSpc>
              <a:spcBef>
                <a:spcPts val="500"/>
              </a:spcBef>
              <a:spcAft>
                <a:spcPts val="0"/>
              </a:spcAft>
              <a:buClr>
                <a:schemeClr val="dk2"/>
              </a:buClr>
              <a:buSzPts val="1050"/>
              <a:buChar char="•"/>
              <a:defRPr sz="1050"/>
            </a:lvl4pPr>
            <a:lvl5pPr indent="-295275" lvl="4" marL="2286000" algn="l">
              <a:lnSpc>
                <a:spcPct val="90000"/>
              </a:lnSpc>
              <a:spcBef>
                <a:spcPts val="500"/>
              </a:spcBef>
              <a:spcAft>
                <a:spcPts val="0"/>
              </a:spcAft>
              <a:buClr>
                <a:schemeClr val="dk2"/>
              </a:buClr>
              <a:buSzPts val="1050"/>
              <a:buChar char="•"/>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 name="Google Shape;248;p59"/>
          <p:cNvSpPr txBox="1"/>
          <p:nvPr>
            <p:ph idx="4" type="body"/>
          </p:nvPr>
        </p:nvSpPr>
        <p:spPr>
          <a:xfrm>
            <a:off x="838199" y="3606800"/>
            <a:ext cx="4927601" cy="2540000"/>
          </a:xfrm>
          <a:prstGeom prst="rect">
            <a:avLst/>
          </a:prstGeom>
          <a:noFill/>
          <a:ln>
            <a:noFill/>
          </a:ln>
        </p:spPr>
        <p:txBody>
          <a:bodyPr anchorCtr="0" anchor="t" bIns="45700" lIns="0" spcFirstLastPara="1" rIns="91425" wrap="square" tIns="72000">
            <a:normAutofit/>
          </a:bodyPr>
          <a:lstStyle>
            <a:lvl1pPr indent="-406400" lvl="0" marL="457200" algn="l">
              <a:lnSpc>
                <a:spcPct val="90000"/>
              </a:lnSpc>
              <a:spcBef>
                <a:spcPts val="1000"/>
              </a:spcBef>
              <a:spcAft>
                <a:spcPts val="0"/>
              </a:spcAft>
              <a:buClr>
                <a:schemeClr val="lt1"/>
              </a:buClr>
              <a:buSzPts val="2800"/>
              <a:buChar char="•"/>
              <a:defRPr sz="2800">
                <a:solidFill>
                  <a:schemeClr val="lt1"/>
                </a:solidFill>
              </a:defRPr>
            </a:lvl1pPr>
            <a:lvl2pPr indent="-381000" lvl="1" marL="914400" algn="l">
              <a:lnSpc>
                <a:spcPct val="90000"/>
              </a:lnSpc>
              <a:spcBef>
                <a:spcPts val="500"/>
              </a:spcBef>
              <a:spcAft>
                <a:spcPts val="0"/>
              </a:spcAft>
              <a:buClr>
                <a:schemeClr val="lt1"/>
              </a:buClr>
              <a:buSzPts val="2400"/>
              <a:buChar char="•"/>
              <a:defRPr sz="2400">
                <a:solidFill>
                  <a:schemeClr val="lt1"/>
                </a:solidFill>
              </a:defRPr>
            </a:lvl2pPr>
            <a:lvl3pPr indent="-355600" lvl="2" marL="1371600" algn="l">
              <a:lnSpc>
                <a:spcPct val="90000"/>
              </a:lnSpc>
              <a:spcBef>
                <a:spcPts val="500"/>
              </a:spcBef>
              <a:spcAft>
                <a:spcPts val="0"/>
              </a:spcAft>
              <a:buClr>
                <a:schemeClr val="lt1"/>
              </a:buClr>
              <a:buSzPts val="2000"/>
              <a:buChar char="•"/>
              <a:defRPr sz="2000">
                <a:solidFill>
                  <a:schemeClr val="lt1"/>
                </a:solidFill>
              </a:defRPr>
            </a:lvl3pPr>
            <a:lvl4pPr indent="-342900" lvl="3" marL="1828800" algn="l">
              <a:lnSpc>
                <a:spcPct val="90000"/>
              </a:lnSpc>
              <a:spcBef>
                <a:spcPts val="500"/>
              </a:spcBef>
              <a:spcAft>
                <a:spcPts val="0"/>
              </a:spcAft>
              <a:buClr>
                <a:schemeClr val="lt1"/>
              </a:buClr>
              <a:buSzPts val="1800"/>
              <a:buChar char="•"/>
              <a:defRPr sz="1800">
                <a:solidFill>
                  <a:schemeClr val="lt1"/>
                </a:solidFill>
              </a:defRPr>
            </a:lvl4pPr>
            <a:lvl5pPr indent="-342900" lvl="4" marL="2286000" algn="l">
              <a:lnSpc>
                <a:spcPct val="90000"/>
              </a:lnSpc>
              <a:spcBef>
                <a:spcPts val="500"/>
              </a:spcBef>
              <a:spcAft>
                <a:spcPts val="0"/>
              </a:spcAft>
              <a:buClr>
                <a:schemeClr val="lt1"/>
              </a:buClr>
              <a:buSzPts val="1800"/>
              <a:buChar char="•"/>
              <a:defRPr sz="18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249" name="Shape 249"/>
        <p:cNvGrpSpPr/>
        <p:nvPr/>
      </p:nvGrpSpPr>
      <p:grpSpPr>
        <a:xfrm>
          <a:off x="0" y="0"/>
          <a:ext cx="0" cy="0"/>
          <a:chOff x="0" y="0"/>
          <a:chExt cx="0" cy="0"/>
        </a:xfrm>
      </p:grpSpPr>
      <p:sp>
        <p:nvSpPr>
          <p:cNvPr id="250" name="Google Shape;250;p60" title="Decorative"/>
          <p:cNvSpPr/>
          <p:nvPr>
            <p:ph idx="2" type="pic"/>
          </p:nvPr>
        </p:nvSpPr>
        <p:spPr>
          <a:xfrm>
            <a:off x="0" y="0"/>
            <a:ext cx="3708400" cy="6853712"/>
          </a:xfrm>
          <a:prstGeom prst="rect">
            <a:avLst/>
          </a:prstGeom>
          <a:solidFill>
            <a:srgbClr val="F2F2F2"/>
          </a:solidFill>
          <a:ln>
            <a:noFill/>
          </a:ln>
        </p:spPr>
      </p:sp>
      <p:sp>
        <p:nvSpPr>
          <p:cNvPr id="251" name="Google Shape;251;p60" title="Decorative"/>
          <p:cNvSpPr/>
          <p:nvPr/>
        </p:nvSpPr>
        <p:spPr>
          <a:xfrm>
            <a:off x="3708400" y="0"/>
            <a:ext cx="4775200" cy="6858000"/>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60"/>
          <p:cNvSpPr txBox="1"/>
          <p:nvPr>
            <p:ph type="title"/>
          </p:nvPr>
        </p:nvSpPr>
        <p:spPr>
          <a:xfrm>
            <a:off x="4252921" y="936980"/>
            <a:ext cx="3686159" cy="1466055"/>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4000"/>
              <a:buFont typeface="Corbel"/>
              <a:buNone/>
              <a:defRPr sz="4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60"/>
          <p:cNvSpPr txBox="1"/>
          <p:nvPr>
            <p:ph idx="1" type="body"/>
          </p:nvPr>
        </p:nvSpPr>
        <p:spPr>
          <a:xfrm>
            <a:off x="4252988" y="2407322"/>
            <a:ext cx="3686025"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 name="Google Shape;254;p60"/>
          <p:cNvSpPr txBox="1"/>
          <p:nvPr>
            <p:ph idx="3" type="body"/>
          </p:nvPr>
        </p:nvSpPr>
        <p:spPr>
          <a:xfrm>
            <a:off x="4252921" y="2811606"/>
            <a:ext cx="3686159" cy="3044825"/>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60" title="Decorative"/>
          <p:cNvSpPr/>
          <p:nvPr>
            <p:ph idx="4" type="pic"/>
          </p:nvPr>
        </p:nvSpPr>
        <p:spPr>
          <a:xfrm>
            <a:off x="8483600" y="0"/>
            <a:ext cx="3708400" cy="6853712"/>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Custom Layout">
  <p:cSld name="22_Custom Layout">
    <p:spTree>
      <p:nvGrpSpPr>
        <p:cNvPr id="256" name="Shape 256"/>
        <p:cNvGrpSpPr/>
        <p:nvPr/>
      </p:nvGrpSpPr>
      <p:grpSpPr>
        <a:xfrm>
          <a:off x="0" y="0"/>
          <a:ext cx="0" cy="0"/>
          <a:chOff x="0" y="0"/>
          <a:chExt cx="0" cy="0"/>
        </a:xfrm>
      </p:grpSpPr>
      <p:sp>
        <p:nvSpPr>
          <p:cNvPr id="257" name="Google Shape;257;p61" title="Decorative"/>
          <p:cNvSpPr/>
          <p:nvPr/>
        </p:nvSpPr>
        <p:spPr>
          <a:xfrm>
            <a:off x="8181847" y="0"/>
            <a:ext cx="4010153"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61" title="Decorative"/>
          <p:cNvSpPr/>
          <p:nvPr/>
        </p:nvSpPr>
        <p:spPr>
          <a:xfrm>
            <a:off x="4171694" y="0"/>
            <a:ext cx="401015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61"/>
          <p:cNvSpPr txBox="1"/>
          <p:nvPr>
            <p:ph idx="1" type="body"/>
          </p:nvPr>
        </p:nvSpPr>
        <p:spPr>
          <a:xfrm>
            <a:off x="4333757" y="1680547"/>
            <a:ext cx="3686025"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61"/>
          <p:cNvSpPr txBox="1"/>
          <p:nvPr>
            <p:ph idx="2" type="body"/>
          </p:nvPr>
        </p:nvSpPr>
        <p:spPr>
          <a:xfrm>
            <a:off x="8375228" y="1680547"/>
            <a:ext cx="3658010"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61"/>
          <p:cNvSpPr txBox="1"/>
          <p:nvPr>
            <p:ph idx="3" type="body"/>
          </p:nvPr>
        </p:nvSpPr>
        <p:spPr>
          <a:xfrm>
            <a:off x="4333454" y="2084831"/>
            <a:ext cx="3686159" cy="3044825"/>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61"/>
          <p:cNvSpPr txBox="1"/>
          <p:nvPr>
            <p:ph idx="4" type="body"/>
          </p:nvPr>
        </p:nvSpPr>
        <p:spPr>
          <a:xfrm>
            <a:off x="8375228" y="2084831"/>
            <a:ext cx="3658010" cy="3044825"/>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61"/>
          <p:cNvSpPr txBox="1"/>
          <p:nvPr>
            <p:ph type="title"/>
          </p:nvPr>
        </p:nvSpPr>
        <p:spPr>
          <a:xfrm>
            <a:off x="403410" y="1670007"/>
            <a:ext cx="3686159" cy="1466055"/>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dk1"/>
              </a:buClr>
              <a:buSzPts val="4000"/>
              <a:buFont typeface="Corbel"/>
              <a:buNone/>
              <a:defRPr sz="4000">
                <a:solidFill>
                  <a:schemeClr val="dk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Custom Layout">
  <p:cSld name="31_Custom Layout">
    <p:spTree>
      <p:nvGrpSpPr>
        <p:cNvPr id="264" name="Shape 264"/>
        <p:cNvGrpSpPr/>
        <p:nvPr/>
      </p:nvGrpSpPr>
      <p:grpSpPr>
        <a:xfrm>
          <a:off x="0" y="0"/>
          <a:ext cx="0" cy="0"/>
          <a:chOff x="0" y="0"/>
          <a:chExt cx="0" cy="0"/>
        </a:xfrm>
      </p:grpSpPr>
      <p:sp>
        <p:nvSpPr>
          <p:cNvPr id="265" name="Google Shape;265;p62" title="Decorative"/>
          <p:cNvSpPr txBox="1"/>
          <p:nvPr/>
        </p:nvSpPr>
        <p:spPr>
          <a:xfrm>
            <a:off x="-1" y="2360141"/>
            <a:ext cx="6096001" cy="4497859"/>
          </a:xfrm>
          <a:prstGeom prst="rect">
            <a:avLst/>
          </a:prstGeom>
          <a:solidFill>
            <a:schemeClr val="accent1"/>
          </a:solidFill>
          <a:ln>
            <a:noFill/>
          </a:ln>
        </p:spPr>
        <p:txBody>
          <a:bodyPr anchorCtr="0" anchor="ctr" bIns="45700" lIns="0" spcFirstLastPara="1" rIns="324000" wrap="square" tIns="45700">
            <a:normAutofit/>
          </a:bodyPr>
          <a:lstStyle/>
          <a:p>
            <a:pPr indent="0" lvl="0" marL="0" marR="0" rtl="0" algn="r">
              <a:lnSpc>
                <a:spcPct val="90000"/>
              </a:lnSpc>
              <a:spcBef>
                <a:spcPts val="0"/>
              </a:spcBef>
              <a:spcAft>
                <a:spcPts val="0"/>
              </a:spcAft>
              <a:buClr>
                <a:schemeClr val="dk2"/>
              </a:buClr>
              <a:buSzPts val="4000"/>
              <a:buFont typeface="Constantia"/>
              <a:buNone/>
            </a:pPr>
            <a:r>
              <a:t/>
            </a:r>
            <a:endParaRPr b="1" i="0" sz="4000">
              <a:solidFill>
                <a:schemeClr val="dk2"/>
              </a:solidFill>
              <a:latin typeface="Constantia"/>
              <a:ea typeface="Constantia"/>
              <a:cs typeface="Constantia"/>
              <a:sym typeface="Constantia"/>
            </a:endParaRPr>
          </a:p>
        </p:txBody>
      </p:sp>
      <p:sp>
        <p:nvSpPr>
          <p:cNvPr id="266" name="Google Shape;266;p62" title="Decorative"/>
          <p:cNvSpPr txBox="1"/>
          <p:nvPr/>
        </p:nvSpPr>
        <p:spPr>
          <a:xfrm>
            <a:off x="6095999" y="2360141"/>
            <a:ext cx="6096001" cy="4497859"/>
          </a:xfrm>
          <a:prstGeom prst="rect">
            <a:avLst/>
          </a:prstGeom>
          <a:solidFill>
            <a:srgbClr val="C48FAA"/>
          </a:solidFill>
          <a:ln>
            <a:noFill/>
          </a:ln>
        </p:spPr>
        <p:txBody>
          <a:bodyPr anchorCtr="0" anchor="ctr" bIns="45700" lIns="0" spcFirstLastPara="1" rIns="324000" wrap="square" tIns="45700">
            <a:normAutofit/>
          </a:bodyPr>
          <a:lstStyle/>
          <a:p>
            <a:pPr indent="0" lvl="0" marL="0" marR="0" rtl="0" algn="r">
              <a:lnSpc>
                <a:spcPct val="90000"/>
              </a:lnSpc>
              <a:spcBef>
                <a:spcPts val="0"/>
              </a:spcBef>
              <a:spcAft>
                <a:spcPts val="0"/>
              </a:spcAft>
              <a:buClr>
                <a:schemeClr val="dk2"/>
              </a:buClr>
              <a:buSzPts val="4000"/>
              <a:buFont typeface="Constantia"/>
              <a:buNone/>
            </a:pPr>
            <a:r>
              <a:t/>
            </a:r>
            <a:endParaRPr b="1" i="0" sz="4000">
              <a:solidFill>
                <a:schemeClr val="dk2"/>
              </a:solidFill>
              <a:latin typeface="Constantia"/>
              <a:ea typeface="Constantia"/>
              <a:cs typeface="Constantia"/>
              <a:sym typeface="Constantia"/>
            </a:endParaRPr>
          </a:p>
        </p:txBody>
      </p:sp>
      <p:sp>
        <p:nvSpPr>
          <p:cNvPr id="267" name="Google Shape;267;p62"/>
          <p:cNvSpPr txBox="1"/>
          <p:nvPr>
            <p:ph idx="1" type="body"/>
          </p:nvPr>
        </p:nvSpPr>
        <p:spPr>
          <a:xfrm>
            <a:off x="877607" y="2962016"/>
            <a:ext cx="4340785"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62"/>
          <p:cNvSpPr txBox="1"/>
          <p:nvPr>
            <p:ph idx="2" type="body"/>
          </p:nvPr>
        </p:nvSpPr>
        <p:spPr>
          <a:xfrm>
            <a:off x="6972685" y="2962016"/>
            <a:ext cx="4342629"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62"/>
          <p:cNvSpPr txBox="1"/>
          <p:nvPr>
            <p:ph idx="3" type="body"/>
          </p:nvPr>
        </p:nvSpPr>
        <p:spPr>
          <a:xfrm>
            <a:off x="877607" y="3366301"/>
            <a:ext cx="4340785"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 name="Google Shape;270;p62"/>
          <p:cNvSpPr txBox="1"/>
          <p:nvPr>
            <p:ph idx="4" type="body"/>
          </p:nvPr>
        </p:nvSpPr>
        <p:spPr>
          <a:xfrm>
            <a:off x="6972685" y="3366301"/>
            <a:ext cx="4342629"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62"/>
          <p:cNvSpPr txBox="1"/>
          <p:nvPr>
            <p:ph type="title"/>
          </p:nvPr>
        </p:nvSpPr>
        <p:spPr>
          <a:xfrm>
            <a:off x="2528215" y="358610"/>
            <a:ext cx="7135570" cy="822240"/>
          </a:xfrm>
          <a:prstGeom prst="rect">
            <a:avLst/>
          </a:prstGeom>
          <a:noFill/>
          <a:ln>
            <a:noFill/>
          </a:ln>
        </p:spPr>
        <p:txBody>
          <a:bodyPr anchorCtr="0" anchor="t" bIns="45700" lIns="0" spcFirstLastPara="1" rIns="91425" wrap="square" tIns="45700">
            <a:normAutofit/>
          </a:bodyPr>
          <a:lstStyle>
            <a:lvl1pPr lvl="0" algn="ctr">
              <a:lnSpc>
                <a:spcPct val="90000"/>
              </a:lnSpc>
              <a:spcBef>
                <a:spcPts val="0"/>
              </a:spcBef>
              <a:spcAft>
                <a:spcPts val="0"/>
              </a:spcAft>
              <a:buClr>
                <a:schemeClr val="dk1"/>
              </a:buClr>
              <a:buSzPts val="4000"/>
              <a:buFont typeface="Corbel"/>
              <a:buNone/>
              <a:defRPr sz="4000">
                <a:solidFill>
                  <a:schemeClr val="dk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72" name="Google Shape;272;p62" title="Decorative"/>
          <p:cNvCxnSpPr/>
          <p:nvPr/>
        </p:nvCxnSpPr>
        <p:spPr>
          <a:xfrm>
            <a:off x="6096000" y="222583"/>
            <a:ext cx="0" cy="2188805"/>
          </a:xfrm>
          <a:prstGeom prst="straightConnector1">
            <a:avLst/>
          </a:prstGeom>
          <a:noFill/>
          <a:ln cap="flat" cmpd="sng" w="76200">
            <a:solidFill>
              <a:srgbClr val="D7B4C6"/>
            </a:solidFill>
            <a:prstDash val="solid"/>
            <a:miter lim="400000"/>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_Custom Layout">
  <p:cSld name="42_Custom Layout">
    <p:spTree>
      <p:nvGrpSpPr>
        <p:cNvPr id="273" name="Shape 273"/>
        <p:cNvGrpSpPr/>
        <p:nvPr/>
      </p:nvGrpSpPr>
      <p:grpSpPr>
        <a:xfrm>
          <a:off x="0" y="0"/>
          <a:ext cx="0" cy="0"/>
          <a:chOff x="0" y="0"/>
          <a:chExt cx="0" cy="0"/>
        </a:xfrm>
      </p:grpSpPr>
      <p:sp>
        <p:nvSpPr>
          <p:cNvPr id="274" name="Google Shape;274;p63" title="Decorative"/>
          <p:cNvSpPr txBox="1"/>
          <p:nvPr/>
        </p:nvSpPr>
        <p:spPr>
          <a:xfrm>
            <a:off x="-1" y="2360141"/>
            <a:ext cx="6096001" cy="4497859"/>
          </a:xfrm>
          <a:prstGeom prst="rect">
            <a:avLst/>
          </a:prstGeom>
          <a:solidFill>
            <a:schemeClr val="accent2"/>
          </a:solidFill>
          <a:ln>
            <a:noFill/>
          </a:ln>
        </p:spPr>
        <p:txBody>
          <a:bodyPr anchorCtr="0" anchor="ctr" bIns="45700" lIns="0" spcFirstLastPara="1" rIns="324000" wrap="square" tIns="45700">
            <a:normAutofit/>
          </a:bodyPr>
          <a:lstStyle/>
          <a:p>
            <a:pPr indent="0" lvl="0" marL="0" marR="0" rtl="0" algn="r">
              <a:lnSpc>
                <a:spcPct val="90000"/>
              </a:lnSpc>
              <a:spcBef>
                <a:spcPts val="0"/>
              </a:spcBef>
              <a:spcAft>
                <a:spcPts val="0"/>
              </a:spcAft>
              <a:buClr>
                <a:schemeClr val="dk2"/>
              </a:buClr>
              <a:buSzPts val="4000"/>
              <a:buFont typeface="Constantia"/>
              <a:buNone/>
            </a:pPr>
            <a:r>
              <a:t/>
            </a:r>
            <a:endParaRPr b="1" i="0" sz="4000">
              <a:solidFill>
                <a:schemeClr val="dk2"/>
              </a:solidFill>
              <a:latin typeface="Constantia"/>
              <a:ea typeface="Constantia"/>
              <a:cs typeface="Constantia"/>
              <a:sym typeface="Constantia"/>
            </a:endParaRPr>
          </a:p>
        </p:txBody>
      </p:sp>
      <p:sp>
        <p:nvSpPr>
          <p:cNvPr id="275" name="Google Shape;275;p63" title="Decorative"/>
          <p:cNvSpPr txBox="1"/>
          <p:nvPr/>
        </p:nvSpPr>
        <p:spPr>
          <a:xfrm>
            <a:off x="6095999" y="2360141"/>
            <a:ext cx="6096001" cy="4497859"/>
          </a:xfrm>
          <a:prstGeom prst="rect">
            <a:avLst/>
          </a:prstGeom>
          <a:solidFill>
            <a:srgbClr val="00B0F0"/>
          </a:solidFill>
          <a:ln>
            <a:noFill/>
          </a:ln>
        </p:spPr>
        <p:txBody>
          <a:bodyPr anchorCtr="0" anchor="ctr" bIns="45700" lIns="0" spcFirstLastPara="1" rIns="324000" wrap="square" tIns="45700">
            <a:normAutofit/>
          </a:bodyPr>
          <a:lstStyle/>
          <a:p>
            <a:pPr indent="0" lvl="0" marL="0" marR="0" rtl="0" algn="r">
              <a:lnSpc>
                <a:spcPct val="90000"/>
              </a:lnSpc>
              <a:spcBef>
                <a:spcPts val="0"/>
              </a:spcBef>
              <a:spcAft>
                <a:spcPts val="0"/>
              </a:spcAft>
              <a:buClr>
                <a:schemeClr val="dk2"/>
              </a:buClr>
              <a:buSzPts val="4000"/>
              <a:buFont typeface="Constantia"/>
              <a:buNone/>
            </a:pPr>
            <a:r>
              <a:t/>
            </a:r>
            <a:endParaRPr b="1" i="0" sz="4000">
              <a:solidFill>
                <a:schemeClr val="dk2"/>
              </a:solidFill>
              <a:latin typeface="Constantia"/>
              <a:ea typeface="Constantia"/>
              <a:cs typeface="Constantia"/>
              <a:sym typeface="Constantia"/>
            </a:endParaRPr>
          </a:p>
        </p:txBody>
      </p:sp>
      <p:sp>
        <p:nvSpPr>
          <p:cNvPr id="276" name="Google Shape;276;p63"/>
          <p:cNvSpPr txBox="1"/>
          <p:nvPr>
            <p:ph idx="1" type="body"/>
          </p:nvPr>
        </p:nvSpPr>
        <p:spPr>
          <a:xfrm>
            <a:off x="877607" y="2962016"/>
            <a:ext cx="4340785"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63"/>
          <p:cNvSpPr txBox="1"/>
          <p:nvPr>
            <p:ph idx="2" type="body"/>
          </p:nvPr>
        </p:nvSpPr>
        <p:spPr>
          <a:xfrm>
            <a:off x="6972685" y="2962016"/>
            <a:ext cx="4342629" cy="382749"/>
          </a:xfrm>
          <a:prstGeom prst="rect">
            <a:avLst/>
          </a:prstGeom>
          <a:noFill/>
          <a:ln>
            <a:noFill/>
          </a:ln>
        </p:spPr>
        <p:txBody>
          <a:bodyPr anchorCtr="0" anchor="b" bIns="45700" lIns="0"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b="1" sz="16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63"/>
          <p:cNvSpPr txBox="1"/>
          <p:nvPr>
            <p:ph idx="3" type="body"/>
          </p:nvPr>
        </p:nvSpPr>
        <p:spPr>
          <a:xfrm>
            <a:off x="877607" y="3366301"/>
            <a:ext cx="4340785"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63"/>
          <p:cNvSpPr txBox="1"/>
          <p:nvPr>
            <p:ph idx="4" type="body"/>
          </p:nvPr>
        </p:nvSpPr>
        <p:spPr>
          <a:xfrm>
            <a:off x="6972685" y="3366301"/>
            <a:ext cx="4342629" cy="2253961"/>
          </a:xfrm>
          <a:prstGeom prst="rect">
            <a:avLst/>
          </a:prstGeom>
          <a:noFill/>
          <a:ln>
            <a:noFill/>
          </a:ln>
        </p:spPr>
        <p:txBody>
          <a:bodyPr anchorCtr="0" anchor="t" bIns="45700" lIns="0" spcFirstLastPara="1" rIns="91425" wrap="square" tIns="72000">
            <a:normAutofit/>
          </a:bodyPr>
          <a:lstStyle>
            <a:lvl1pPr indent="-317500" lvl="0" marL="457200" algn="l">
              <a:lnSpc>
                <a:spcPct val="90000"/>
              </a:lnSpc>
              <a:spcBef>
                <a:spcPts val="1000"/>
              </a:spcBef>
              <a:spcAft>
                <a:spcPts val="0"/>
              </a:spcAft>
              <a:buClr>
                <a:schemeClr val="lt1"/>
              </a:buClr>
              <a:buSzPts val="1400"/>
              <a:buChar char="•"/>
              <a:defRPr sz="1400">
                <a:solidFill>
                  <a:schemeClr val="lt1"/>
                </a:solidFill>
              </a:defRPr>
            </a:lvl1pPr>
            <a:lvl2pPr indent="-304800" lvl="1" marL="914400" algn="l">
              <a:lnSpc>
                <a:spcPct val="90000"/>
              </a:lnSpc>
              <a:spcBef>
                <a:spcPts val="500"/>
              </a:spcBef>
              <a:spcAft>
                <a:spcPts val="0"/>
              </a:spcAft>
              <a:buClr>
                <a:schemeClr val="lt1"/>
              </a:buClr>
              <a:buSzPts val="1200"/>
              <a:buChar char="•"/>
              <a:defRPr sz="1200">
                <a:solidFill>
                  <a:schemeClr val="lt1"/>
                </a:solidFill>
              </a:defRPr>
            </a:lvl2pPr>
            <a:lvl3pPr indent="-298450" lvl="2" marL="1371600" algn="l">
              <a:lnSpc>
                <a:spcPct val="90000"/>
              </a:lnSpc>
              <a:spcBef>
                <a:spcPts val="500"/>
              </a:spcBef>
              <a:spcAft>
                <a:spcPts val="0"/>
              </a:spcAft>
              <a:buClr>
                <a:schemeClr val="lt1"/>
              </a:buClr>
              <a:buSzPts val="1100"/>
              <a:buChar char="•"/>
              <a:defRPr sz="1100">
                <a:solidFill>
                  <a:schemeClr val="lt1"/>
                </a:solidFill>
              </a:defRPr>
            </a:lvl3pPr>
            <a:lvl4pPr indent="-295275" lvl="3" marL="1828800" algn="l">
              <a:lnSpc>
                <a:spcPct val="90000"/>
              </a:lnSpc>
              <a:spcBef>
                <a:spcPts val="500"/>
              </a:spcBef>
              <a:spcAft>
                <a:spcPts val="0"/>
              </a:spcAft>
              <a:buClr>
                <a:schemeClr val="lt1"/>
              </a:buClr>
              <a:buSzPts val="1050"/>
              <a:buChar char="•"/>
              <a:defRPr sz="1050">
                <a:solidFill>
                  <a:schemeClr val="lt1"/>
                </a:solidFill>
              </a:defRPr>
            </a:lvl4pPr>
            <a:lvl5pPr indent="-295275" lvl="4" marL="2286000" algn="l">
              <a:lnSpc>
                <a:spcPct val="90000"/>
              </a:lnSpc>
              <a:spcBef>
                <a:spcPts val="500"/>
              </a:spcBef>
              <a:spcAft>
                <a:spcPts val="0"/>
              </a:spcAft>
              <a:buClr>
                <a:schemeClr val="lt1"/>
              </a:buClr>
              <a:buSzPts val="1050"/>
              <a:buChar char="•"/>
              <a:defRPr sz="105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63"/>
          <p:cNvSpPr txBox="1"/>
          <p:nvPr>
            <p:ph type="title"/>
          </p:nvPr>
        </p:nvSpPr>
        <p:spPr>
          <a:xfrm>
            <a:off x="2528215" y="358610"/>
            <a:ext cx="7135570" cy="822240"/>
          </a:xfrm>
          <a:prstGeom prst="rect">
            <a:avLst/>
          </a:prstGeom>
          <a:noFill/>
          <a:ln>
            <a:noFill/>
          </a:ln>
        </p:spPr>
        <p:txBody>
          <a:bodyPr anchorCtr="0" anchor="t" bIns="45700" lIns="0" spcFirstLastPara="1" rIns="91425" wrap="square" tIns="45700">
            <a:normAutofit/>
          </a:bodyPr>
          <a:lstStyle>
            <a:lvl1pPr lvl="0" algn="ctr">
              <a:lnSpc>
                <a:spcPct val="90000"/>
              </a:lnSpc>
              <a:spcBef>
                <a:spcPts val="0"/>
              </a:spcBef>
              <a:spcAft>
                <a:spcPts val="0"/>
              </a:spcAft>
              <a:buClr>
                <a:schemeClr val="dk1"/>
              </a:buClr>
              <a:buSzPts val="4000"/>
              <a:buFont typeface="Corbel"/>
              <a:buNone/>
              <a:defRPr sz="4000">
                <a:solidFill>
                  <a:schemeClr val="dk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1" name="Google Shape;281;p63" title="Decorative"/>
          <p:cNvCxnSpPr/>
          <p:nvPr/>
        </p:nvCxnSpPr>
        <p:spPr>
          <a:xfrm>
            <a:off x="6096000" y="222583"/>
            <a:ext cx="0" cy="2188805"/>
          </a:xfrm>
          <a:prstGeom prst="straightConnector1">
            <a:avLst/>
          </a:prstGeom>
          <a:noFill/>
          <a:ln cap="flat" cmpd="sng" w="76200">
            <a:solidFill>
              <a:srgbClr val="4EA6E1"/>
            </a:solidFill>
            <a:prstDash val="solid"/>
            <a:miter lim="400000"/>
            <a:headEnd len="sm" w="sm" type="none"/>
            <a:tailEnd len="sm" w="sm"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282" name="Shape 282"/>
        <p:cNvGrpSpPr/>
        <p:nvPr/>
      </p:nvGrpSpPr>
      <p:grpSpPr>
        <a:xfrm>
          <a:off x="0" y="0"/>
          <a:ext cx="0" cy="0"/>
          <a:chOff x="0" y="0"/>
          <a:chExt cx="0" cy="0"/>
        </a:xfrm>
      </p:grpSpPr>
      <p:sp>
        <p:nvSpPr>
          <p:cNvPr id="283" name="Google Shape;283;p64"/>
          <p:cNvSpPr txBox="1"/>
          <p:nvPr>
            <p:ph type="title"/>
          </p:nvPr>
        </p:nvSpPr>
        <p:spPr>
          <a:xfrm>
            <a:off x="844948" y="1193765"/>
            <a:ext cx="4385841" cy="1325563"/>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2"/>
              </a:buClr>
              <a:buSzPts val="4000"/>
              <a:buFont typeface="Corbel"/>
              <a:buNone/>
              <a:defRPr sz="4000">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64" title="Decorative"/>
          <p:cNvSpPr/>
          <p:nvPr>
            <p:ph idx="2" type="pic"/>
          </p:nvPr>
        </p:nvSpPr>
        <p:spPr>
          <a:xfrm>
            <a:off x="878814" y="2632337"/>
            <a:ext cx="4385841" cy="3357563"/>
          </a:xfrm>
          <a:prstGeom prst="rect">
            <a:avLst/>
          </a:prstGeom>
          <a:noFill/>
          <a:ln>
            <a:noFill/>
          </a:ln>
        </p:spPr>
      </p:sp>
      <p:sp>
        <p:nvSpPr>
          <p:cNvPr id="285" name="Google Shape;285;p64"/>
          <p:cNvSpPr txBox="1"/>
          <p:nvPr>
            <p:ph idx="1" type="body"/>
          </p:nvPr>
        </p:nvSpPr>
        <p:spPr>
          <a:xfrm>
            <a:off x="6182016" y="1598619"/>
            <a:ext cx="4869806" cy="1896435"/>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64"/>
          <p:cNvSpPr txBox="1"/>
          <p:nvPr>
            <p:ph idx="3" type="body"/>
          </p:nvPr>
        </p:nvSpPr>
        <p:spPr>
          <a:xfrm>
            <a:off x="6182016" y="1194294"/>
            <a:ext cx="4869806" cy="382749"/>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64"/>
          <p:cNvSpPr txBox="1"/>
          <p:nvPr>
            <p:ph idx="4" type="body"/>
          </p:nvPr>
        </p:nvSpPr>
        <p:spPr>
          <a:xfrm>
            <a:off x="6182018" y="4093464"/>
            <a:ext cx="4869806" cy="1896435"/>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64"/>
          <p:cNvSpPr txBox="1"/>
          <p:nvPr>
            <p:ph idx="5" type="body"/>
          </p:nvPr>
        </p:nvSpPr>
        <p:spPr>
          <a:xfrm>
            <a:off x="6182017" y="3689139"/>
            <a:ext cx="4832794" cy="382749"/>
          </a:xfrm>
          <a:prstGeom prst="rect">
            <a:avLst/>
          </a:prstGeom>
          <a:noFill/>
          <a:ln>
            <a:noFill/>
          </a:ln>
        </p:spPr>
        <p:txBody>
          <a:bodyPr anchorCtr="0" anchor="b" bIns="45700" lIns="0" spcFirstLastPara="1" rIns="91425" wrap="square" tIns="45700">
            <a:noAutofit/>
          </a:bodyPr>
          <a:lstStyle>
            <a:lvl1pPr indent="-228600" lvl="0" marL="457200" algn="l">
              <a:lnSpc>
                <a:spcPct val="90000"/>
              </a:lnSpc>
              <a:spcBef>
                <a:spcPts val="1000"/>
              </a:spcBef>
              <a:spcAft>
                <a:spcPts val="0"/>
              </a:spcAft>
              <a:buClr>
                <a:schemeClr val="dk2"/>
              </a:buClr>
              <a:buSzPts val="1600"/>
              <a:buNone/>
              <a:defRPr b="1" sz="1600">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89" name="Google Shape;289;p64" title="Decorative"/>
          <p:cNvCxnSpPr/>
          <p:nvPr/>
        </p:nvCxnSpPr>
        <p:spPr>
          <a:xfrm rot="10800000">
            <a:off x="830507" y="1194294"/>
            <a:ext cx="0" cy="4795606"/>
          </a:xfrm>
          <a:prstGeom prst="straightConnector1">
            <a:avLst/>
          </a:prstGeom>
          <a:noFill/>
          <a:ln cap="flat" cmpd="sng" w="76200">
            <a:solidFill>
              <a:srgbClr val="00B0F0">
                <a:alpha val="96862"/>
              </a:srgbClr>
            </a:solidFill>
            <a:prstDash val="solid"/>
            <a:miter lim="400000"/>
            <a:headEnd len="sm" w="sm" type="none"/>
            <a:tailEnd len="sm" w="sm"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290" name="Shape 290"/>
        <p:cNvGrpSpPr/>
        <p:nvPr/>
      </p:nvGrpSpPr>
      <p:grpSpPr>
        <a:xfrm>
          <a:off x="0" y="0"/>
          <a:ext cx="0" cy="0"/>
          <a:chOff x="0" y="0"/>
          <a:chExt cx="0" cy="0"/>
        </a:xfrm>
      </p:grpSpPr>
      <p:sp>
        <p:nvSpPr>
          <p:cNvPr id="291" name="Google Shape;291;p65"/>
          <p:cNvSpPr/>
          <p:nvPr>
            <p:ph idx="2" type="pic"/>
          </p:nvPr>
        </p:nvSpPr>
        <p:spPr>
          <a:xfrm>
            <a:off x="7928658" y="836271"/>
            <a:ext cx="4263342" cy="5185458"/>
          </a:xfrm>
          <a:prstGeom prst="rect">
            <a:avLst/>
          </a:prstGeom>
          <a:noFill/>
          <a:ln>
            <a:noFill/>
          </a:ln>
        </p:spPr>
      </p:sp>
      <p:sp>
        <p:nvSpPr>
          <p:cNvPr id="292" name="Google Shape;292;p65" title="Decorative"/>
          <p:cNvSpPr txBox="1"/>
          <p:nvPr>
            <p:ph idx="1" type="body"/>
          </p:nvPr>
        </p:nvSpPr>
        <p:spPr>
          <a:xfrm>
            <a:off x="3657597" y="836271"/>
            <a:ext cx="4262400" cy="5185458"/>
          </a:xfrm>
          <a:prstGeom prst="rect">
            <a:avLst/>
          </a:prstGeom>
          <a:solidFill>
            <a:srgbClr val="0F3259"/>
          </a:solidFill>
          <a:ln>
            <a:noFill/>
          </a:ln>
        </p:spPr>
        <p:txBody>
          <a:bodyPr anchorCtr="0" anchor="t" bIns="45700" lIns="252000" spcFirstLastPara="1" rIns="144000" wrap="square" tIns="144000">
            <a:noAutofit/>
          </a:bodyPr>
          <a:lstStyle>
            <a:lvl1pPr indent="-228600" lvl="0" marL="457200" algn="l">
              <a:lnSpc>
                <a:spcPct val="100000"/>
              </a:lnSpc>
              <a:spcBef>
                <a:spcPts val="1000"/>
              </a:spcBef>
              <a:spcAft>
                <a:spcPts val="0"/>
              </a:spcAft>
              <a:buClr>
                <a:schemeClr val="lt1"/>
              </a:buClr>
              <a:buSzPts val="1400"/>
              <a:buNone/>
              <a:defRPr sz="1400">
                <a:solidFill>
                  <a:schemeClr val="lt1"/>
                </a:solidFill>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65"/>
          <p:cNvSpPr txBox="1"/>
          <p:nvPr>
            <p:ph type="title"/>
          </p:nvPr>
        </p:nvSpPr>
        <p:spPr>
          <a:xfrm>
            <a:off x="625033" y="1659770"/>
            <a:ext cx="2558005"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2"/>
              </a:buClr>
              <a:buSzPts val="4400"/>
              <a:buFont typeface="Corbel"/>
              <a:buNone/>
              <a:defRPr>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94" name="Google Shape;294;p65" title="Decorative"/>
          <p:cNvCxnSpPr/>
          <p:nvPr/>
        </p:nvCxnSpPr>
        <p:spPr>
          <a:xfrm>
            <a:off x="1756506" y="1915220"/>
            <a:ext cx="0" cy="2188805"/>
          </a:xfrm>
          <a:prstGeom prst="straightConnector1">
            <a:avLst/>
          </a:prstGeom>
          <a:noFill/>
          <a:ln cap="flat" cmpd="sng" w="76200">
            <a:solidFill>
              <a:srgbClr val="00B0F0"/>
            </a:solidFill>
            <a:prstDash val="solid"/>
            <a:miter lim="400000"/>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Custom Layout">
  <p:cSld name="25_Custom Layout">
    <p:spTree>
      <p:nvGrpSpPr>
        <p:cNvPr id="295" name="Shape 295"/>
        <p:cNvGrpSpPr/>
        <p:nvPr/>
      </p:nvGrpSpPr>
      <p:grpSpPr>
        <a:xfrm>
          <a:off x="0" y="0"/>
          <a:ext cx="0" cy="0"/>
          <a:chOff x="0" y="0"/>
          <a:chExt cx="0" cy="0"/>
        </a:xfrm>
      </p:grpSpPr>
      <p:sp>
        <p:nvSpPr>
          <p:cNvPr id="296" name="Google Shape;296;p66"/>
          <p:cNvSpPr txBox="1"/>
          <p:nvPr>
            <p:ph idx="1" type="body"/>
          </p:nvPr>
        </p:nvSpPr>
        <p:spPr>
          <a:xfrm>
            <a:off x="838199" y="4586456"/>
            <a:ext cx="10349090" cy="1577281"/>
          </a:xfrm>
          <a:prstGeom prst="rect">
            <a:avLst/>
          </a:prstGeom>
          <a:noFill/>
          <a:ln>
            <a:noFill/>
          </a:ln>
        </p:spPr>
        <p:txBody>
          <a:bodyPr anchorCtr="0" anchor="t" bIns="45700" lIns="0" spcFirstLastPara="1" rIns="0" wrap="square" tIns="216000">
            <a:noAutofit/>
          </a:bodyPr>
          <a:lstStyle>
            <a:lvl1pPr indent="-228600" lvl="0" marL="457200" algn="ctr">
              <a:lnSpc>
                <a:spcPct val="10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66"/>
          <p:cNvSpPr txBox="1"/>
          <p:nvPr>
            <p:ph type="title"/>
          </p:nvPr>
        </p:nvSpPr>
        <p:spPr>
          <a:xfrm>
            <a:off x="838199" y="3717212"/>
            <a:ext cx="10349089" cy="854791"/>
          </a:xfrm>
          <a:prstGeom prst="rect">
            <a:avLst/>
          </a:prstGeom>
          <a:noFill/>
          <a:ln>
            <a:noFill/>
          </a:ln>
        </p:spPr>
        <p:txBody>
          <a:bodyPr anchorCtr="0" anchor="b" bIns="45700" lIns="0" spcFirstLastPara="1" rIns="0" wrap="square" tIns="45700">
            <a:normAutofit/>
          </a:bodyPr>
          <a:lstStyle>
            <a:lvl1pPr lvl="0" algn="ctr">
              <a:lnSpc>
                <a:spcPct val="90000"/>
              </a:lnSpc>
              <a:spcBef>
                <a:spcPts val="0"/>
              </a:spcBef>
              <a:spcAft>
                <a:spcPts val="0"/>
              </a:spcAft>
              <a:buClr>
                <a:schemeClr val="dk2"/>
              </a:buClr>
              <a:buSzPts val="4400"/>
              <a:buFont typeface="Corbel"/>
              <a:buNone/>
              <a:defRPr>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66" title="Decorative"/>
          <p:cNvSpPr/>
          <p:nvPr>
            <p:ph idx="2" type="pic"/>
          </p:nvPr>
        </p:nvSpPr>
        <p:spPr>
          <a:xfrm>
            <a:off x="838200" y="836271"/>
            <a:ext cx="10349089" cy="2516529"/>
          </a:xfrm>
          <a:prstGeom prst="rect">
            <a:avLst/>
          </a:prstGeom>
          <a:solidFill>
            <a:srgbClr val="F2F2F2"/>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Custom Layout">
  <p:cSld name="26_Custom Layout">
    <p:spTree>
      <p:nvGrpSpPr>
        <p:cNvPr id="299" name="Shape 299"/>
        <p:cNvGrpSpPr/>
        <p:nvPr/>
      </p:nvGrpSpPr>
      <p:grpSpPr>
        <a:xfrm>
          <a:off x="0" y="0"/>
          <a:ext cx="0" cy="0"/>
          <a:chOff x="0" y="0"/>
          <a:chExt cx="0" cy="0"/>
        </a:xfrm>
      </p:grpSpPr>
      <p:sp>
        <p:nvSpPr>
          <p:cNvPr id="300" name="Google Shape;300;p67" title="Decorative"/>
          <p:cNvSpPr/>
          <p:nvPr/>
        </p:nvSpPr>
        <p:spPr>
          <a:xfrm>
            <a:off x="0" y="0"/>
            <a:ext cx="4745620" cy="3428990"/>
          </a:xfrm>
          <a:prstGeom prst="rect">
            <a:avLst/>
          </a:prstGeom>
          <a:solidFill>
            <a:schemeClr val="accent2"/>
          </a:solidFill>
          <a:ln>
            <a:noFill/>
          </a:ln>
        </p:spPr>
        <p:txBody>
          <a:bodyPr anchorCtr="0" anchor="t" bIns="45700" lIns="252000" spcFirstLastPara="1" rIns="144000" wrap="square" tIns="1440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a:solidFill>
                <a:schemeClr val="dk2"/>
              </a:solidFill>
              <a:latin typeface="Arial"/>
              <a:ea typeface="Arial"/>
              <a:cs typeface="Arial"/>
              <a:sym typeface="Arial"/>
            </a:endParaRPr>
          </a:p>
        </p:txBody>
      </p:sp>
      <p:sp>
        <p:nvSpPr>
          <p:cNvPr id="301" name="Google Shape;301;p67" title="Decorative"/>
          <p:cNvSpPr/>
          <p:nvPr>
            <p:ph idx="2" type="pic"/>
          </p:nvPr>
        </p:nvSpPr>
        <p:spPr>
          <a:xfrm>
            <a:off x="4745620" y="3428990"/>
            <a:ext cx="7446380" cy="3429009"/>
          </a:xfrm>
          <a:prstGeom prst="rect">
            <a:avLst/>
          </a:prstGeom>
          <a:noFill/>
          <a:ln>
            <a:noFill/>
          </a:ln>
        </p:spPr>
      </p:sp>
      <p:sp>
        <p:nvSpPr>
          <p:cNvPr id="302" name="Google Shape;302;p67"/>
          <p:cNvSpPr txBox="1"/>
          <p:nvPr>
            <p:ph type="title"/>
          </p:nvPr>
        </p:nvSpPr>
        <p:spPr>
          <a:xfrm>
            <a:off x="838200" y="1659770"/>
            <a:ext cx="3085618" cy="1325563"/>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67"/>
          <p:cNvSpPr txBox="1"/>
          <p:nvPr>
            <p:ph idx="1" type="body"/>
          </p:nvPr>
        </p:nvSpPr>
        <p:spPr>
          <a:xfrm>
            <a:off x="5359078" y="1197273"/>
            <a:ext cx="6121722" cy="382749"/>
          </a:xfrm>
          <a:prstGeom prst="rect">
            <a:avLst/>
          </a:prstGeom>
          <a:noFill/>
          <a:ln>
            <a:noFill/>
          </a:ln>
        </p:spPr>
        <p:txBody>
          <a:bodyPr anchorCtr="0" anchor="t" bIns="45700" lIns="0" spcFirstLastPara="1" rIns="91425" wrap="square" tIns="0">
            <a:normAutofit/>
          </a:bodyPr>
          <a:lstStyle>
            <a:lvl1pPr indent="-228600" lvl="0" marL="457200" algn="l">
              <a:lnSpc>
                <a:spcPct val="90000"/>
              </a:lnSpc>
              <a:spcBef>
                <a:spcPts val="1000"/>
              </a:spcBef>
              <a:spcAft>
                <a:spcPts val="0"/>
              </a:spcAft>
              <a:buClr>
                <a:schemeClr val="dk1"/>
              </a:buClr>
              <a:buSzPts val="1600"/>
              <a:buNone/>
              <a:defRPr b="1" sz="1600">
                <a:solidFill>
                  <a:schemeClr val="dk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 name="Google Shape;304;p67"/>
          <p:cNvSpPr txBox="1"/>
          <p:nvPr>
            <p:ph idx="3" type="body"/>
          </p:nvPr>
        </p:nvSpPr>
        <p:spPr>
          <a:xfrm>
            <a:off x="5359078" y="1588155"/>
            <a:ext cx="6121722" cy="1397178"/>
          </a:xfrm>
          <a:prstGeom prst="rect">
            <a:avLst/>
          </a:prstGeom>
          <a:noFill/>
          <a:ln>
            <a:noFill/>
          </a:ln>
        </p:spPr>
        <p:txBody>
          <a:bodyPr anchorCtr="0" anchor="t" bIns="45700" lIns="0" spcFirstLastPara="1" rIns="91425" wrap="square" tIns="0">
            <a:normAutofit/>
          </a:bodyPr>
          <a:lstStyle>
            <a:lvl1pPr indent="-228600" lvl="0" marL="457200" algn="l">
              <a:lnSpc>
                <a:spcPct val="10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chemeClr val="dk2"/>
              </a:buClr>
              <a:buSzPts val="1200"/>
              <a:buNone/>
              <a:defRPr sz="1200"/>
            </a:lvl2pPr>
            <a:lvl3pPr indent="-228600" lvl="2" marL="1371600" algn="l">
              <a:lnSpc>
                <a:spcPct val="90000"/>
              </a:lnSpc>
              <a:spcBef>
                <a:spcPts val="500"/>
              </a:spcBef>
              <a:spcAft>
                <a:spcPts val="0"/>
              </a:spcAft>
              <a:buClr>
                <a:schemeClr val="dk2"/>
              </a:buClr>
              <a:buSzPts val="1100"/>
              <a:buNone/>
              <a:defRPr sz="1100"/>
            </a:lvl3pPr>
            <a:lvl4pPr indent="-295275" lvl="3" marL="1828800" algn="l">
              <a:lnSpc>
                <a:spcPct val="90000"/>
              </a:lnSpc>
              <a:spcBef>
                <a:spcPts val="500"/>
              </a:spcBef>
              <a:spcAft>
                <a:spcPts val="0"/>
              </a:spcAft>
              <a:buClr>
                <a:schemeClr val="dk2"/>
              </a:buClr>
              <a:buSzPts val="1050"/>
              <a:buChar char="•"/>
              <a:defRPr sz="1050"/>
            </a:lvl4pPr>
            <a:lvl5pPr indent="-295275" lvl="4" marL="2286000" algn="l">
              <a:lnSpc>
                <a:spcPct val="90000"/>
              </a:lnSpc>
              <a:spcBef>
                <a:spcPts val="500"/>
              </a:spcBef>
              <a:spcAft>
                <a:spcPts val="0"/>
              </a:spcAft>
              <a:buClr>
                <a:schemeClr val="dk2"/>
              </a:buClr>
              <a:buSzPts val="1050"/>
              <a:buChar char="•"/>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 name="Google Shape;305;p67"/>
          <p:cNvSpPr txBox="1"/>
          <p:nvPr>
            <p:ph idx="4" type="body"/>
          </p:nvPr>
        </p:nvSpPr>
        <p:spPr>
          <a:xfrm>
            <a:off x="838200" y="3737092"/>
            <a:ext cx="3085618" cy="2663707"/>
          </a:xfrm>
          <a:prstGeom prst="rect">
            <a:avLst/>
          </a:prstGeom>
          <a:noFill/>
          <a:ln>
            <a:noFill/>
          </a:ln>
        </p:spPr>
        <p:txBody>
          <a:bodyPr anchorCtr="0" anchor="t" bIns="45700" lIns="0" spcFirstLastPara="1" rIns="91425" wrap="square" tIns="0">
            <a:normAutofit/>
          </a:bodyPr>
          <a:lstStyle>
            <a:lvl1pPr indent="-228600" lvl="0" marL="457200" algn="l">
              <a:lnSpc>
                <a:spcPct val="100000"/>
              </a:lnSpc>
              <a:spcBef>
                <a:spcPts val="1000"/>
              </a:spcBef>
              <a:spcAft>
                <a:spcPts val="0"/>
              </a:spcAft>
              <a:buClr>
                <a:schemeClr val="dk1"/>
              </a:buClr>
              <a:buSzPts val="2000"/>
              <a:buNone/>
              <a:defRPr sz="2000">
                <a:solidFill>
                  <a:schemeClr val="dk1"/>
                </a:solidFill>
              </a:defRPr>
            </a:lvl1pPr>
            <a:lvl2pPr indent="-228600" lvl="1" marL="914400" algn="l">
              <a:lnSpc>
                <a:spcPct val="90000"/>
              </a:lnSpc>
              <a:spcBef>
                <a:spcPts val="500"/>
              </a:spcBef>
              <a:spcAft>
                <a:spcPts val="0"/>
              </a:spcAft>
              <a:buClr>
                <a:schemeClr val="dk2"/>
              </a:buClr>
              <a:buSzPts val="1200"/>
              <a:buNone/>
              <a:defRPr sz="1200"/>
            </a:lvl2pPr>
            <a:lvl3pPr indent="-228600" lvl="2" marL="1371600" algn="l">
              <a:lnSpc>
                <a:spcPct val="90000"/>
              </a:lnSpc>
              <a:spcBef>
                <a:spcPts val="500"/>
              </a:spcBef>
              <a:spcAft>
                <a:spcPts val="0"/>
              </a:spcAft>
              <a:buClr>
                <a:schemeClr val="dk2"/>
              </a:buClr>
              <a:buSzPts val="1100"/>
              <a:buNone/>
              <a:defRPr sz="1100"/>
            </a:lvl3pPr>
            <a:lvl4pPr indent="-295275" lvl="3" marL="1828800" algn="l">
              <a:lnSpc>
                <a:spcPct val="90000"/>
              </a:lnSpc>
              <a:spcBef>
                <a:spcPts val="500"/>
              </a:spcBef>
              <a:spcAft>
                <a:spcPts val="0"/>
              </a:spcAft>
              <a:buClr>
                <a:schemeClr val="dk2"/>
              </a:buClr>
              <a:buSzPts val="1050"/>
              <a:buChar char="•"/>
              <a:defRPr sz="1050"/>
            </a:lvl4pPr>
            <a:lvl5pPr indent="-295275" lvl="4" marL="2286000" algn="l">
              <a:lnSpc>
                <a:spcPct val="90000"/>
              </a:lnSpc>
              <a:spcBef>
                <a:spcPts val="500"/>
              </a:spcBef>
              <a:spcAft>
                <a:spcPts val="0"/>
              </a:spcAft>
              <a:buClr>
                <a:schemeClr val="dk2"/>
              </a:buClr>
              <a:buSzPts val="1050"/>
              <a:buChar char="•"/>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06" name="Shape 306"/>
        <p:cNvGrpSpPr/>
        <p:nvPr/>
      </p:nvGrpSpPr>
      <p:grpSpPr>
        <a:xfrm>
          <a:off x="0" y="0"/>
          <a:ext cx="0" cy="0"/>
          <a:chOff x="0" y="0"/>
          <a:chExt cx="0" cy="0"/>
        </a:xfrm>
      </p:grpSpPr>
      <p:sp>
        <p:nvSpPr>
          <p:cNvPr id="307" name="Google Shape;307;p68" title="Decorative"/>
          <p:cNvSpPr/>
          <p:nvPr>
            <p:ph idx="2" type="pic"/>
          </p:nvPr>
        </p:nvSpPr>
        <p:spPr>
          <a:xfrm>
            <a:off x="0" y="0"/>
            <a:ext cx="12192000" cy="6858000"/>
          </a:xfrm>
          <a:prstGeom prst="rect">
            <a:avLst/>
          </a:prstGeom>
          <a:noFill/>
          <a:ln>
            <a:noFill/>
          </a:ln>
        </p:spPr>
      </p:sp>
      <p:sp>
        <p:nvSpPr>
          <p:cNvPr id="308" name="Google Shape;308;p68"/>
          <p:cNvSpPr txBox="1"/>
          <p:nvPr>
            <p:ph type="title"/>
          </p:nvPr>
        </p:nvSpPr>
        <p:spPr>
          <a:xfrm>
            <a:off x="2282502" y="4973519"/>
            <a:ext cx="7299618" cy="1440000"/>
          </a:xfrm>
          <a:prstGeom prst="rect">
            <a:avLst/>
          </a:prstGeom>
          <a:solidFill>
            <a:srgbClr val="0F3259"/>
          </a:solidFill>
          <a:ln>
            <a:noFill/>
          </a:ln>
        </p:spPr>
        <p:txBody>
          <a:bodyPr anchorCtr="0" anchor="ctr" bIns="45700" lIns="216000" spcFirstLastPara="1" rIns="91425" wrap="square" tIns="45700">
            <a:normAutofit/>
          </a:bodyPr>
          <a:lstStyle>
            <a:lvl1pPr lvl="0" algn="ctr">
              <a:lnSpc>
                <a:spcPct val="90000"/>
              </a:lnSpc>
              <a:spcBef>
                <a:spcPts val="0"/>
              </a:spcBef>
              <a:spcAft>
                <a:spcPts val="0"/>
              </a:spcAft>
              <a:buClr>
                <a:schemeClr val="lt1"/>
              </a:buClr>
              <a:buSzPts val="4000"/>
              <a:buFont typeface="Corbel"/>
              <a:buNone/>
              <a:defRPr sz="4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309" name="Shape 309"/>
        <p:cNvGrpSpPr/>
        <p:nvPr/>
      </p:nvGrpSpPr>
      <p:grpSpPr>
        <a:xfrm>
          <a:off x="0" y="0"/>
          <a:ext cx="0" cy="0"/>
          <a:chOff x="0" y="0"/>
          <a:chExt cx="0" cy="0"/>
        </a:xfrm>
      </p:grpSpPr>
      <p:sp>
        <p:nvSpPr>
          <p:cNvPr id="310" name="Google Shape;310;p69" title="Decorative"/>
          <p:cNvSpPr/>
          <p:nvPr>
            <p:ph idx="2" type="pic"/>
          </p:nvPr>
        </p:nvSpPr>
        <p:spPr>
          <a:xfrm>
            <a:off x="0" y="0"/>
            <a:ext cx="12192000" cy="68580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311" name="Shape 311"/>
        <p:cNvGrpSpPr/>
        <p:nvPr/>
      </p:nvGrpSpPr>
      <p:grpSpPr>
        <a:xfrm>
          <a:off x="0" y="0"/>
          <a:ext cx="0" cy="0"/>
          <a:chOff x="0" y="0"/>
          <a:chExt cx="0" cy="0"/>
        </a:xfrm>
      </p:grpSpPr>
      <p:sp>
        <p:nvSpPr>
          <p:cNvPr id="312" name="Google Shape;312;p70" title="Decorative"/>
          <p:cNvSpPr/>
          <p:nvPr>
            <p:ph idx="2" type="pic"/>
          </p:nvPr>
        </p:nvSpPr>
        <p:spPr>
          <a:xfrm>
            <a:off x="0" y="0"/>
            <a:ext cx="12192000" cy="6858000"/>
          </a:xfrm>
          <a:prstGeom prst="rect">
            <a:avLst/>
          </a:prstGeom>
          <a:noFill/>
          <a:ln>
            <a:noFill/>
          </a:ln>
        </p:spPr>
      </p:sp>
      <p:sp>
        <p:nvSpPr>
          <p:cNvPr id="313" name="Google Shape;313;p70"/>
          <p:cNvSpPr txBox="1"/>
          <p:nvPr>
            <p:ph idx="1" type="body"/>
          </p:nvPr>
        </p:nvSpPr>
        <p:spPr>
          <a:xfrm>
            <a:off x="4887474" y="3665204"/>
            <a:ext cx="7304526" cy="2196780"/>
          </a:xfrm>
          <a:prstGeom prst="rect">
            <a:avLst/>
          </a:prstGeom>
          <a:solidFill>
            <a:srgbClr val="0F3259"/>
          </a:solidFill>
          <a:ln>
            <a:noFill/>
          </a:ln>
        </p:spPr>
        <p:txBody>
          <a:bodyPr anchorCtr="0" anchor="ctr" bIns="182875" lIns="274300" spcFirstLastPara="1" rIns="182875" wrap="square" tIns="182875">
            <a:normAutofit/>
          </a:bodyPr>
          <a:lstStyle>
            <a:lvl1pPr indent="-228600" lvl="0" marL="457200" algn="l">
              <a:lnSpc>
                <a:spcPct val="90000"/>
              </a:lnSpc>
              <a:spcBef>
                <a:spcPts val="0"/>
              </a:spcBef>
              <a:spcAft>
                <a:spcPts val="0"/>
              </a:spcAft>
              <a:buClr>
                <a:schemeClr val="lt1"/>
              </a:buClr>
              <a:buSzPts val="4000"/>
              <a:buNone/>
              <a:defRPr b="1" i="0" sz="40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14" name="Google Shape;314;p70" title="Decorative"/>
          <p:cNvCxnSpPr/>
          <p:nvPr/>
        </p:nvCxnSpPr>
        <p:spPr>
          <a:xfrm flipH="1" rot="10800000">
            <a:off x="4887473" y="3665204"/>
            <a:ext cx="1" cy="2188805"/>
          </a:xfrm>
          <a:prstGeom prst="straightConnector1">
            <a:avLst/>
          </a:prstGeom>
          <a:noFill/>
          <a:ln cap="flat" cmpd="sng" w="76200">
            <a:solidFill>
              <a:srgbClr val="00B0F0"/>
            </a:solidFill>
            <a:prstDash val="solid"/>
            <a:miter lim="400000"/>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Custom Layout">
  <p:cSld name="29_Custom Layout">
    <p:spTree>
      <p:nvGrpSpPr>
        <p:cNvPr id="315" name="Shape 315"/>
        <p:cNvGrpSpPr/>
        <p:nvPr/>
      </p:nvGrpSpPr>
      <p:grpSpPr>
        <a:xfrm>
          <a:off x="0" y="0"/>
          <a:ext cx="0" cy="0"/>
          <a:chOff x="0" y="0"/>
          <a:chExt cx="0" cy="0"/>
        </a:xfrm>
      </p:grpSpPr>
      <p:sp>
        <p:nvSpPr>
          <p:cNvPr id="316" name="Google Shape;316;p71" title="Decorative"/>
          <p:cNvSpPr/>
          <p:nvPr>
            <p:ph idx="2" type="pic"/>
          </p:nvPr>
        </p:nvSpPr>
        <p:spPr>
          <a:xfrm>
            <a:off x="0" y="0"/>
            <a:ext cx="12192000" cy="6858000"/>
          </a:xfrm>
          <a:prstGeom prst="rect">
            <a:avLst/>
          </a:prstGeom>
          <a:noFill/>
          <a:ln>
            <a:noFill/>
          </a:ln>
        </p:spPr>
      </p:sp>
      <p:sp>
        <p:nvSpPr>
          <p:cNvPr id="317" name="Google Shape;317;p71"/>
          <p:cNvSpPr txBox="1"/>
          <p:nvPr>
            <p:ph idx="1" type="body"/>
          </p:nvPr>
        </p:nvSpPr>
        <p:spPr>
          <a:xfrm>
            <a:off x="4887474" y="3665204"/>
            <a:ext cx="7304526" cy="2196780"/>
          </a:xfrm>
          <a:prstGeom prst="rect">
            <a:avLst/>
          </a:prstGeom>
          <a:solidFill>
            <a:schemeClr val="accent2"/>
          </a:solidFill>
          <a:ln>
            <a:noFill/>
          </a:ln>
        </p:spPr>
        <p:txBody>
          <a:bodyPr anchorCtr="0" anchor="ctr" bIns="182875" lIns="274300" spcFirstLastPara="1" rIns="182875" wrap="square" tIns="182875">
            <a:normAutofit/>
          </a:bodyPr>
          <a:lstStyle>
            <a:lvl1pPr indent="-228600" lvl="0" marL="457200" algn="l">
              <a:lnSpc>
                <a:spcPct val="90000"/>
              </a:lnSpc>
              <a:spcBef>
                <a:spcPts val="0"/>
              </a:spcBef>
              <a:spcAft>
                <a:spcPts val="0"/>
              </a:spcAft>
              <a:buClr>
                <a:schemeClr val="lt1"/>
              </a:buClr>
              <a:buSzPts val="4000"/>
              <a:buNone/>
              <a:defRPr b="1" i="0" sz="40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18" name="Google Shape;318;p71" title="Decorative"/>
          <p:cNvCxnSpPr/>
          <p:nvPr/>
        </p:nvCxnSpPr>
        <p:spPr>
          <a:xfrm flipH="1" rot="10800000">
            <a:off x="4887473" y="3665204"/>
            <a:ext cx="1" cy="2188805"/>
          </a:xfrm>
          <a:prstGeom prst="straightConnector1">
            <a:avLst/>
          </a:prstGeom>
          <a:noFill/>
          <a:ln cap="flat" cmpd="sng" w="76200">
            <a:solidFill>
              <a:srgbClr val="1D72AB"/>
            </a:solidFill>
            <a:prstDash val="solid"/>
            <a:miter lim="400000"/>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Custom Layout">
  <p:cSld name="30_Custom Layout">
    <p:bg>
      <p:bgPr>
        <a:solidFill>
          <a:srgbClr val="0F3259"/>
        </a:solidFill>
      </p:bgPr>
    </p:bg>
    <p:spTree>
      <p:nvGrpSpPr>
        <p:cNvPr id="319" name="Shape 319"/>
        <p:cNvGrpSpPr/>
        <p:nvPr/>
      </p:nvGrpSpPr>
      <p:grpSpPr>
        <a:xfrm>
          <a:off x="0" y="0"/>
          <a:ext cx="0" cy="0"/>
          <a:chOff x="0" y="0"/>
          <a:chExt cx="0" cy="0"/>
        </a:xfrm>
      </p:grpSpPr>
      <p:sp>
        <p:nvSpPr>
          <p:cNvPr id="320" name="Google Shape;320;p72" title="Decorative"/>
          <p:cNvSpPr/>
          <p:nvPr>
            <p:ph idx="2" type="pic"/>
          </p:nvPr>
        </p:nvSpPr>
        <p:spPr>
          <a:xfrm>
            <a:off x="0" y="680013"/>
            <a:ext cx="12192000" cy="5497975"/>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Custom Layout">
  <p:cSld name="33_Custom Layout">
    <p:bg>
      <p:bgPr>
        <a:solidFill>
          <a:schemeClr val="accent2"/>
        </a:solidFill>
      </p:bgPr>
    </p:bg>
    <p:spTree>
      <p:nvGrpSpPr>
        <p:cNvPr id="321" name="Shape 321"/>
        <p:cNvGrpSpPr/>
        <p:nvPr/>
      </p:nvGrpSpPr>
      <p:grpSpPr>
        <a:xfrm>
          <a:off x="0" y="0"/>
          <a:ext cx="0" cy="0"/>
          <a:chOff x="0" y="0"/>
          <a:chExt cx="0" cy="0"/>
        </a:xfrm>
      </p:grpSpPr>
      <p:sp>
        <p:nvSpPr>
          <p:cNvPr id="322" name="Google Shape;322;p73" title="Decorative"/>
          <p:cNvSpPr/>
          <p:nvPr>
            <p:ph idx="2" type="pic"/>
          </p:nvPr>
        </p:nvSpPr>
        <p:spPr>
          <a:xfrm>
            <a:off x="0" y="0"/>
            <a:ext cx="12192000" cy="5497975"/>
          </a:xfrm>
          <a:prstGeom prst="rect">
            <a:avLst/>
          </a:prstGeom>
          <a:noFill/>
          <a:ln>
            <a:noFill/>
          </a:ln>
        </p:spPr>
      </p:sp>
      <p:sp>
        <p:nvSpPr>
          <p:cNvPr id="323" name="Google Shape;323;p73"/>
          <p:cNvSpPr txBox="1"/>
          <p:nvPr>
            <p:ph type="title"/>
          </p:nvPr>
        </p:nvSpPr>
        <p:spPr>
          <a:xfrm>
            <a:off x="853440" y="5688402"/>
            <a:ext cx="8717280" cy="823070"/>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Custom Layout">
  <p:cSld name="34_Custom Layout">
    <p:bg>
      <p:bgPr>
        <a:solidFill>
          <a:schemeClr val="accent2"/>
        </a:solidFill>
      </p:bgPr>
    </p:bg>
    <p:spTree>
      <p:nvGrpSpPr>
        <p:cNvPr id="324" name="Shape 324"/>
        <p:cNvGrpSpPr/>
        <p:nvPr/>
      </p:nvGrpSpPr>
      <p:grpSpPr>
        <a:xfrm>
          <a:off x="0" y="0"/>
          <a:ext cx="0" cy="0"/>
          <a:chOff x="0" y="0"/>
          <a:chExt cx="0" cy="0"/>
        </a:xfrm>
      </p:grpSpPr>
      <p:sp>
        <p:nvSpPr>
          <p:cNvPr id="325" name="Google Shape;325;p74" title="Decorative"/>
          <p:cNvSpPr/>
          <p:nvPr>
            <p:ph idx="2" type="pic"/>
          </p:nvPr>
        </p:nvSpPr>
        <p:spPr>
          <a:xfrm>
            <a:off x="0" y="680013"/>
            <a:ext cx="12192000" cy="5497975"/>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326" name="Shape 326"/>
        <p:cNvGrpSpPr/>
        <p:nvPr/>
      </p:nvGrpSpPr>
      <p:grpSpPr>
        <a:xfrm>
          <a:off x="0" y="0"/>
          <a:ext cx="0" cy="0"/>
          <a:chOff x="0" y="0"/>
          <a:chExt cx="0" cy="0"/>
        </a:xfrm>
      </p:grpSpPr>
      <p:sp>
        <p:nvSpPr>
          <p:cNvPr id="327" name="Google Shape;327;p75" title="Decorative"/>
          <p:cNvSpPr/>
          <p:nvPr>
            <p:ph idx="2" type="pic"/>
          </p:nvPr>
        </p:nvSpPr>
        <p:spPr>
          <a:xfrm>
            <a:off x="0" y="0"/>
            <a:ext cx="12192000" cy="6857999"/>
          </a:xfrm>
          <a:prstGeom prst="rect">
            <a:avLst/>
          </a:prstGeom>
          <a:noFill/>
          <a:ln>
            <a:noFill/>
          </a:ln>
        </p:spPr>
      </p:sp>
      <p:sp>
        <p:nvSpPr>
          <p:cNvPr id="328" name="Google Shape;328;p75"/>
          <p:cNvSpPr/>
          <p:nvPr/>
        </p:nvSpPr>
        <p:spPr>
          <a:xfrm>
            <a:off x="0" y="4735870"/>
            <a:ext cx="12192000" cy="1500431"/>
          </a:xfrm>
          <a:prstGeom prst="rect">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75"/>
          <p:cNvSpPr txBox="1"/>
          <p:nvPr>
            <p:ph type="title"/>
          </p:nvPr>
        </p:nvSpPr>
        <p:spPr>
          <a:xfrm>
            <a:off x="695396" y="5074550"/>
            <a:ext cx="8717280" cy="823070"/>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Custom Layout">
  <p:cSld name="35_Custom Layout">
    <p:spTree>
      <p:nvGrpSpPr>
        <p:cNvPr id="330" name="Shape 330"/>
        <p:cNvGrpSpPr/>
        <p:nvPr/>
      </p:nvGrpSpPr>
      <p:grpSpPr>
        <a:xfrm>
          <a:off x="0" y="0"/>
          <a:ext cx="0" cy="0"/>
          <a:chOff x="0" y="0"/>
          <a:chExt cx="0" cy="0"/>
        </a:xfrm>
      </p:grpSpPr>
      <p:sp>
        <p:nvSpPr>
          <p:cNvPr id="331" name="Google Shape;331;p76" title="Decorative"/>
          <p:cNvSpPr/>
          <p:nvPr>
            <p:ph idx="2" type="pic"/>
          </p:nvPr>
        </p:nvSpPr>
        <p:spPr>
          <a:xfrm>
            <a:off x="0" y="0"/>
            <a:ext cx="12192000" cy="6857999"/>
          </a:xfrm>
          <a:prstGeom prst="rect">
            <a:avLst/>
          </a:prstGeom>
          <a:noFill/>
          <a:ln>
            <a:noFill/>
          </a:ln>
        </p:spPr>
      </p:sp>
      <p:sp>
        <p:nvSpPr>
          <p:cNvPr id="332" name="Google Shape;332;p76" title="Decorative"/>
          <p:cNvSpPr/>
          <p:nvPr/>
        </p:nvSpPr>
        <p:spPr>
          <a:xfrm>
            <a:off x="0" y="4735870"/>
            <a:ext cx="12192000" cy="1500431"/>
          </a:xfrm>
          <a:prstGeom prst="rect">
            <a:avLst/>
          </a:prstGeom>
          <a:solidFill>
            <a:schemeClr val="accent2">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76"/>
          <p:cNvSpPr txBox="1"/>
          <p:nvPr>
            <p:ph type="title"/>
          </p:nvPr>
        </p:nvSpPr>
        <p:spPr>
          <a:xfrm>
            <a:off x="695396" y="5074550"/>
            <a:ext cx="8717280" cy="823070"/>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Custom Layout">
  <p:cSld name="36_Custom Layout">
    <p:spTree>
      <p:nvGrpSpPr>
        <p:cNvPr id="334" name="Shape 334"/>
        <p:cNvGrpSpPr/>
        <p:nvPr/>
      </p:nvGrpSpPr>
      <p:grpSpPr>
        <a:xfrm>
          <a:off x="0" y="0"/>
          <a:ext cx="0" cy="0"/>
          <a:chOff x="0" y="0"/>
          <a:chExt cx="0" cy="0"/>
        </a:xfrm>
      </p:grpSpPr>
      <p:sp>
        <p:nvSpPr>
          <p:cNvPr id="335" name="Google Shape;335;p77" title="Decorative"/>
          <p:cNvSpPr/>
          <p:nvPr>
            <p:ph idx="2" type="pic"/>
          </p:nvPr>
        </p:nvSpPr>
        <p:spPr>
          <a:xfrm>
            <a:off x="0" y="0"/>
            <a:ext cx="12192000" cy="6857999"/>
          </a:xfrm>
          <a:prstGeom prst="rect">
            <a:avLst/>
          </a:prstGeom>
          <a:noFill/>
          <a:ln>
            <a:noFill/>
          </a:ln>
        </p:spPr>
      </p:sp>
      <p:sp>
        <p:nvSpPr>
          <p:cNvPr id="336" name="Google Shape;336;p77" title="Decorative"/>
          <p:cNvSpPr/>
          <p:nvPr/>
        </p:nvSpPr>
        <p:spPr>
          <a:xfrm>
            <a:off x="0" y="4735870"/>
            <a:ext cx="12192000" cy="1500431"/>
          </a:xfrm>
          <a:prstGeom prst="rect">
            <a:avLst/>
          </a:prstGeom>
          <a:solidFill>
            <a:srgbClr val="0F3259">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77"/>
          <p:cNvSpPr txBox="1"/>
          <p:nvPr>
            <p:ph type="title"/>
          </p:nvPr>
        </p:nvSpPr>
        <p:spPr>
          <a:xfrm>
            <a:off x="695396" y="5074550"/>
            <a:ext cx="8717280" cy="823070"/>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chemeClr val="lt1"/>
              </a:buClr>
              <a:buSzPts val="4400"/>
              <a:buFont typeface="Corbe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bg>
      <p:bgPr>
        <a:solidFill>
          <a:schemeClr val="lt1"/>
        </a:solidFill>
      </p:bgPr>
    </p:bg>
    <p:spTree>
      <p:nvGrpSpPr>
        <p:cNvPr id="338" name="Shape 338"/>
        <p:cNvGrpSpPr/>
        <p:nvPr/>
      </p:nvGrpSpPr>
      <p:grpSpPr>
        <a:xfrm>
          <a:off x="0" y="0"/>
          <a:ext cx="0" cy="0"/>
          <a:chOff x="0" y="0"/>
          <a:chExt cx="0" cy="0"/>
        </a:xfrm>
      </p:grpSpPr>
      <p:grpSp>
        <p:nvGrpSpPr>
          <p:cNvPr id="339" name="Google Shape;339;p78"/>
          <p:cNvGrpSpPr/>
          <p:nvPr/>
        </p:nvGrpSpPr>
        <p:grpSpPr>
          <a:xfrm>
            <a:off x="3413895" y="419827"/>
            <a:ext cx="7939904" cy="6018346"/>
            <a:chOff x="8585200" y="440266"/>
            <a:chExt cx="14753564" cy="11183013"/>
          </a:xfrm>
        </p:grpSpPr>
        <p:sp>
          <p:nvSpPr>
            <p:cNvPr id="340" name="Google Shape;340;p78" title="Decorative"/>
            <p:cNvSpPr/>
            <p:nvPr/>
          </p:nvSpPr>
          <p:spPr>
            <a:xfrm>
              <a:off x="8585200" y="440266"/>
              <a:ext cx="6156127" cy="9967848"/>
            </a:xfrm>
            <a:prstGeom prst="rect">
              <a:avLst/>
            </a:prstGeom>
            <a:solidFill>
              <a:srgbClr val="1F1F2A">
                <a:alpha val="13725"/>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78" title="Decorative"/>
            <p:cNvSpPr/>
            <p:nvPr/>
          </p:nvSpPr>
          <p:spPr>
            <a:xfrm>
              <a:off x="10168466" y="1092200"/>
              <a:ext cx="13170298" cy="10531079"/>
            </a:xfrm>
            <a:prstGeom prst="rect">
              <a:avLst/>
            </a:prstGeom>
            <a:solidFill>
              <a:schemeClr val="accent2"/>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0" sz="1800">
                <a:solidFill>
                  <a:srgbClr val="F3F3F3"/>
                </a:solidFill>
                <a:latin typeface="Raleway"/>
                <a:ea typeface="Raleway"/>
                <a:cs typeface="Raleway"/>
                <a:sym typeface="Raleway"/>
              </a:endParaRPr>
            </a:p>
          </p:txBody>
        </p:sp>
      </p:grpSp>
      <p:sp>
        <p:nvSpPr>
          <p:cNvPr id="342" name="Google Shape;342;p78"/>
          <p:cNvSpPr txBox="1"/>
          <p:nvPr>
            <p:ph idx="1" type="body"/>
          </p:nvPr>
        </p:nvSpPr>
        <p:spPr>
          <a:xfrm>
            <a:off x="838200" y="369027"/>
            <a:ext cx="2489200" cy="3124200"/>
          </a:xfrm>
          <a:prstGeom prst="rect">
            <a:avLst/>
          </a:prstGeom>
          <a:noFill/>
          <a:ln>
            <a:noFill/>
          </a:ln>
        </p:spPr>
        <p:txBody>
          <a:bodyPr anchorCtr="0" anchor="b" bIns="0" lIns="91425" spcFirstLastPara="1" rIns="91425" wrap="square" tIns="0">
            <a:noAutofit/>
          </a:bodyPr>
          <a:lstStyle>
            <a:lvl1pPr indent="-228600" lvl="0" marL="457200" algn="r">
              <a:lnSpc>
                <a:spcPct val="90000"/>
              </a:lnSpc>
              <a:spcBef>
                <a:spcPts val="1000"/>
              </a:spcBef>
              <a:spcAft>
                <a:spcPts val="0"/>
              </a:spcAft>
              <a:buClr>
                <a:srgbClr val="1D72AB"/>
              </a:buClr>
              <a:buSzPts val="30000"/>
              <a:buNone/>
              <a:defRPr sz="30000">
                <a:solidFill>
                  <a:srgbClr val="1D72AB"/>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78"/>
          <p:cNvSpPr txBox="1"/>
          <p:nvPr>
            <p:ph type="title"/>
          </p:nvPr>
        </p:nvSpPr>
        <p:spPr>
          <a:xfrm>
            <a:off x="4571575" y="4500560"/>
            <a:ext cx="653669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000"/>
              <a:buFont typeface="Corbel"/>
              <a:buNone/>
              <a:defRPr b="1" sz="6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Custom Layout">
  <p:cSld name="37_Custom Layout">
    <p:bg>
      <p:bgPr>
        <a:solidFill>
          <a:schemeClr val="lt1"/>
        </a:solidFill>
      </p:bgPr>
    </p:bg>
    <p:spTree>
      <p:nvGrpSpPr>
        <p:cNvPr id="344" name="Shape 344"/>
        <p:cNvGrpSpPr/>
        <p:nvPr/>
      </p:nvGrpSpPr>
      <p:grpSpPr>
        <a:xfrm>
          <a:off x="0" y="0"/>
          <a:ext cx="0" cy="0"/>
          <a:chOff x="0" y="0"/>
          <a:chExt cx="0" cy="0"/>
        </a:xfrm>
      </p:grpSpPr>
      <p:grpSp>
        <p:nvGrpSpPr>
          <p:cNvPr id="345" name="Google Shape;345;p79"/>
          <p:cNvGrpSpPr/>
          <p:nvPr/>
        </p:nvGrpSpPr>
        <p:grpSpPr>
          <a:xfrm>
            <a:off x="3413895" y="419827"/>
            <a:ext cx="7939904" cy="6018346"/>
            <a:chOff x="8585200" y="440266"/>
            <a:chExt cx="14753564" cy="11183013"/>
          </a:xfrm>
        </p:grpSpPr>
        <p:sp>
          <p:nvSpPr>
            <p:cNvPr id="346" name="Google Shape;346;p79" title="Decorative"/>
            <p:cNvSpPr/>
            <p:nvPr/>
          </p:nvSpPr>
          <p:spPr>
            <a:xfrm>
              <a:off x="8585200" y="440266"/>
              <a:ext cx="6156127" cy="9967848"/>
            </a:xfrm>
            <a:prstGeom prst="rect">
              <a:avLst/>
            </a:prstGeom>
            <a:solidFill>
              <a:srgbClr val="1F1F2A">
                <a:alpha val="13725"/>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79" title="Decorative"/>
            <p:cNvSpPr/>
            <p:nvPr/>
          </p:nvSpPr>
          <p:spPr>
            <a:xfrm>
              <a:off x="10168466" y="1092200"/>
              <a:ext cx="13170298" cy="10531079"/>
            </a:xfrm>
            <a:prstGeom prst="rect">
              <a:avLst/>
            </a:prstGeom>
            <a:solidFill>
              <a:srgbClr val="0F325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0" sz="1800">
                <a:solidFill>
                  <a:srgbClr val="F3F3F3"/>
                </a:solidFill>
                <a:latin typeface="Raleway"/>
                <a:ea typeface="Raleway"/>
                <a:cs typeface="Raleway"/>
                <a:sym typeface="Raleway"/>
              </a:endParaRPr>
            </a:p>
          </p:txBody>
        </p:sp>
      </p:grpSp>
      <p:sp>
        <p:nvSpPr>
          <p:cNvPr id="348" name="Google Shape;348;p79"/>
          <p:cNvSpPr txBox="1"/>
          <p:nvPr>
            <p:ph idx="1" type="body"/>
          </p:nvPr>
        </p:nvSpPr>
        <p:spPr>
          <a:xfrm>
            <a:off x="838200" y="369027"/>
            <a:ext cx="2489200" cy="3124200"/>
          </a:xfrm>
          <a:prstGeom prst="rect">
            <a:avLst/>
          </a:prstGeom>
          <a:noFill/>
          <a:ln>
            <a:noFill/>
          </a:ln>
        </p:spPr>
        <p:txBody>
          <a:bodyPr anchorCtr="0" anchor="b" bIns="0" lIns="91425" spcFirstLastPara="1" rIns="91425" wrap="square" tIns="0">
            <a:noAutofit/>
          </a:bodyPr>
          <a:lstStyle>
            <a:lvl1pPr indent="-228600" lvl="0" marL="457200" algn="r">
              <a:lnSpc>
                <a:spcPct val="90000"/>
              </a:lnSpc>
              <a:spcBef>
                <a:spcPts val="1000"/>
              </a:spcBef>
              <a:spcAft>
                <a:spcPts val="0"/>
              </a:spcAft>
              <a:buClr>
                <a:srgbClr val="C48FAA"/>
              </a:buClr>
              <a:buSzPts val="30000"/>
              <a:buNone/>
              <a:defRPr sz="30000">
                <a:solidFill>
                  <a:srgbClr val="C48FAA"/>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79"/>
          <p:cNvSpPr txBox="1"/>
          <p:nvPr>
            <p:ph type="title"/>
          </p:nvPr>
        </p:nvSpPr>
        <p:spPr>
          <a:xfrm>
            <a:off x="4571575" y="4500560"/>
            <a:ext cx="653669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000"/>
              <a:buFont typeface="Corbel"/>
              <a:buNone/>
              <a:defRPr b="1" sz="6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Custom Layout">
  <p:cSld name="38_Custom Layout">
    <p:bg>
      <p:bgPr>
        <a:solidFill>
          <a:schemeClr val="lt1"/>
        </a:solidFill>
      </p:bgPr>
    </p:bg>
    <p:spTree>
      <p:nvGrpSpPr>
        <p:cNvPr id="350" name="Shape 350"/>
        <p:cNvGrpSpPr/>
        <p:nvPr/>
      </p:nvGrpSpPr>
      <p:grpSpPr>
        <a:xfrm>
          <a:off x="0" y="0"/>
          <a:ext cx="0" cy="0"/>
          <a:chOff x="0" y="0"/>
          <a:chExt cx="0" cy="0"/>
        </a:xfrm>
      </p:grpSpPr>
      <p:grpSp>
        <p:nvGrpSpPr>
          <p:cNvPr id="351" name="Google Shape;351;p80"/>
          <p:cNvGrpSpPr/>
          <p:nvPr/>
        </p:nvGrpSpPr>
        <p:grpSpPr>
          <a:xfrm>
            <a:off x="3413895" y="419827"/>
            <a:ext cx="7939904" cy="6018346"/>
            <a:chOff x="8585200" y="440266"/>
            <a:chExt cx="14753564" cy="11183013"/>
          </a:xfrm>
        </p:grpSpPr>
        <p:sp>
          <p:nvSpPr>
            <p:cNvPr id="352" name="Google Shape;352;p80" title="Decorative"/>
            <p:cNvSpPr/>
            <p:nvPr/>
          </p:nvSpPr>
          <p:spPr>
            <a:xfrm>
              <a:off x="8585200" y="440266"/>
              <a:ext cx="6156127" cy="9967848"/>
            </a:xfrm>
            <a:prstGeom prst="rect">
              <a:avLst/>
            </a:prstGeom>
            <a:solidFill>
              <a:srgbClr val="1F1F2A">
                <a:alpha val="13725"/>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80" title="Decorative"/>
            <p:cNvSpPr/>
            <p:nvPr/>
          </p:nvSpPr>
          <p:spPr>
            <a:xfrm>
              <a:off x="10168466" y="1092200"/>
              <a:ext cx="13170298" cy="10531079"/>
            </a:xfrm>
            <a:prstGeom prst="rect">
              <a:avLst/>
            </a:prstGeom>
            <a:solidFill>
              <a:schemeClr val="accent4"/>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0" sz="1800">
                <a:solidFill>
                  <a:srgbClr val="F3F3F3"/>
                </a:solidFill>
                <a:latin typeface="Raleway"/>
                <a:ea typeface="Raleway"/>
                <a:cs typeface="Raleway"/>
                <a:sym typeface="Raleway"/>
              </a:endParaRPr>
            </a:p>
          </p:txBody>
        </p:sp>
      </p:grpSp>
      <p:sp>
        <p:nvSpPr>
          <p:cNvPr id="354" name="Google Shape;354;p80"/>
          <p:cNvSpPr txBox="1"/>
          <p:nvPr>
            <p:ph idx="1" type="body"/>
          </p:nvPr>
        </p:nvSpPr>
        <p:spPr>
          <a:xfrm>
            <a:off x="838200" y="369027"/>
            <a:ext cx="2489200" cy="3124200"/>
          </a:xfrm>
          <a:prstGeom prst="rect">
            <a:avLst/>
          </a:prstGeom>
          <a:noFill/>
          <a:ln>
            <a:noFill/>
          </a:ln>
        </p:spPr>
        <p:txBody>
          <a:bodyPr anchorCtr="0" anchor="b" bIns="0" lIns="91425" spcFirstLastPara="1" rIns="91425" wrap="square" tIns="0">
            <a:noAutofit/>
          </a:bodyPr>
          <a:lstStyle>
            <a:lvl1pPr indent="-228600" lvl="0" marL="457200" algn="r">
              <a:lnSpc>
                <a:spcPct val="90000"/>
              </a:lnSpc>
              <a:spcBef>
                <a:spcPts val="1000"/>
              </a:spcBef>
              <a:spcAft>
                <a:spcPts val="0"/>
              </a:spcAft>
              <a:buClr>
                <a:srgbClr val="B5B5B5"/>
              </a:buClr>
              <a:buSzPts val="30000"/>
              <a:buNone/>
              <a:defRPr sz="30000">
                <a:solidFill>
                  <a:srgbClr val="B5B5B5"/>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5" name="Google Shape;355;p80"/>
          <p:cNvSpPr txBox="1"/>
          <p:nvPr>
            <p:ph type="title"/>
          </p:nvPr>
        </p:nvSpPr>
        <p:spPr>
          <a:xfrm>
            <a:off x="4571575" y="4500560"/>
            <a:ext cx="653669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6000"/>
              <a:buFont typeface="Corbel"/>
              <a:buNone/>
              <a:defRPr b="1" sz="60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Custom Layout">
  <p:cSld name="39_Custom Layout">
    <p:bg>
      <p:bgPr>
        <a:solidFill>
          <a:schemeClr val="lt1"/>
        </a:solidFill>
      </p:bgPr>
    </p:bg>
    <p:spTree>
      <p:nvGrpSpPr>
        <p:cNvPr id="356" name="Shape 356"/>
        <p:cNvGrpSpPr/>
        <p:nvPr/>
      </p:nvGrpSpPr>
      <p:grpSpPr>
        <a:xfrm>
          <a:off x="0" y="0"/>
          <a:ext cx="0" cy="0"/>
          <a:chOff x="0" y="0"/>
          <a:chExt cx="0" cy="0"/>
        </a:xfrm>
      </p:grpSpPr>
      <p:sp>
        <p:nvSpPr>
          <p:cNvPr id="357" name="Google Shape;357;p81" title="Decorative"/>
          <p:cNvSpPr/>
          <p:nvPr/>
        </p:nvSpPr>
        <p:spPr>
          <a:xfrm>
            <a:off x="0" y="1405466"/>
            <a:ext cx="12192000" cy="365760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81"/>
          <p:cNvSpPr txBox="1"/>
          <p:nvPr>
            <p:ph type="title"/>
          </p:nvPr>
        </p:nvSpPr>
        <p:spPr>
          <a:xfrm>
            <a:off x="838199" y="1906059"/>
            <a:ext cx="7882467" cy="169418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lt1"/>
              </a:buClr>
              <a:buSzPts val="6600"/>
              <a:buFont typeface="Corbel"/>
              <a:buNone/>
              <a:defRPr b="1" sz="66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81"/>
          <p:cNvSpPr txBox="1"/>
          <p:nvPr>
            <p:ph idx="1" type="body"/>
          </p:nvPr>
        </p:nvSpPr>
        <p:spPr>
          <a:xfrm>
            <a:off x="8530361" y="4554447"/>
            <a:ext cx="2489200" cy="3124198"/>
          </a:xfrm>
          <a:prstGeom prst="rect">
            <a:avLst/>
          </a:prstGeom>
          <a:solidFill>
            <a:srgbClr val="1D72AB"/>
          </a:solidFill>
          <a:ln>
            <a:noFill/>
          </a:ln>
        </p:spPr>
        <p:txBody>
          <a:bodyPr anchorCtr="0" anchor="b" bIns="0" lIns="91425" spcFirstLastPara="1" rIns="91425" wrap="square" tIns="45700">
            <a:noAutofit/>
          </a:bodyPr>
          <a:lstStyle>
            <a:lvl1pPr indent="-228600" lvl="0" marL="457200" algn="ctr">
              <a:lnSpc>
                <a:spcPct val="90000"/>
              </a:lnSpc>
              <a:spcBef>
                <a:spcPts val="1000"/>
              </a:spcBef>
              <a:spcAft>
                <a:spcPts val="0"/>
              </a:spcAft>
              <a:buClr>
                <a:schemeClr val="lt1"/>
              </a:buClr>
              <a:buSzPts val="25000"/>
              <a:buNone/>
              <a:defRPr sz="250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Custom Layout">
  <p:cSld name="40_Custom Layout">
    <p:bg>
      <p:bgPr>
        <a:solidFill>
          <a:schemeClr val="lt1"/>
        </a:solidFill>
      </p:bgPr>
    </p:bg>
    <p:spTree>
      <p:nvGrpSpPr>
        <p:cNvPr id="360" name="Shape 360"/>
        <p:cNvGrpSpPr/>
        <p:nvPr/>
      </p:nvGrpSpPr>
      <p:grpSpPr>
        <a:xfrm>
          <a:off x="0" y="0"/>
          <a:ext cx="0" cy="0"/>
          <a:chOff x="0" y="0"/>
          <a:chExt cx="0" cy="0"/>
        </a:xfrm>
      </p:grpSpPr>
      <p:sp>
        <p:nvSpPr>
          <p:cNvPr id="361" name="Google Shape;361;p82" title="Decorative"/>
          <p:cNvSpPr/>
          <p:nvPr/>
        </p:nvSpPr>
        <p:spPr>
          <a:xfrm>
            <a:off x="0" y="1405466"/>
            <a:ext cx="12192000" cy="365760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82"/>
          <p:cNvSpPr txBox="1"/>
          <p:nvPr>
            <p:ph type="title"/>
          </p:nvPr>
        </p:nvSpPr>
        <p:spPr>
          <a:xfrm>
            <a:off x="838199" y="1906059"/>
            <a:ext cx="7882467" cy="1694180"/>
          </a:xfrm>
          <a:prstGeom prst="rect">
            <a:avLst/>
          </a:prstGeom>
          <a:noFill/>
          <a:ln>
            <a:noFill/>
          </a:ln>
        </p:spPr>
        <p:txBody>
          <a:bodyPr anchorCtr="0" anchor="t" bIns="45700" lIns="0" spcFirstLastPara="1" rIns="91425" wrap="square" tIns="45700">
            <a:noAutofit/>
          </a:bodyPr>
          <a:lstStyle>
            <a:lvl1pPr lvl="0" algn="l">
              <a:lnSpc>
                <a:spcPct val="90000"/>
              </a:lnSpc>
              <a:spcBef>
                <a:spcPts val="0"/>
              </a:spcBef>
              <a:spcAft>
                <a:spcPts val="0"/>
              </a:spcAft>
              <a:buClr>
                <a:schemeClr val="lt1"/>
              </a:buClr>
              <a:buSzPts val="6600"/>
              <a:buFont typeface="Corbel"/>
              <a:buNone/>
              <a:defRPr b="1" sz="66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82"/>
          <p:cNvSpPr txBox="1"/>
          <p:nvPr>
            <p:ph idx="1" type="body"/>
          </p:nvPr>
        </p:nvSpPr>
        <p:spPr>
          <a:xfrm>
            <a:off x="8530361" y="4554447"/>
            <a:ext cx="2489200" cy="3124198"/>
          </a:xfrm>
          <a:prstGeom prst="rect">
            <a:avLst/>
          </a:prstGeom>
          <a:solidFill>
            <a:srgbClr val="B5B5B5"/>
          </a:solidFill>
          <a:ln>
            <a:noFill/>
          </a:ln>
        </p:spPr>
        <p:txBody>
          <a:bodyPr anchorCtr="0" anchor="b" bIns="0" lIns="91425" spcFirstLastPara="1" rIns="91425" wrap="square" tIns="45700">
            <a:noAutofit/>
          </a:bodyPr>
          <a:lstStyle>
            <a:lvl1pPr indent="-228600" lvl="0" marL="457200" algn="ctr">
              <a:lnSpc>
                <a:spcPct val="90000"/>
              </a:lnSpc>
              <a:spcBef>
                <a:spcPts val="1000"/>
              </a:spcBef>
              <a:spcAft>
                <a:spcPts val="0"/>
              </a:spcAft>
              <a:buClr>
                <a:schemeClr val="lt1"/>
              </a:buClr>
              <a:buSzPts val="25000"/>
              <a:buNone/>
              <a:defRPr sz="25000">
                <a:solidFill>
                  <a:schemeClr val="lt1"/>
                </a:solidFill>
                <a:latin typeface="Corbel"/>
                <a:ea typeface="Corbel"/>
                <a:cs typeface="Corbel"/>
                <a:sym typeface="Corbel"/>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364" name="Shape 364"/>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 and Content">
  <p:cSld name="4_Image and Content">
    <p:spTree>
      <p:nvGrpSpPr>
        <p:cNvPr id="365" name="Shape 365"/>
        <p:cNvGrpSpPr/>
        <p:nvPr/>
      </p:nvGrpSpPr>
      <p:grpSpPr>
        <a:xfrm>
          <a:off x="0" y="0"/>
          <a:ext cx="0" cy="0"/>
          <a:chOff x="0" y="0"/>
          <a:chExt cx="0" cy="0"/>
        </a:xfrm>
      </p:grpSpPr>
      <p:sp>
        <p:nvSpPr>
          <p:cNvPr id="366" name="Google Shape;366;p84"/>
          <p:cNvSpPr txBox="1"/>
          <p:nvPr>
            <p:ph idx="1" type="body"/>
          </p:nvPr>
        </p:nvSpPr>
        <p:spPr>
          <a:xfrm>
            <a:off x="7718323" y="1058980"/>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7" name="Google Shape;367;p84"/>
          <p:cNvSpPr txBox="1"/>
          <p:nvPr>
            <p:ph idx="2" type="body"/>
          </p:nvPr>
        </p:nvSpPr>
        <p:spPr>
          <a:xfrm>
            <a:off x="7718323" y="2365537"/>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8" name="Google Shape;368;p84"/>
          <p:cNvSpPr txBox="1"/>
          <p:nvPr>
            <p:ph idx="3" type="body"/>
          </p:nvPr>
        </p:nvSpPr>
        <p:spPr>
          <a:xfrm>
            <a:off x="7718323" y="3656265"/>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9" name="Google Shape;369;p84"/>
          <p:cNvSpPr txBox="1"/>
          <p:nvPr>
            <p:ph idx="4" type="body"/>
          </p:nvPr>
        </p:nvSpPr>
        <p:spPr>
          <a:xfrm>
            <a:off x="7718323" y="4946994"/>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0" name="Google Shape;370;p84"/>
          <p:cNvSpPr txBox="1"/>
          <p:nvPr>
            <p:ph type="title"/>
          </p:nvPr>
        </p:nvSpPr>
        <p:spPr>
          <a:xfrm>
            <a:off x="841057" y="1100290"/>
            <a:ext cx="4008437" cy="1395208"/>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400"/>
              <a:buFont typeface="Corbe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84"/>
          <p:cNvSpPr txBox="1"/>
          <p:nvPr>
            <p:ph idx="5" type="body"/>
          </p:nvPr>
        </p:nvSpPr>
        <p:spPr>
          <a:xfrm>
            <a:off x="841058" y="2561159"/>
            <a:ext cx="4008437" cy="602887"/>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p84"/>
          <p:cNvSpPr txBox="1"/>
          <p:nvPr>
            <p:ph idx="6" type="body"/>
          </p:nvPr>
        </p:nvSpPr>
        <p:spPr>
          <a:xfrm>
            <a:off x="838200" y="3498661"/>
            <a:ext cx="4008438" cy="2560899"/>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1000"/>
              </a:spcBef>
              <a:spcAft>
                <a:spcPts val="0"/>
              </a:spcAft>
              <a:buClr>
                <a:schemeClr val="dk2"/>
              </a:buClr>
              <a:buSzPts val="1400"/>
              <a:buNone/>
              <a:defRPr sz="1400">
                <a:latin typeface="Calibri"/>
                <a:ea typeface="Calibri"/>
                <a:cs typeface="Calibri"/>
                <a:sym typeface="Calibri"/>
              </a:defRPr>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3" name="Google Shape;373;p84" title="Decorative"/>
          <p:cNvCxnSpPr/>
          <p:nvPr/>
        </p:nvCxnSpPr>
        <p:spPr>
          <a:xfrm>
            <a:off x="1918496" y="2124643"/>
            <a:ext cx="0" cy="2188806"/>
          </a:xfrm>
          <a:prstGeom prst="straightConnector1">
            <a:avLst/>
          </a:prstGeom>
          <a:noFill/>
          <a:ln cap="flat" cmpd="sng" w="76200">
            <a:solidFill>
              <a:srgbClr val="C48FAA"/>
            </a:solidFill>
            <a:prstDash val="solid"/>
            <a:miter lim="400000"/>
            <a:headEnd len="sm" w="sm" type="none"/>
            <a:tailEnd len="sm" w="sm" type="none"/>
          </a:ln>
        </p:spPr>
      </p:cxnSp>
      <p:sp>
        <p:nvSpPr>
          <p:cNvPr id="374" name="Google Shape;374;p84"/>
          <p:cNvSpPr/>
          <p:nvPr/>
        </p:nvSpPr>
        <p:spPr>
          <a:xfrm>
            <a:off x="6721671" y="1047456"/>
            <a:ext cx="754743" cy="75474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84"/>
          <p:cNvSpPr/>
          <p:nvPr/>
        </p:nvSpPr>
        <p:spPr>
          <a:xfrm>
            <a:off x="6721671" y="2342488"/>
            <a:ext cx="754743" cy="75474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84"/>
          <p:cNvSpPr/>
          <p:nvPr/>
        </p:nvSpPr>
        <p:spPr>
          <a:xfrm>
            <a:off x="6721671" y="3644740"/>
            <a:ext cx="754743" cy="75474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 name="Google Shape;377;p84"/>
          <p:cNvSpPr/>
          <p:nvPr/>
        </p:nvSpPr>
        <p:spPr>
          <a:xfrm>
            <a:off x="6721671" y="4935469"/>
            <a:ext cx="754743" cy="75474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84"/>
          <p:cNvSpPr/>
          <p:nvPr>
            <p:ph idx="7" type="pic"/>
          </p:nvPr>
        </p:nvSpPr>
        <p:spPr>
          <a:xfrm>
            <a:off x="6874411" y="1200196"/>
            <a:ext cx="449262" cy="449263"/>
          </a:xfrm>
          <a:prstGeom prst="rect">
            <a:avLst/>
          </a:prstGeom>
          <a:noFill/>
          <a:ln>
            <a:noFill/>
          </a:ln>
        </p:spPr>
      </p:sp>
      <p:sp>
        <p:nvSpPr>
          <p:cNvPr id="379" name="Google Shape;379;p84"/>
          <p:cNvSpPr/>
          <p:nvPr>
            <p:ph idx="8" type="pic"/>
          </p:nvPr>
        </p:nvSpPr>
        <p:spPr>
          <a:xfrm>
            <a:off x="6874411" y="2506752"/>
            <a:ext cx="449262" cy="449263"/>
          </a:xfrm>
          <a:prstGeom prst="rect">
            <a:avLst/>
          </a:prstGeom>
          <a:noFill/>
          <a:ln>
            <a:noFill/>
          </a:ln>
        </p:spPr>
      </p:sp>
      <p:sp>
        <p:nvSpPr>
          <p:cNvPr id="380" name="Google Shape;380;p84"/>
          <p:cNvSpPr/>
          <p:nvPr>
            <p:ph idx="9" type="pic"/>
          </p:nvPr>
        </p:nvSpPr>
        <p:spPr>
          <a:xfrm>
            <a:off x="6874411" y="3797479"/>
            <a:ext cx="449262" cy="449263"/>
          </a:xfrm>
          <a:prstGeom prst="rect">
            <a:avLst/>
          </a:prstGeom>
          <a:noFill/>
          <a:ln>
            <a:noFill/>
          </a:ln>
        </p:spPr>
      </p:sp>
      <p:sp>
        <p:nvSpPr>
          <p:cNvPr id="381" name="Google Shape;381;p84"/>
          <p:cNvSpPr/>
          <p:nvPr>
            <p:ph idx="13" type="pic"/>
          </p:nvPr>
        </p:nvSpPr>
        <p:spPr>
          <a:xfrm>
            <a:off x="6874411" y="5088208"/>
            <a:ext cx="449262" cy="449263"/>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6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Content">
  <p:cSld name="1_Image and Content">
    <p:spTree>
      <p:nvGrpSpPr>
        <p:cNvPr id="382" name="Shape 382"/>
        <p:cNvGrpSpPr/>
        <p:nvPr/>
      </p:nvGrpSpPr>
      <p:grpSpPr>
        <a:xfrm>
          <a:off x="0" y="0"/>
          <a:ext cx="0" cy="0"/>
          <a:chOff x="0" y="0"/>
          <a:chExt cx="0" cy="0"/>
        </a:xfrm>
      </p:grpSpPr>
      <p:sp>
        <p:nvSpPr>
          <p:cNvPr id="383" name="Google Shape;383;p85" title="Decorative"/>
          <p:cNvSpPr/>
          <p:nvPr/>
        </p:nvSpPr>
        <p:spPr>
          <a:xfrm>
            <a:off x="6134100" y="0"/>
            <a:ext cx="6057900" cy="6857995"/>
          </a:xfrm>
          <a:prstGeom prst="rect">
            <a:avLst/>
          </a:prstGeom>
          <a:solidFill>
            <a:srgbClr val="DFE3E9"/>
          </a:solidFill>
          <a:ln>
            <a:noFill/>
          </a:ln>
        </p:spPr>
        <p:txBody>
          <a:bodyPr anchorCtr="0" anchor="ctr" bIns="45700" lIns="1296000" spcFirstLastPara="1" rIns="432000" wrap="square" tIns="45700">
            <a:norm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a:solidFill>
                <a:schemeClr val="dk2"/>
              </a:solidFill>
              <a:latin typeface="Arial"/>
              <a:ea typeface="Arial"/>
              <a:cs typeface="Arial"/>
              <a:sym typeface="Arial"/>
            </a:endParaRPr>
          </a:p>
        </p:txBody>
      </p:sp>
      <p:sp>
        <p:nvSpPr>
          <p:cNvPr id="384" name="Google Shape;384;p85"/>
          <p:cNvSpPr txBox="1"/>
          <p:nvPr>
            <p:ph type="title"/>
          </p:nvPr>
        </p:nvSpPr>
        <p:spPr>
          <a:xfrm>
            <a:off x="841057" y="2234610"/>
            <a:ext cx="4008437" cy="1395208"/>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400"/>
              <a:buFont typeface="Corbe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5" name="Google Shape;385;p85"/>
          <p:cNvSpPr txBox="1"/>
          <p:nvPr>
            <p:ph idx="1" type="body"/>
          </p:nvPr>
        </p:nvSpPr>
        <p:spPr>
          <a:xfrm>
            <a:off x="841058" y="3695479"/>
            <a:ext cx="4008437" cy="602887"/>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6" name="Google Shape;386;p85" title="Decorative"/>
          <p:cNvSpPr/>
          <p:nvPr>
            <p:ph idx="2" type="pic"/>
          </p:nvPr>
        </p:nvSpPr>
        <p:spPr>
          <a:xfrm>
            <a:off x="6602922" y="954224"/>
            <a:ext cx="973759" cy="973759"/>
          </a:xfrm>
          <a:prstGeom prst="ellipse">
            <a:avLst/>
          </a:prstGeom>
          <a:noFill/>
          <a:ln>
            <a:noFill/>
          </a:ln>
        </p:spPr>
      </p:sp>
      <p:sp>
        <p:nvSpPr>
          <p:cNvPr id="387" name="Google Shape;387;p85" title="Decorative"/>
          <p:cNvSpPr/>
          <p:nvPr>
            <p:ph idx="3" type="pic"/>
          </p:nvPr>
        </p:nvSpPr>
        <p:spPr>
          <a:xfrm>
            <a:off x="6602922" y="2245735"/>
            <a:ext cx="973759" cy="973759"/>
          </a:xfrm>
          <a:prstGeom prst="ellipse">
            <a:avLst/>
          </a:prstGeom>
          <a:noFill/>
          <a:ln>
            <a:noFill/>
          </a:ln>
        </p:spPr>
      </p:sp>
      <p:sp>
        <p:nvSpPr>
          <p:cNvPr id="388" name="Google Shape;388;p85" title="Decorative"/>
          <p:cNvSpPr/>
          <p:nvPr>
            <p:ph idx="4" type="pic"/>
          </p:nvPr>
        </p:nvSpPr>
        <p:spPr>
          <a:xfrm>
            <a:off x="6602922" y="3537246"/>
            <a:ext cx="973759" cy="973759"/>
          </a:xfrm>
          <a:prstGeom prst="ellipse">
            <a:avLst/>
          </a:prstGeom>
          <a:noFill/>
          <a:ln>
            <a:noFill/>
          </a:ln>
        </p:spPr>
      </p:sp>
      <p:sp>
        <p:nvSpPr>
          <p:cNvPr id="389" name="Google Shape;389;p85" title="Decorative"/>
          <p:cNvSpPr/>
          <p:nvPr>
            <p:ph idx="5" type="pic"/>
          </p:nvPr>
        </p:nvSpPr>
        <p:spPr>
          <a:xfrm>
            <a:off x="6602922" y="4828757"/>
            <a:ext cx="973759" cy="973759"/>
          </a:xfrm>
          <a:prstGeom prst="ellipse">
            <a:avLst/>
          </a:prstGeom>
          <a:noFill/>
          <a:ln>
            <a:noFill/>
          </a:ln>
        </p:spPr>
      </p:sp>
      <p:sp>
        <p:nvSpPr>
          <p:cNvPr id="390" name="Google Shape;390;p85"/>
          <p:cNvSpPr txBox="1"/>
          <p:nvPr>
            <p:ph idx="6" type="body"/>
          </p:nvPr>
        </p:nvSpPr>
        <p:spPr>
          <a:xfrm>
            <a:off x="7718323" y="1074809"/>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85"/>
          <p:cNvSpPr txBox="1"/>
          <p:nvPr>
            <p:ph idx="7" type="body"/>
          </p:nvPr>
        </p:nvSpPr>
        <p:spPr>
          <a:xfrm>
            <a:off x="7718323" y="2365537"/>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85"/>
          <p:cNvSpPr txBox="1"/>
          <p:nvPr>
            <p:ph idx="8" type="body"/>
          </p:nvPr>
        </p:nvSpPr>
        <p:spPr>
          <a:xfrm>
            <a:off x="7718323" y="3656265"/>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85"/>
          <p:cNvSpPr txBox="1"/>
          <p:nvPr>
            <p:ph idx="9" type="body"/>
          </p:nvPr>
        </p:nvSpPr>
        <p:spPr>
          <a:xfrm>
            <a:off x="7718323" y="4946994"/>
            <a:ext cx="3977648" cy="731694"/>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lvl1pPr>
            <a:lvl2pPr indent="-342900" lvl="1" marL="914400" algn="l">
              <a:lnSpc>
                <a:spcPct val="90000"/>
              </a:lnSpc>
              <a:spcBef>
                <a:spcPts val="500"/>
              </a:spcBef>
              <a:spcAft>
                <a:spcPts val="0"/>
              </a:spcAft>
              <a:buClr>
                <a:schemeClr val="dk2"/>
              </a:buClr>
              <a:buSzPts val="1800"/>
              <a:buChar char="•"/>
              <a:defRPr/>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94" name="Google Shape;394;p85" title="Decorative"/>
          <p:cNvCxnSpPr/>
          <p:nvPr/>
        </p:nvCxnSpPr>
        <p:spPr>
          <a:xfrm>
            <a:off x="1918496" y="3276108"/>
            <a:ext cx="0" cy="2188805"/>
          </a:xfrm>
          <a:prstGeom prst="straightConnector1">
            <a:avLst/>
          </a:prstGeom>
          <a:noFill/>
          <a:ln cap="flat" cmpd="sng" w="76200">
            <a:solidFill>
              <a:schemeClr val="accent4"/>
            </a:solidFill>
            <a:prstDash val="solid"/>
            <a:miter lim="4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6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
  <p:cSld name="3_Blank ">
    <p:spTree>
      <p:nvGrpSpPr>
        <p:cNvPr id="395" name="Shape 395"/>
        <p:cNvGrpSpPr/>
        <p:nvPr/>
      </p:nvGrpSpPr>
      <p:grpSpPr>
        <a:xfrm>
          <a:off x="0" y="0"/>
          <a:ext cx="0" cy="0"/>
          <a:chOff x="0" y="0"/>
          <a:chExt cx="0" cy="0"/>
        </a:xfrm>
      </p:grpSpPr>
      <p:sp>
        <p:nvSpPr>
          <p:cNvPr id="396" name="Google Shape;396;p86"/>
          <p:cNvSpPr txBox="1"/>
          <p:nvPr>
            <p:ph type="title"/>
          </p:nvPr>
        </p:nvSpPr>
        <p:spPr>
          <a:xfrm>
            <a:off x="838200" y="839972"/>
            <a:ext cx="4767262" cy="1342045"/>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accent1"/>
              </a:buClr>
              <a:buSzPts val="4000"/>
              <a:buFont typeface="Corbel"/>
              <a:buNone/>
              <a:defRPr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86"/>
          <p:cNvSpPr txBox="1"/>
          <p:nvPr>
            <p:ph idx="1" type="body"/>
          </p:nvPr>
        </p:nvSpPr>
        <p:spPr>
          <a:xfrm>
            <a:off x="838200" y="2635242"/>
            <a:ext cx="4767262" cy="3483263"/>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86"/>
          <p:cNvSpPr txBox="1"/>
          <p:nvPr>
            <p:ph idx="2" type="body"/>
          </p:nvPr>
        </p:nvSpPr>
        <p:spPr>
          <a:xfrm>
            <a:off x="838200" y="2247679"/>
            <a:ext cx="4767262" cy="321901"/>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9" name="Google Shape;399;p86" title="Decorative"/>
          <p:cNvSpPr/>
          <p:nvPr>
            <p:ph idx="3" type="chart"/>
          </p:nvPr>
        </p:nvSpPr>
        <p:spPr>
          <a:xfrm>
            <a:off x="5937569" y="2247900"/>
            <a:ext cx="5620473" cy="38703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2"/>
              </a:buClr>
              <a:buSzPts val="2000"/>
              <a:buFont typeface="Arial"/>
              <a:buChar char="•"/>
              <a:defRPr b="0" i="0" sz="2000" u="none" cap="none" strike="noStrike">
                <a:solidFill>
                  <a:schemeClr val="dk2"/>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0" name="Google Shape;400;p86"/>
          <p:cNvSpPr/>
          <p:nvPr/>
        </p:nvSpPr>
        <p:spPr>
          <a:xfrm>
            <a:off x="5937569" y="2082800"/>
            <a:ext cx="5620473" cy="101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lank ">
  <p:cSld name="4_Blank ">
    <p:spTree>
      <p:nvGrpSpPr>
        <p:cNvPr id="401" name="Shape 401"/>
        <p:cNvGrpSpPr/>
        <p:nvPr/>
      </p:nvGrpSpPr>
      <p:grpSpPr>
        <a:xfrm>
          <a:off x="0" y="0"/>
          <a:ext cx="0" cy="0"/>
          <a:chOff x="0" y="0"/>
          <a:chExt cx="0" cy="0"/>
        </a:xfrm>
      </p:grpSpPr>
      <p:sp>
        <p:nvSpPr>
          <p:cNvPr id="402" name="Google Shape;402;p87"/>
          <p:cNvSpPr txBox="1"/>
          <p:nvPr>
            <p:ph type="title"/>
          </p:nvPr>
        </p:nvSpPr>
        <p:spPr>
          <a:xfrm>
            <a:off x="838200" y="839972"/>
            <a:ext cx="4767262" cy="1342045"/>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87"/>
          <p:cNvSpPr txBox="1"/>
          <p:nvPr>
            <p:ph idx="1" type="body"/>
          </p:nvPr>
        </p:nvSpPr>
        <p:spPr>
          <a:xfrm>
            <a:off x="838200" y="2635242"/>
            <a:ext cx="4767262" cy="3483263"/>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4" name="Google Shape;404;p87"/>
          <p:cNvSpPr txBox="1"/>
          <p:nvPr>
            <p:ph idx="2" type="body"/>
          </p:nvPr>
        </p:nvSpPr>
        <p:spPr>
          <a:xfrm>
            <a:off x="838200" y="2247679"/>
            <a:ext cx="4767262" cy="321901"/>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87" title="Decorative"/>
          <p:cNvSpPr/>
          <p:nvPr>
            <p:ph idx="3" type="chart"/>
          </p:nvPr>
        </p:nvSpPr>
        <p:spPr>
          <a:xfrm>
            <a:off x="5937569" y="839972"/>
            <a:ext cx="5620473" cy="527825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2"/>
              </a:buClr>
              <a:buSzPts val="2000"/>
              <a:buFont typeface="Arial"/>
              <a:buChar char="•"/>
              <a:defRPr b="0" i="0" sz="2000" u="none" cap="none" strike="noStrike">
                <a:solidFill>
                  <a:schemeClr val="dk2"/>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cxnSp>
        <p:nvCxnSpPr>
          <p:cNvPr id="406" name="Google Shape;406;p87" title="Decorative"/>
          <p:cNvCxnSpPr/>
          <p:nvPr/>
        </p:nvCxnSpPr>
        <p:spPr>
          <a:xfrm rot="10800000">
            <a:off x="5770807" y="839972"/>
            <a:ext cx="0" cy="5370328"/>
          </a:xfrm>
          <a:prstGeom prst="straightConnector1">
            <a:avLst/>
          </a:prstGeom>
          <a:noFill/>
          <a:ln cap="flat" cmpd="sng" w="76200">
            <a:solidFill>
              <a:schemeClr val="accent1">
                <a:alpha val="96862"/>
              </a:schemeClr>
            </a:solidFill>
            <a:prstDash val="solid"/>
            <a:miter lim="400000"/>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lank ">
  <p:cSld name="5_Blank ">
    <p:spTree>
      <p:nvGrpSpPr>
        <p:cNvPr id="407" name="Shape 407"/>
        <p:cNvGrpSpPr/>
        <p:nvPr/>
      </p:nvGrpSpPr>
      <p:grpSpPr>
        <a:xfrm>
          <a:off x="0" y="0"/>
          <a:ext cx="0" cy="0"/>
          <a:chOff x="0" y="0"/>
          <a:chExt cx="0" cy="0"/>
        </a:xfrm>
      </p:grpSpPr>
      <p:sp>
        <p:nvSpPr>
          <p:cNvPr id="408" name="Google Shape;408;p88"/>
          <p:cNvSpPr/>
          <p:nvPr/>
        </p:nvSpPr>
        <p:spPr>
          <a:xfrm>
            <a:off x="5727700" y="0"/>
            <a:ext cx="6464300" cy="6858000"/>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88"/>
          <p:cNvSpPr txBox="1"/>
          <p:nvPr>
            <p:ph type="title"/>
          </p:nvPr>
        </p:nvSpPr>
        <p:spPr>
          <a:xfrm>
            <a:off x="838200" y="839972"/>
            <a:ext cx="4767262" cy="1342045"/>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88"/>
          <p:cNvSpPr txBox="1"/>
          <p:nvPr>
            <p:ph idx="1" type="body"/>
          </p:nvPr>
        </p:nvSpPr>
        <p:spPr>
          <a:xfrm>
            <a:off x="838200" y="2635242"/>
            <a:ext cx="4767262" cy="3483263"/>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latin typeface="Calibri"/>
                <a:ea typeface="Calibri"/>
                <a:cs typeface="Calibri"/>
                <a:sym typeface="Calibri"/>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88"/>
          <p:cNvSpPr txBox="1"/>
          <p:nvPr>
            <p:ph idx="2" type="body"/>
          </p:nvPr>
        </p:nvSpPr>
        <p:spPr>
          <a:xfrm>
            <a:off x="838200" y="2247679"/>
            <a:ext cx="4767262" cy="321901"/>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88" title="Decorative"/>
          <p:cNvSpPr/>
          <p:nvPr>
            <p:ph idx="3" type="chart"/>
          </p:nvPr>
        </p:nvSpPr>
        <p:spPr>
          <a:xfrm>
            <a:off x="5937569" y="839972"/>
            <a:ext cx="5620473" cy="527825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
  <p:cSld name="1_Blank ">
    <p:spTree>
      <p:nvGrpSpPr>
        <p:cNvPr id="413" name="Shape 413"/>
        <p:cNvGrpSpPr/>
        <p:nvPr/>
      </p:nvGrpSpPr>
      <p:grpSpPr>
        <a:xfrm>
          <a:off x="0" y="0"/>
          <a:ext cx="0" cy="0"/>
          <a:chOff x="0" y="0"/>
          <a:chExt cx="0" cy="0"/>
        </a:xfrm>
      </p:grpSpPr>
      <p:sp>
        <p:nvSpPr>
          <p:cNvPr id="414" name="Google Shape;414;p89"/>
          <p:cNvSpPr txBox="1"/>
          <p:nvPr>
            <p:ph type="title"/>
          </p:nvPr>
        </p:nvSpPr>
        <p:spPr>
          <a:xfrm>
            <a:off x="847180" y="687572"/>
            <a:ext cx="4767262" cy="1342045"/>
          </a:xfrm>
          <a:prstGeom prst="rect">
            <a:avLst/>
          </a:prstGeom>
          <a:noFill/>
          <a:ln>
            <a:noFill/>
          </a:ln>
        </p:spPr>
        <p:txBody>
          <a:bodyPr anchorCtr="0" anchor="b" bIns="45700" lIns="0" spcFirstLastPara="1" rIns="91425" wrap="square" tIns="45700">
            <a:normAutofit/>
          </a:bodyPr>
          <a:lstStyle>
            <a:lvl1pPr lvl="0" algn="r">
              <a:lnSpc>
                <a:spcPct val="90000"/>
              </a:lnSpc>
              <a:spcBef>
                <a:spcPts val="0"/>
              </a:spcBef>
              <a:spcAft>
                <a:spcPts val="0"/>
              </a:spcAft>
              <a:buClr>
                <a:schemeClr val="dk2"/>
              </a:buClr>
              <a:buSzPts val="4000"/>
              <a:buFont typeface="Corbe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89"/>
          <p:cNvSpPr txBox="1"/>
          <p:nvPr>
            <p:ph idx="1" type="body"/>
          </p:nvPr>
        </p:nvSpPr>
        <p:spPr>
          <a:xfrm>
            <a:off x="5815420" y="687573"/>
            <a:ext cx="5370740" cy="1342044"/>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6" name="Google Shape;416;p89" title="Decorative"/>
          <p:cNvSpPr/>
          <p:nvPr>
            <p:ph idx="2" type="chart"/>
          </p:nvPr>
        </p:nvSpPr>
        <p:spPr>
          <a:xfrm>
            <a:off x="838200" y="2392680"/>
            <a:ext cx="10719842" cy="416750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2"/>
              </a:buClr>
              <a:buSzPts val="2000"/>
              <a:buFont typeface="Arial"/>
              <a:buChar char="•"/>
              <a:defRPr b="0" i="0" sz="2000" u="none" cap="none" strike="noStrike">
                <a:solidFill>
                  <a:schemeClr val="dk2"/>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
  <p:cSld name="2_Blank ">
    <p:spTree>
      <p:nvGrpSpPr>
        <p:cNvPr id="417" name="Shape 417"/>
        <p:cNvGrpSpPr/>
        <p:nvPr/>
      </p:nvGrpSpPr>
      <p:grpSpPr>
        <a:xfrm>
          <a:off x="0" y="0"/>
          <a:ext cx="0" cy="0"/>
          <a:chOff x="0" y="0"/>
          <a:chExt cx="0" cy="0"/>
        </a:xfrm>
      </p:grpSpPr>
      <p:sp>
        <p:nvSpPr>
          <p:cNvPr id="418" name="Google Shape;418;p90"/>
          <p:cNvSpPr txBox="1"/>
          <p:nvPr>
            <p:ph type="title"/>
          </p:nvPr>
        </p:nvSpPr>
        <p:spPr>
          <a:xfrm>
            <a:off x="847180" y="687572"/>
            <a:ext cx="4767262" cy="1342045"/>
          </a:xfrm>
          <a:prstGeom prst="rect">
            <a:avLst/>
          </a:prstGeom>
          <a:noFill/>
          <a:ln>
            <a:noFill/>
          </a:ln>
        </p:spPr>
        <p:txBody>
          <a:bodyPr anchorCtr="0" anchor="b" bIns="45700" lIns="0" spcFirstLastPara="1" rIns="91425" wrap="square" tIns="45700">
            <a:normAutofit/>
          </a:bodyPr>
          <a:lstStyle>
            <a:lvl1pPr lvl="0" algn="r">
              <a:lnSpc>
                <a:spcPct val="90000"/>
              </a:lnSpc>
              <a:spcBef>
                <a:spcPts val="0"/>
              </a:spcBef>
              <a:spcAft>
                <a:spcPts val="0"/>
              </a:spcAft>
              <a:buClr>
                <a:schemeClr val="dk2"/>
              </a:buClr>
              <a:buSzPts val="4000"/>
              <a:buFont typeface="Corbe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90"/>
          <p:cNvSpPr txBox="1"/>
          <p:nvPr>
            <p:ph idx="1" type="body"/>
          </p:nvPr>
        </p:nvSpPr>
        <p:spPr>
          <a:xfrm>
            <a:off x="5815420" y="687573"/>
            <a:ext cx="5370740" cy="1342044"/>
          </a:xfrm>
          <a:prstGeom prst="rect">
            <a:avLst/>
          </a:prstGeom>
          <a:noFill/>
          <a:ln>
            <a:noFill/>
          </a:ln>
        </p:spPr>
        <p:txBody>
          <a:bodyPr anchorCtr="0" anchor="t" bIns="45700" lIns="0" spcFirstLastPara="1" rIns="91425" wrap="square" tIns="45700">
            <a:normAutofit/>
          </a:bodyPr>
          <a:lstStyle>
            <a:lvl1pPr indent="-228600" lvl="0" marL="457200" algn="l">
              <a:lnSpc>
                <a:spcPct val="100000"/>
              </a:lnSpc>
              <a:spcBef>
                <a:spcPts val="1000"/>
              </a:spcBef>
              <a:spcAft>
                <a:spcPts val="0"/>
              </a:spcAft>
              <a:buClr>
                <a:schemeClr val="dk2"/>
              </a:buClr>
              <a:buSzPts val="1400"/>
              <a:buNone/>
              <a:defRPr sz="1400">
                <a:solidFill>
                  <a:schemeClr val="dk2"/>
                </a:solidFill>
              </a:defRPr>
            </a:lvl1pPr>
            <a:lvl2pPr indent="-228600" lvl="1" marL="914400" algn="l">
              <a:lnSpc>
                <a:spcPct val="100000"/>
              </a:lnSpc>
              <a:spcBef>
                <a:spcPts val="500"/>
              </a:spcBef>
              <a:spcAft>
                <a:spcPts val="0"/>
              </a:spcAft>
              <a:buClr>
                <a:schemeClr val="dk2"/>
              </a:buClr>
              <a:buSzPts val="1100"/>
              <a:buNone/>
              <a:defRPr sz="1100">
                <a:solidFill>
                  <a:schemeClr val="dk2"/>
                </a:solidFill>
              </a:defRPr>
            </a:lvl2pPr>
            <a:lvl3pPr indent="-228600" lvl="2" marL="1371600" algn="l">
              <a:lnSpc>
                <a:spcPct val="100000"/>
              </a:lnSpc>
              <a:spcBef>
                <a:spcPts val="500"/>
              </a:spcBef>
              <a:spcAft>
                <a:spcPts val="0"/>
              </a:spcAft>
              <a:buClr>
                <a:schemeClr val="dk2"/>
              </a:buClr>
              <a:buSzPts val="1050"/>
              <a:buNone/>
              <a:defRPr sz="1050">
                <a:solidFill>
                  <a:schemeClr val="dk2"/>
                </a:solidFill>
              </a:defRPr>
            </a:lvl3pPr>
            <a:lvl4pPr indent="-228600" lvl="3" marL="1828800" algn="l">
              <a:lnSpc>
                <a:spcPct val="100000"/>
              </a:lnSpc>
              <a:spcBef>
                <a:spcPts val="500"/>
              </a:spcBef>
              <a:spcAft>
                <a:spcPts val="0"/>
              </a:spcAft>
              <a:buClr>
                <a:schemeClr val="dk2"/>
              </a:buClr>
              <a:buSzPts val="1000"/>
              <a:buNone/>
              <a:defRPr sz="1000">
                <a:solidFill>
                  <a:schemeClr val="dk2"/>
                </a:solidFill>
              </a:defRPr>
            </a:lvl4pPr>
            <a:lvl5pPr indent="-228600" lvl="4" marL="2286000" algn="l">
              <a:lnSpc>
                <a:spcPct val="100000"/>
              </a:lnSpc>
              <a:spcBef>
                <a:spcPts val="500"/>
              </a:spcBef>
              <a:spcAft>
                <a:spcPts val="0"/>
              </a:spcAft>
              <a:buClr>
                <a:schemeClr val="dk2"/>
              </a:buClr>
              <a:buSzPts val="1000"/>
              <a:buNone/>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0" name="Google Shape;420;p90" title="Decorative"/>
          <p:cNvSpPr/>
          <p:nvPr>
            <p:ph idx="2" type="chart"/>
          </p:nvPr>
        </p:nvSpPr>
        <p:spPr>
          <a:xfrm>
            <a:off x="5815420" y="2392680"/>
            <a:ext cx="5742622" cy="402399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2"/>
              </a:buClr>
              <a:buSzPts val="2000"/>
              <a:buFont typeface="Arial"/>
              <a:buChar char="•"/>
              <a:defRPr b="0" i="0" sz="2000" u="none" cap="none" strike="noStrike">
                <a:solidFill>
                  <a:schemeClr val="dk2"/>
                </a:solidFill>
                <a:latin typeface="Calibri"/>
                <a:ea typeface="Calibri"/>
                <a:cs typeface="Calibri"/>
                <a:sym typeface="Calibri"/>
              </a:defRPr>
            </a:lvl1pPr>
            <a:lvl2pPr lvl="1"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lvl="2"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lvl="3"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lvl="4"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1" name="Google Shape;421;p90" title="Decorative"/>
          <p:cNvSpPr/>
          <p:nvPr>
            <p:ph idx="3" type="pic"/>
          </p:nvPr>
        </p:nvSpPr>
        <p:spPr>
          <a:xfrm>
            <a:off x="838200" y="2392045"/>
            <a:ext cx="4776788" cy="4023995"/>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22" name="Shape 422"/>
        <p:cNvGrpSpPr/>
        <p:nvPr/>
      </p:nvGrpSpPr>
      <p:grpSpPr>
        <a:xfrm>
          <a:off x="0" y="0"/>
          <a:ext cx="0" cy="0"/>
          <a:chOff x="0" y="0"/>
          <a:chExt cx="0" cy="0"/>
        </a:xfrm>
      </p:grpSpPr>
      <p:sp>
        <p:nvSpPr>
          <p:cNvPr id="423" name="Google Shape;423;p91"/>
          <p:cNvSpPr txBox="1"/>
          <p:nvPr>
            <p:ph type="title"/>
          </p:nvPr>
        </p:nvSpPr>
        <p:spPr>
          <a:xfrm>
            <a:off x="647700" y="289560"/>
            <a:ext cx="10896600" cy="893218"/>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2"/>
              </a:buClr>
              <a:buSzPts val="44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4" name="Google Shape;424;p91"/>
          <p:cNvSpPr txBox="1"/>
          <p:nvPr>
            <p:ph idx="1" type="body"/>
          </p:nvPr>
        </p:nvSpPr>
        <p:spPr>
          <a:xfrm>
            <a:off x="647700" y="1097363"/>
            <a:ext cx="10896600" cy="602887"/>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1400"/>
              <a:buNone/>
              <a:defRPr sz="1400">
                <a:solidFill>
                  <a:schemeClr val="dk2"/>
                </a:solidFill>
                <a:latin typeface="Corbel"/>
                <a:ea typeface="Corbel"/>
                <a:cs typeface="Corbel"/>
                <a:sym typeface="Corbel"/>
              </a:defRPr>
            </a:lvl1pPr>
            <a:lvl2pPr indent="-298450" lvl="1" marL="914400" algn="l">
              <a:lnSpc>
                <a:spcPct val="90000"/>
              </a:lnSpc>
              <a:spcBef>
                <a:spcPts val="500"/>
              </a:spcBef>
              <a:spcAft>
                <a:spcPts val="0"/>
              </a:spcAft>
              <a:buClr>
                <a:schemeClr val="dk2"/>
              </a:buClr>
              <a:buSzPts val="1100"/>
              <a:buChar char="•"/>
              <a:defRPr sz="1100">
                <a:solidFill>
                  <a:schemeClr val="dk2"/>
                </a:solidFill>
              </a:defRPr>
            </a:lvl2pPr>
            <a:lvl3pPr indent="-295275" lvl="2" marL="1371600" algn="l">
              <a:lnSpc>
                <a:spcPct val="90000"/>
              </a:lnSpc>
              <a:spcBef>
                <a:spcPts val="500"/>
              </a:spcBef>
              <a:spcAft>
                <a:spcPts val="0"/>
              </a:spcAft>
              <a:buClr>
                <a:schemeClr val="dk2"/>
              </a:buClr>
              <a:buSzPts val="1050"/>
              <a:buChar char="•"/>
              <a:defRPr sz="1050">
                <a:solidFill>
                  <a:schemeClr val="dk2"/>
                </a:solidFill>
              </a:defRPr>
            </a:lvl3pPr>
            <a:lvl4pPr indent="-292100" lvl="3" marL="1828800" algn="l">
              <a:lnSpc>
                <a:spcPct val="90000"/>
              </a:lnSpc>
              <a:spcBef>
                <a:spcPts val="500"/>
              </a:spcBef>
              <a:spcAft>
                <a:spcPts val="0"/>
              </a:spcAft>
              <a:buClr>
                <a:schemeClr val="dk2"/>
              </a:buClr>
              <a:buSzPts val="1000"/>
              <a:buChar char="•"/>
              <a:defRPr sz="1000">
                <a:solidFill>
                  <a:schemeClr val="dk2"/>
                </a:solidFill>
              </a:defRPr>
            </a:lvl4pPr>
            <a:lvl5pPr indent="-292100" lvl="4" marL="2286000" algn="l">
              <a:lnSpc>
                <a:spcPct val="90000"/>
              </a:lnSpc>
              <a:spcBef>
                <a:spcPts val="500"/>
              </a:spcBef>
              <a:spcAft>
                <a:spcPts val="0"/>
              </a:spcAft>
              <a:buClr>
                <a:schemeClr val="dk2"/>
              </a:buClr>
              <a:buSzPts val="1000"/>
              <a:buChar char="•"/>
              <a:defRPr sz="10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lank">
  <p:cSld name="4_Blank">
    <p:spTree>
      <p:nvGrpSpPr>
        <p:cNvPr id="425" name="Shape 425"/>
        <p:cNvGrpSpPr/>
        <p:nvPr/>
      </p:nvGrpSpPr>
      <p:grpSpPr>
        <a:xfrm>
          <a:off x="0" y="0"/>
          <a:ext cx="0" cy="0"/>
          <a:chOff x="0" y="0"/>
          <a:chExt cx="0" cy="0"/>
        </a:xfrm>
      </p:grpSpPr>
      <p:sp>
        <p:nvSpPr>
          <p:cNvPr id="426" name="Google Shape;426;p92" title="Decorative"/>
          <p:cNvSpPr/>
          <p:nvPr>
            <p:ph idx="2" type="pic"/>
          </p:nvPr>
        </p:nvSpPr>
        <p:spPr>
          <a:xfrm>
            <a:off x="2315" y="1497808"/>
            <a:ext cx="3129335" cy="5360192"/>
          </a:xfrm>
          <a:prstGeom prst="rect">
            <a:avLst/>
          </a:prstGeom>
          <a:solidFill>
            <a:srgbClr val="F2F2F2"/>
          </a:solidFill>
          <a:ln>
            <a:noFill/>
          </a:ln>
        </p:spPr>
      </p:sp>
      <p:sp>
        <p:nvSpPr>
          <p:cNvPr id="427" name="Google Shape;427;p92" title="Decorative"/>
          <p:cNvSpPr/>
          <p:nvPr>
            <p:ph idx="3" type="pic"/>
          </p:nvPr>
        </p:nvSpPr>
        <p:spPr>
          <a:xfrm>
            <a:off x="3366714" y="-20671"/>
            <a:ext cx="3129336" cy="5397069"/>
          </a:xfrm>
          <a:prstGeom prst="rect">
            <a:avLst/>
          </a:prstGeom>
          <a:solidFill>
            <a:srgbClr val="F2F2F2"/>
          </a:solidFill>
          <a:ln>
            <a:noFill/>
          </a:ln>
        </p:spPr>
      </p:sp>
      <p:sp>
        <p:nvSpPr>
          <p:cNvPr id="428" name="Google Shape;428;p92"/>
          <p:cNvSpPr txBox="1"/>
          <p:nvPr>
            <p:ph type="title"/>
          </p:nvPr>
        </p:nvSpPr>
        <p:spPr>
          <a:xfrm>
            <a:off x="7461446" y="2718684"/>
            <a:ext cx="3415560" cy="2508588"/>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chemeClr val="dk2"/>
              </a:buClr>
              <a:buSzPts val="4000"/>
              <a:buFont typeface="Corbe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29" name="Google Shape;429;p92" title="Decorative"/>
          <p:cNvCxnSpPr/>
          <p:nvPr/>
        </p:nvCxnSpPr>
        <p:spPr>
          <a:xfrm>
            <a:off x="8555848" y="4281994"/>
            <a:ext cx="0" cy="2188805"/>
          </a:xfrm>
          <a:prstGeom prst="straightConnector1">
            <a:avLst/>
          </a:prstGeom>
          <a:noFill/>
          <a:ln cap="flat" cmpd="sng" w="76200">
            <a:solidFill>
              <a:schemeClr val="accent4"/>
            </a:solidFill>
            <a:prstDash val="solid"/>
            <a:miter lim="400000"/>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430" name="Shape 430"/>
        <p:cNvGrpSpPr/>
        <p:nvPr/>
      </p:nvGrpSpPr>
      <p:grpSpPr>
        <a:xfrm>
          <a:off x="0" y="0"/>
          <a:ext cx="0" cy="0"/>
          <a:chOff x="0" y="0"/>
          <a:chExt cx="0" cy="0"/>
        </a:xfrm>
      </p:grpSpPr>
      <p:sp>
        <p:nvSpPr>
          <p:cNvPr id="431" name="Google Shape;431;p93" title="Decorative"/>
          <p:cNvSpPr/>
          <p:nvPr>
            <p:ph idx="2" type="pic"/>
          </p:nvPr>
        </p:nvSpPr>
        <p:spPr>
          <a:xfrm>
            <a:off x="212725" y="1260389"/>
            <a:ext cx="2816352" cy="3173816"/>
          </a:xfrm>
          <a:prstGeom prst="rect">
            <a:avLst/>
          </a:prstGeom>
          <a:solidFill>
            <a:srgbClr val="F2F2F2"/>
          </a:solidFill>
          <a:ln>
            <a:noFill/>
          </a:ln>
        </p:spPr>
      </p:sp>
      <p:sp>
        <p:nvSpPr>
          <p:cNvPr id="432" name="Google Shape;432;p93" title="Decorative"/>
          <p:cNvSpPr/>
          <p:nvPr>
            <p:ph idx="3" type="pic"/>
          </p:nvPr>
        </p:nvSpPr>
        <p:spPr>
          <a:xfrm>
            <a:off x="3194701" y="0"/>
            <a:ext cx="2817564" cy="3175686"/>
          </a:xfrm>
          <a:prstGeom prst="rect">
            <a:avLst/>
          </a:prstGeom>
          <a:solidFill>
            <a:srgbClr val="F2F2F2"/>
          </a:solidFill>
          <a:ln>
            <a:noFill/>
          </a:ln>
        </p:spPr>
      </p:sp>
      <p:sp>
        <p:nvSpPr>
          <p:cNvPr id="433" name="Google Shape;433;p93" title="Decorative"/>
          <p:cNvSpPr/>
          <p:nvPr>
            <p:ph idx="4" type="pic"/>
          </p:nvPr>
        </p:nvSpPr>
        <p:spPr>
          <a:xfrm>
            <a:off x="213361" y="4586414"/>
            <a:ext cx="5798904" cy="2271585"/>
          </a:xfrm>
          <a:prstGeom prst="rect">
            <a:avLst/>
          </a:prstGeom>
          <a:solidFill>
            <a:srgbClr val="F2F2F2"/>
          </a:solidFill>
          <a:ln>
            <a:noFill/>
          </a:ln>
        </p:spPr>
      </p:sp>
      <p:sp>
        <p:nvSpPr>
          <p:cNvPr id="434" name="Google Shape;434;p93" title="Decorative"/>
          <p:cNvSpPr/>
          <p:nvPr>
            <p:ph idx="5" type="pic"/>
          </p:nvPr>
        </p:nvSpPr>
        <p:spPr>
          <a:xfrm>
            <a:off x="6179737" y="4586414"/>
            <a:ext cx="2817564" cy="2271585"/>
          </a:xfrm>
          <a:prstGeom prst="rect">
            <a:avLst/>
          </a:prstGeom>
          <a:solidFill>
            <a:srgbClr val="F2F2F2"/>
          </a:solidFill>
          <a:ln>
            <a:noFill/>
          </a:ln>
        </p:spPr>
      </p:sp>
      <p:sp>
        <p:nvSpPr>
          <p:cNvPr id="435" name="Google Shape;435;p93" title="Decorative"/>
          <p:cNvSpPr/>
          <p:nvPr>
            <p:ph idx="6" type="pic"/>
          </p:nvPr>
        </p:nvSpPr>
        <p:spPr>
          <a:xfrm>
            <a:off x="6177889" y="2030436"/>
            <a:ext cx="2817564" cy="2403769"/>
          </a:xfrm>
          <a:prstGeom prst="rect">
            <a:avLst/>
          </a:prstGeom>
          <a:solidFill>
            <a:srgbClr val="F2F2F2"/>
          </a:solidFill>
          <a:ln>
            <a:noFill/>
          </a:ln>
        </p:spPr>
      </p:sp>
      <p:sp>
        <p:nvSpPr>
          <p:cNvPr id="436" name="Google Shape;436;p93" title="Decorative"/>
          <p:cNvSpPr/>
          <p:nvPr>
            <p:ph idx="7" type="pic"/>
          </p:nvPr>
        </p:nvSpPr>
        <p:spPr>
          <a:xfrm>
            <a:off x="9161076" y="0"/>
            <a:ext cx="2817564" cy="4434205"/>
          </a:xfrm>
          <a:prstGeom prst="rect">
            <a:avLst/>
          </a:prstGeom>
          <a:solidFill>
            <a:srgbClr val="F2F2F2"/>
          </a:solidFill>
          <a:ln>
            <a:noFill/>
          </a:ln>
        </p:spPr>
      </p:sp>
      <p:sp>
        <p:nvSpPr>
          <p:cNvPr id="437" name="Google Shape;437;p93" title="Decorative"/>
          <p:cNvSpPr/>
          <p:nvPr/>
        </p:nvSpPr>
        <p:spPr>
          <a:xfrm>
            <a:off x="213361" y="0"/>
            <a:ext cx="2815716" cy="1099751"/>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8" name="Google Shape;438;p93" title="Decorative"/>
          <p:cNvSpPr/>
          <p:nvPr/>
        </p:nvSpPr>
        <p:spPr>
          <a:xfrm>
            <a:off x="3196549" y="3334454"/>
            <a:ext cx="2815716" cy="1099751"/>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93" title="Decorative"/>
          <p:cNvSpPr/>
          <p:nvPr/>
        </p:nvSpPr>
        <p:spPr>
          <a:xfrm>
            <a:off x="6179737" y="0"/>
            <a:ext cx="2815716" cy="187822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0" name="Google Shape;440;p93" title="Decorative"/>
          <p:cNvSpPr/>
          <p:nvPr/>
        </p:nvSpPr>
        <p:spPr>
          <a:xfrm>
            <a:off x="9162924" y="4598770"/>
            <a:ext cx="2815716" cy="2259229"/>
          </a:xfrm>
          <a:prstGeom prst="rect">
            <a:avLst/>
          </a:prstGeom>
          <a:solidFill>
            <a:srgbClr val="0F32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7" Type="http://schemas.openxmlformats.org/officeDocument/2006/relationships/theme" Target="../theme/theme2.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Corbel"/>
              <a:buNone/>
              <a:defRPr b="1" i="0" sz="4400" u="none" cap="none" strike="noStrike">
                <a:solidFill>
                  <a:schemeClr val="dk2"/>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2"/>
              </a:buClr>
              <a:buSzPts val="2000"/>
              <a:buFont typeface="Arial"/>
              <a:buChar char="•"/>
              <a:defRPr b="0" i="0" sz="2000" u="none" cap="none" strike="noStrike">
                <a:solidFill>
                  <a:schemeClr val="dk2"/>
                </a:solidFill>
                <a:latin typeface="Calibri"/>
                <a:ea typeface="Calibri"/>
                <a:cs typeface="Calibri"/>
                <a:sym typeface="Calibri"/>
              </a:defRPr>
            </a:lvl1pPr>
            <a:lvl2pPr indent="-342900" lvl="1" marL="914400"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Calibri"/>
                <a:ea typeface="Calibri"/>
                <a:cs typeface="Calibri"/>
                <a:sym typeface="Calibri"/>
              </a:defRPr>
            </a:lvl2pPr>
            <a:lvl3pPr indent="-330200" lvl="2" marL="1371600"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Calibri"/>
                <a:ea typeface="Calibri"/>
                <a:cs typeface="Calibri"/>
                <a:sym typeface="Calibri"/>
              </a:defRPr>
            </a:lvl3pPr>
            <a:lvl4pPr indent="-317500" lvl="3" marL="1828800"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4pPr>
            <a:lvl5pPr indent="-317500" lvl="4" marL="2286000" marR="0" rtl="0" algn="l">
              <a:lnSpc>
                <a:spcPct val="90000"/>
              </a:lnSpc>
              <a:spcBef>
                <a:spcPts val="500"/>
              </a:spcBef>
              <a:spcAft>
                <a:spcPts val="0"/>
              </a:spcAft>
              <a:buClr>
                <a:schemeClr val="dk2"/>
              </a:buClr>
              <a:buSzPts val="1400"/>
              <a:buFont typeface="Arial"/>
              <a:buChar char="•"/>
              <a:defRPr b="0" i="0" sz="1400" u="none" cap="none" strike="noStrike">
                <a:solidFill>
                  <a:schemeClr val="dk2"/>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90909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28">
          <p15:clr>
            <a:srgbClr val="F26B43"/>
          </p15:clr>
        </p15:guide>
        <p15:guide id="2" orient="horz" pos="404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13.png"/><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9.jpg"/><Relationship Id="rId5" Type="http://schemas.openxmlformats.org/officeDocument/2006/relationships/image" Target="../media/image12.jpg"/><Relationship Id="rId6" Type="http://schemas.openxmlformats.org/officeDocument/2006/relationships/image" Target="../media/image23.png"/><Relationship Id="rId7"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png"/><Relationship Id="rId6" Type="http://schemas.openxmlformats.org/officeDocument/2006/relationships/image" Target="../media/image17.png"/><Relationship Id="rId7"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2.jp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9.jp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39.jp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2.png"/><Relationship Id="rId5" Type="http://schemas.openxmlformats.org/officeDocument/2006/relationships/image" Target="../media/image31.png"/><Relationship Id="rId6" Type="http://schemas.openxmlformats.org/officeDocument/2006/relationships/image" Target="../media/image24.png"/><Relationship Id="rId7"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2.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41.jpg"/><Relationship Id="rId4" Type="http://schemas.openxmlformats.org/officeDocument/2006/relationships/image" Target="../media/image35.jpg"/><Relationship Id="rId5" Type="http://schemas.openxmlformats.org/officeDocument/2006/relationships/image" Target="../media/image37.png"/><Relationship Id="rId6" Type="http://schemas.openxmlformats.org/officeDocument/2006/relationships/image" Target="../media/image36.jpg"/><Relationship Id="rId7"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1"/>
          <p:cNvPicPr preferRelativeResize="0"/>
          <p:nvPr/>
        </p:nvPicPr>
        <p:blipFill rotWithShape="1">
          <a:blip r:embed="rId3">
            <a:alphaModFix/>
          </a:blip>
          <a:srcRect b="26755" l="0" r="0" t="2129"/>
          <a:stretch/>
        </p:blipFill>
        <p:spPr>
          <a:xfrm>
            <a:off x="0" y="-10503"/>
            <a:ext cx="12192000" cy="3510453"/>
          </a:xfrm>
          <a:prstGeom prst="rect">
            <a:avLst/>
          </a:prstGeom>
          <a:noFill/>
          <a:ln>
            <a:noFill/>
          </a:ln>
        </p:spPr>
      </p:pic>
      <p:pic>
        <p:nvPicPr>
          <p:cNvPr descr="Search Free Stock Photos, PSD Mockups &amp; Vectors | rawpixel" id="446" name="Google Shape;446;p1"/>
          <p:cNvPicPr preferRelativeResize="0"/>
          <p:nvPr/>
        </p:nvPicPr>
        <p:blipFill rotWithShape="1">
          <a:blip r:embed="rId4">
            <a:alphaModFix/>
          </a:blip>
          <a:srcRect b="0" l="0" r="0" t="0"/>
          <a:stretch/>
        </p:blipFill>
        <p:spPr>
          <a:xfrm>
            <a:off x="3584442" y="3227900"/>
            <a:ext cx="6051212" cy="4007294"/>
          </a:xfrm>
          <a:prstGeom prst="rect">
            <a:avLst/>
          </a:prstGeom>
          <a:noFill/>
          <a:ln>
            <a:noFill/>
          </a:ln>
        </p:spPr>
      </p:pic>
      <p:sp>
        <p:nvSpPr>
          <p:cNvPr id="447" name="Google Shape;447;p1"/>
          <p:cNvSpPr txBox="1"/>
          <p:nvPr/>
        </p:nvSpPr>
        <p:spPr>
          <a:xfrm>
            <a:off x="522071" y="5196542"/>
            <a:ext cx="9113583" cy="1993647"/>
          </a:xfrm>
          <a:prstGeom prst="rect">
            <a:avLst/>
          </a:prstGeom>
          <a:noFill/>
          <a:ln>
            <a:noFill/>
          </a:ln>
        </p:spPr>
        <p:txBody>
          <a:bodyPr anchorCtr="0" anchor="t" bIns="41000" lIns="81975" spcFirstLastPara="1" rIns="81975" wrap="square" tIns="41000">
            <a:spAutoFit/>
          </a:bodyPr>
          <a:lstStyle/>
          <a:p>
            <a:pPr indent="0" lvl="0" marL="0" marR="0" rtl="0" algn="l">
              <a:spcBef>
                <a:spcPts val="0"/>
              </a:spcBef>
              <a:spcAft>
                <a:spcPts val="0"/>
              </a:spcAft>
              <a:buNone/>
            </a:pPr>
            <a:r>
              <a:rPr b="0" i="0" lang="en-US" sz="1437" u="none" cap="none" strike="noStrike">
                <a:solidFill>
                  <a:srgbClr val="1F1F1F"/>
                </a:solidFill>
                <a:latin typeface="Calibri"/>
                <a:ea typeface="Calibri"/>
                <a:cs typeface="Calibri"/>
                <a:sym typeface="Calibri"/>
              </a:rPr>
              <a:t>Presented By:</a:t>
            </a:r>
            <a:endParaRPr/>
          </a:p>
          <a:p>
            <a:pPr indent="0" lvl="0" marL="0" marR="0" rtl="0" algn="l">
              <a:spcBef>
                <a:spcPts val="0"/>
              </a:spcBef>
              <a:spcAft>
                <a:spcPts val="0"/>
              </a:spcAft>
              <a:buNone/>
            </a:pPr>
            <a:r>
              <a:rPr b="1" lang="en-US" sz="2155">
                <a:solidFill>
                  <a:srgbClr val="1F1F1F"/>
                </a:solidFill>
                <a:latin typeface="Calibri"/>
                <a:ea typeface="Calibri"/>
                <a:cs typeface="Calibri"/>
                <a:sym typeface="Calibri"/>
              </a:rPr>
              <a:t>Arpit Jain</a:t>
            </a:r>
            <a:r>
              <a:rPr lang="en-US" sz="2155">
                <a:solidFill>
                  <a:srgbClr val="1F1F1F"/>
                </a:solidFill>
                <a:latin typeface="Calibri"/>
                <a:ea typeface="Calibri"/>
                <a:cs typeface="Calibri"/>
                <a:sym typeface="Calibri"/>
              </a:rPr>
              <a:t>                </a:t>
            </a:r>
            <a:endParaRPr sz="2155">
              <a:solidFill>
                <a:srgbClr val="1F1F1F"/>
              </a:solidFill>
              <a:latin typeface="Calibri"/>
              <a:ea typeface="Calibri"/>
              <a:cs typeface="Calibri"/>
              <a:sym typeface="Calibri"/>
            </a:endParaRPr>
          </a:p>
          <a:p>
            <a:pPr indent="0" lvl="0" marL="0" marR="0" rtl="0" algn="l">
              <a:spcBef>
                <a:spcPts val="0"/>
              </a:spcBef>
              <a:spcAft>
                <a:spcPts val="0"/>
              </a:spcAft>
              <a:buNone/>
            </a:pPr>
            <a:r>
              <a:rPr lang="en-US" sz="2000">
                <a:solidFill>
                  <a:srgbClr val="1F1F1F"/>
                </a:solidFill>
                <a:latin typeface="Calibri"/>
                <a:ea typeface="Calibri"/>
                <a:cs typeface="Calibri"/>
                <a:sym typeface="Calibri"/>
              </a:rPr>
              <a:t>Centre Head</a:t>
            </a:r>
            <a:endParaRPr/>
          </a:p>
          <a:p>
            <a:pPr indent="0" lvl="0" marL="0" marR="0" rtl="0" algn="l">
              <a:spcBef>
                <a:spcPts val="0"/>
              </a:spcBef>
              <a:spcAft>
                <a:spcPts val="0"/>
              </a:spcAft>
              <a:buNone/>
            </a:pPr>
            <a:r>
              <a:rPr lang="en-US" sz="2155">
                <a:solidFill>
                  <a:srgbClr val="1F1F1F"/>
                </a:solidFill>
                <a:latin typeface="Calibri"/>
                <a:ea typeface="Calibri"/>
                <a:cs typeface="Calibri"/>
                <a:sym typeface="Calibri"/>
              </a:rPr>
              <a:t>India - Namibia Centre of Excellence </a:t>
            </a:r>
            <a:endParaRPr/>
          </a:p>
          <a:p>
            <a:pPr indent="0" lvl="0" marL="0" marR="0" rtl="0" algn="l">
              <a:spcBef>
                <a:spcPts val="0"/>
              </a:spcBef>
              <a:spcAft>
                <a:spcPts val="0"/>
              </a:spcAft>
              <a:buNone/>
            </a:pPr>
            <a:r>
              <a:rPr lang="en-US" sz="2155">
                <a:solidFill>
                  <a:srgbClr val="1F1F1F"/>
                </a:solidFill>
                <a:latin typeface="Calibri"/>
                <a:ea typeface="Calibri"/>
                <a:cs typeface="Calibri"/>
                <a:sym typeface="Calibri"/>
              </a:rPr>
              <a:t>in Information Technology, NUST</a:t>
            </a:r>
            <a:endParaRPr sz="2515">
              <a:solidFill>
                <a:srgbClr val="1F1F1F"/>
              </a:solidFill>
              <a:latin typeface="Calibri"/>
              <a:ea typeface="Calibri"/>
              <a:cs typeface="Calibri"/>
              <a:sym typeface="Calibri"/>
            </a:endParaRPr>
          </a:p>
          <a:p>
            <a:pPr indent="0" lvl="0" marL="0" marR="0" rtl="0" algn="l">
              <a:spcBef>
                <a:spcPts val="0"/>
              </a:spcBef>
              <a:spcAft>
                <a:spcPts val="0"/>
              </a:spcAft>
              <a:buNone/>
            </a:pPr>
            <a:r>
              <a:rPr b="1" lang="en-US" sz="2515">
                <a:solidFill>
                  <a:srgbClr val="1F1F1F"/>
                </a:solidFill>
                <a:latin typeface="Calibri"/>
                <a:ea typeface="Calibri"/>
                <a:cs typeface="Calibri"/>
                <a:sym typeface="Calibri"/>
              </a:rPr>
              <a:t> </a:t>
            </a:r>
            <a:endParaRPr/>
          </a:p>
        </p:txBody>
      </p:sp>
      <p:pic>
        <p:nvPicPr>
          <p:cNvPr id="448" name="Google Shape;448;p1"/>
          <p:cNvPicPr preferRelativeResize="0"/>
          <p:nvPr/>
        </p:nvPicPr>
        <p:blipFill rotWithShape="1">
          <a:blip r:embed="rId5">
            <a:alphaModFix/>
          </a:blip>
          <a:srcRect b="0" l="0" r="0" t="0"/>
          <a:stretch/>
        </p:blipFill>
        <p:spPr>
          <a:xfrm>
            <a:off x="10139736" y="4223159"/>
            <a:ext cx="2144373" cy="2634841"/>
          </a:xfrm>
          <a:prstGeom prst="rect">
            <a:avLst/>
          </a:prstGeom>
          <a:noFill/>
          <a:ln>
            <a:noFill/>
          </a:ln>
        </p:spPr>
      </p:pic>
      <p:sp>
        <p:nvSpPr>
          <p:cNvPr id="449" name="Google Shape;449;p1"/>
          <p:cNvSpPr txBox="1"/>
          <p:nvPr/>
        </p:nvSpPr>
        <p:spPr>
          <a:xfrm>
            <a:off x="1210251" y="2165764"/>
            <a:ext cx="9991161"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900">
                <a:solidFill>
                  <a:schemeClr val="lt1"/>
                </a:solidFill>
                <a:latin typeface="Calibri"/>
                <a:ea typeface="Calibri"/>
                <a:cs typeface="Calibri"/>
                <a:sym typeface="Calibri"/>
              </a:rPr>
              <a:t>Role of High-Performance Computing in </a:t>
            </a:r>
            <a:endParaRPr/>
          </a:p>
          <a:p>
            <a:pPr indent="0" lvl="0" marL="0" marR="0" rtl="0" algn="ctr">
              <a:spcBef>
                <a:spcPts val="0"/>
              </a:spcBef>
              <a:spcAft>
                <a:spcPts val="0"/>
              </a:spcAft>
              <a:buNone/>
            </a:pPr>
            <a:r>
              <a:rPr b="1" lang="en-US" sz="2900">
                <a:solidFill>
                  <a:schemeClr val="lt1"/>
                </a:solidFill>
                <a:latin typeface="Calibri"/>
                <a:ea typeface="Calibri"/>
                <a:cs typeface="Calibri"/>
                <a:sym typeface="Calibri"/>
              </a:rPr>
              <a:t>Digital Transformation, Data Science and Artificial Intelligence </a:t>
            </a:r>
            <a:endParaRPr/>
          </a:p>
        </p:txBody>
      </p:sp>
      <p:sp>
        <p:nvSpPr>
          <p:cNvPr id="450" name="Google Shape;450;p1"/>
          <p:cNvSpPr txBox="1"/>
          <p:nvPr/>
        </p:nvSpPr>
        <p:spPr>
          <a:xfrm>
            <a:off x="1716401" y="1232657"/>
            <a:ext cx="8163558" cy="359802"/>
          </a:xfrm>
          <a:prstGeom prst="rect">
            <a:avLst/>
          </a:prstGeom>
          <a:noFill/>
          <a:ln>
            <a:noFill/>
          </a:ln>
        </p:spPr>
        <p:txBody>
          <a:bodyPr anchorCtr="0" anchor="t" bIns="41000" lIns="81975" spcFirstLastPara="1" rIns="81975" wrap="square" tIns="41000">
            <a:spAutoFit/>
          </a:bodyPr>
          <a:lstStyle/>
          <a:p>
            <a:pPr indent="0" lvl="0" marL="0" marR="0" rtl="0" algn="l">
              <a:spcBef>
                <a:spcPts val="0"/>
              </a:spcBef>
              <a:spcAft>
                <a:spcPts val="0"/>
              </a:spcAft>
              <a:buNone/>
            </a:pPr>
            <a:r>
              <a:rPr lang="en-US" sz="1800">
                <a:solidFill>
                  <a:srgbClr val="FFFFFF"/>
                </a:solidFill>
                <a:latin typeface="Calibri"/>
                <a:ea typeface="Calibri"/>
                <a:cs typeface="Calibri"/>
                <a:sym typeface="Calibri"/>
              </a:rPr>
              <a:t>Faculty of Computing and Informatics </a:t>
            </a:r>
            <a:r>
              <a:rPr lang="en-US" sz="1800">
                <a:solidFill>
                  <a:schemeClr val="lt1"/>
                </a:solidFill>
                <a:latin typeface="Calibri"/>
                <a:ea typeface="Calibri"/>
                <a:cs typeface="Calibri"/>
                <a:sym typeface="Calibri"/>
              </a:rPr>
              <a:t> </a:t>
            </a:r>
            <a:endParaRPr/>
          </a:p>
        </p:txBody>
      </p:sp>
      <p:pic>
        <p:nvPicPr>
          <p:cNvPr id="451" name="Google Shape;451;p1"/>
          <p:cNvPicPr preferRelativeResize="0"/>
          <p:nvPr/>
        </p:nvPicPr>
        <p:blipFill rotWithShape="1">
          <a:blip r:embed="rId6">
            <a:alphaModFix/>
          </a:blip>
          <a:srcRect b="0" l="0" r="0" t="0"/>
          <a:stretch/>
        </p:blipFill>
        <p:spPr>
          <a:xfrm>
            <a:off x="511561" y="3768223"/>
            <a:ext cx="1401322" cy="10446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2"/>
          <p:cNvSpPr txBox="1"/>
          <p:nvPr>
            <p:ph type="title"/>
          </p:nvPr>
        </p:nvSpPr>
        <p:spPr>
          <a:xfrm>
            <a:off x="791793" y="3788250"/>
            <a:ext cx="2657979" cy="1025525"/>
          </a:xfrm>
          <a:prstGeom prst="rect">
            <a:avLst/>
          </a:prstGeom>
          <a:noFill/>
          <a:ln>
            <a:noFill/>
          </a:ln>
        </p:spPr>
        <p:txBody>
          <a:bodyPr anchorCtr="0" anchor="b" bIns="0" lIns="0" spcFirstLastPara="1" rIns="91425" wrap="square" tIns="45700">
            <a:noAutofit/>
          </a:bodyPr>
          <a:lstStyle/>
          <a:p>
            <a:pPr indent="0" lvl="0" marL="0" rtl="0" algn="l">
              <a:lnSpc>
                <a:spcPct val="90000"/>
              </a:lnSpc>
              <a:spcBef>
                <a:spcPts val="0"/>
              </a:spcBef>
              <a:spcAft>
                <a:spcPts val="0"/>
              </a:spcAft>
              <a:buClr>
                <a:schemeClr val="dk2"/>
              </a:buClr>
              <a:buSzPts val="5000"/>
              <a:buFont typeface="Corbel"/>
              <a:buNone/>
            </a:pPr>
            <a:r>
              <a:rPr lang="en-US"/>
              <a:t>Agenda </a:t>
            </a:r>
            <a:endParaRPr/>
          </a:p>
        </p:txBody>
      </p:sp>
      <p:sp>
        <p:nvSpPr>
          <p:cNvPr id="457" name="Google Shape;457;p2"/>
          <p:cNvSpPr txBox="1"/>
          <p:nvPr>
            <p:ph idx="1" type="body"/>
          </p:nvPr>
        </p:nvSpPr>
        <p:spPr>
          <a:xfrm>
            <a:off x="3076391" y="942770"/>
            <a:ext cx="5023526" cy="7556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D72AB"/>
              </a:buClr>
              <a:buSzPts val="3200"/>
              <a:buNone/>
            </a:pPr>
            <a:r>
              <a:rPr b="1" lang="en-US" sz="3200">
                <a:solidFill>
                  <a:srgbClr val="1D72AB"/>
                </a:solidFill>
                <a:latin typeface="Calibri"/>
                <a:ea typeface="Calibri"/>
                <a:cs typeface="Calibri"/>
                <a:sym typeface="Calibri"/>
              </a:rPr>
              <a:t>01</a:t>
            </a:r>
            <a:r>
              <a:rPr b="1" lang="en-US" sz="2800"/>
              <a:t>   </a:t>
            </a:r>
            <a:r>
              <a:rPr b="1" lang="en-US" sz="2800">
                <a:solidFill>
                  <a:srgbClr val="0F3259"/>
                </a:solidFill>
              </a:rPr>
              <a:t>High Performance Computing</a:t>
            </a:r>
            <a:endParaRPr/>
          </a:p>
        </p:txBody>
      </p:sp>
      <p:sp>
        <p:nvSpPr>
          <p:cNvPr id="458" name="Google Shape;458;p2"/>
          <p:cNvSpPr txBox="1"/>
          <p:nvPr>
            <p:ph idx="3" type="body"/>
          </p:nvPr>
        </p:nvSpPr>
        <p:spPr>
          <a:xfrm>
            <a:off x="3076390" y="2019215"/>
            <a:ext cx="4858059" cy="7556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D72AB"/>
              </a:buClr>
              <a:buSzPts val="3200"/>
              <a:buNone/>
            </a:pPr>
            <a:r>
              <a:rPr b="1" lang="en-US" sz="3200">
                <a:solidFill>
                  <a:srgbClr val="1D72AB"/>
                </a:solidFill>
                <a:latin typeface="Calibri"/>
                <a:ea typeface="Calibri"/>
                <a:cs typeface="Calibri"/>
                <a:sym typeface="Calibri"/>
              </a:rPr>
              <a:t>02</a:t>
            </a:r>
            <a:r>
              <a:rPr b="1" lang="en-US" sz="2800">
                <a:solidFill>
                  <a:srgbClr val="6F3B55"/>
                </a:solidFill>
              </a:rPr>
              <a:t>   </a:t>
            </a:r>
            <a:r>
              <a:rPr b="1" lang="en-US" sz="2800">
                <a:solidFill>
                  <a:srgbClr val="0F3259"/>
                </a:solidFill>
              </a:rPr>
              <a:t>HPC in Artificial Intelligence</a:t>
            </a:r>
            <a:endParaRPr/>
          </a:p>
        </p:txBody>
      </p:sp>
      <p:sp>
        <p:nvSpPr>
          <p:cNvPr id="459" name="Google Shape;459;p2"/>
          <p:cNvSpPr txBox="1"/>
          <p:nvPr>
            <p:ph idx="4" type="body"/>
          </p:nvPr>
        </p:nvSpPr>
        <p:spPr>
          <a:xfrm>
            <a:off x="3076391" y="3095660"/>
            <a:ext cx="5203136" cy="7556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D72AB"/>
              </a:buClr>
              <a:buSzPts val="3200"/>
              <a:buNone/>
            </a:pPr>
            <a:r>
              <a:rPr b="1" lang="en-US" sz="3200">
                <a:solidFill>
                  <a:srgbClr val="1D72AB"/>
                </a:solidFill>
                <a:latin typeface="Calibri"/>
                <a:ea typeface="Calibri"/>
                <a:cs typeface="Calibri"/>
                <a:sym typeface="Calibri"/>
              </a:rPr>
              <a:t>03</a:t>
            </a:r>
            <a:r>
              <a:rPr b="1" lang="en-US" sz="2800">
                <a:solidFill>
                  <a:srgbClr val="6F3B55"/>
                </a:solidFill>
              </a:rPr>
              <a:t>   </a:t>
            </a:r>
            <a:r>
              <a:rPr b="1" lang="en-US" sz="2800">
                <a:solidFill>
                  <a:srgbClr val="0F3259"/>
                </a:solidFill>
              </a:rPr>
              <a:t>HPC in Digital Transformation</a:t>
            </a:r>
            <a:endParaRPr/>
          </a:p>
        </p:txBody>
      </p:sp>
      <p:sp>
        <p:nvSpPr>
          <p:cNvPr id="460" name="Google Shape;460;p2"/>
          <p:cNvSpPr txBox="1"/>
          <p:nvPr>
            <p:ph idx="5" type="body"/>
          </p:nvPr>
        </p:nvSpPr>
        <p:spPr>
          <a:xfrm>
            <a:off x="3076391" y="4172105"/>
            <a:ext cx="4294206" cy="7556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D72AB"/>
              </a:buClr>
              <a:buSzPts val="3200"/>
              <a:buNone/>
            </a:pPr>
            <a:r>
              <a:rPr b="1" lang="en-US" sz="3200">
                <a:solidFill>
                  <a:srgbClr val="1D72AB"/>
                </a:solidFill>
                <a:latin typeface="Calibri"/>
                <a:ea typeface="Calibri"/>
                <a:cs typeface="Calibri"/>
                <a:sym typeface="Calibri"/>
              </a:rPr>
              <a:t>04</a:t>
            </a:r>
            <a:r>
              <a:rPr b="1" lang="en-US" sz="2800"/>
              <a:t>   </a:t>
            </a:r>
            <a:r>
              <a:rPr b="1" lang="en-US" sz="2800">
                <a:solidFill>
                  <a:srgbClr val="0F3259"/>
                </a:solidFill>
              </a:rPr>
              <a:t>HPC PARAM !ARUB</a:t>
            </a:r>
            <a:endParaRPr/>
          </a:p>
        </p:txBody>
      </p:sp>
      <p:sp>
        <p:nvSpPr>
          <p:cNvPr id="461" name="Google Shape;461;p2"/>
          <p:cNvSpPr txBox="1"/>
          <p:nvPr>
            <p:ph idx="6" type="body"/>
          </p:nvPr>
        </p:nvSpPr>
        <p:spPr>
          <a:xfrm>
            <a:off x="3086901" y="5248550"/>
            <a:ext cx="4294206" cy="7556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D72AB"/>
              </a:buClr>
              <a:buSzPts val="3200"/>
              <a:buNone/>
            </a:pPr>
            <a:r>
              <a:rPr b="1" lang="en-US" sz="3200">
                <a:solidFill>
                  <a:srgbClr val="1D72AB"/>
                </a:solidFill>
                <a:latin typeface="Calibri"/>
                <a:ea typeface="Calibri"/>
                <a:cs typeface="Calibri"/>
                <a:sym typeface="Calibri"/>
              </a:rPr>
              <a:t>05</a:t>
            </a:r>
            <a:r>
              <a:rPr b="1" lang="en-US" sz="2800"/>
              <a:t>   </a:t>
            </a:r>
            <a:r>
              <a:rPr b="1" lang="en-US" sz="2800">
                <a:solidFill>
                  <a:srgbClr val="0F3259"/>
                </a:solidFill>
              </a:rPr>
              <a:t>OPPORTUNITY</a:t>
            </a:r>
            <a:endParaRPr/>
          </a:p>
        </p:txBody>
      </p:sp>
      <p:pic>
        <p:nvPicPr>
          <p:cNvPr id="462" name="Google Shape;462;p2"/>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pic>
        <p:nvPicPr>
          <p:cNvPr id="463" name="Google Shape;463;p2"/>
          <p:cNvPicPr preferRelativeResize="0"/>
          <p:nvPr/>
        </p:nvPicPr>
        <p:blipFill rotWithShape="1">
          <a:blip r:embed="rId4">
            <a:alphaModFix/>
          </a:blip>
          <a:srcRect b="0" l="28399" r="8333" t="0"/>
          <a:stretch/>
        </p:blipFill>
        <p:spPr>
          <a:xfrm>
            <a:off x="8167852" y="1018116"/>
            <a:ext cx="4024148" cy="52460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
          <p:cNvSpPr txBox="1"/>
          <p:nvPr>
            <p:ph idx="1" type="body"/>
          </p:nvPr>
        </p:nvSpPr>
        <p:spPr>
          <a:xfrm>
            <a:off x="0" y="3206186"/>
            <a:ext cx="12192000" cy="3651813"/>
          </a:xfrm>
          <a:prstGeom prst="rect">
            <a:avLst/>
          </a:prstGeom>
          <a:solidFill>
            <a:schemeClr val="accent2"/>
          </a:solidFill>
          <a:ln>
            <a:noFill/>
          </a:ln>
        </p:spPr>
        <p:txBody>
          <a:bodyPr anchorCtr="0" anchor="t" bIns="45700" lIns="5400000" spcFirstLastPara="1" rIns="1800000" wrap="square" tIns="216000">
            <a:noAutofit/>
          </a:bodyPr>
          <a:lstStyle/>
          <a:p>
            <a:pPr indent="0" lvl="0" marL="0" rtl="0" algn="l">
              <a:lnSpc>
                <a:spcPct val="100000"/>
              </a:lnSpc>
              <a:spcBef>
                <a:spcPts val="0"/>
              </a:spcBef>
              <a:spcAft>
                <a:spcPts val="0"/>
              </a:spcAft>
              <a:buClr>
                <a:schemeClr val="lt1"/>
              </a:buClr>
              <a:buSzPts val="1400"/>
              <a:buNone/>
            </a:pPr>
            <a:r>
              <a:t/>
            </a:r>
            <a:endParaRPr/>
          </a:p>
        </p:txBody>
      </p:sp>
      <p:sp>
        <p:nvSpPr>
          <p:cNvPr id="469" name="Google Shape;469;p3"/>
          <p:cNvSpPr txBox="1"/>
          <p:nvPr>
            <p:ph type="title"/>
          </p:nvPr>
        </p:nvSpPr>
        <p:spPr>
          <a:xfrm>
            <a:off x="5031165" y="449957"/>
            <a:ext cx="6435524" cy="77533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B283B"/>
              </a:buClr>
              <a:buSzPts val="3800"/>
              <a:buFont typeface="Corbel"/>
              <a:buNone/>
            </a:pPr>
            <a:r>
              <a:rPr lang="en-US" sz="3800">
                <a:solidFill>
                  <a:srgbClr val="0B283B"/>
                </a:solidFill>
              </a:rPr>
              <a:t>High Performance Computing</a:t>
            </a:r>
            <a:endParaRPr/>
          </a:p>
        </p:txBody>
      </p:sp>
      <p:sp>
        <p:nvSpPr>
          <p:cNvPr id="470" name="Google Shape;470;p3"/>
          <p:cNvSpPr txBox="1"/>
          <p:nvPr/>
        </p:nvSpPr>
        <p:spPr>
          <a:xfrm>
            <a:off x="5041676" y="1370265"/>
            <a:ext cx="6666166" cy="54784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rgbClr val="0B283B"/>
                </a:solidFill>
                <a:latin typeface="Calibri"/>
                <a:ea typeface="Calibri"/>
                <a:cs typeface="Calibri"/>
                <a:sym typeface="Calibri"/>
              </a:rPr>
              <a:t>HPC is a technology that uses clusters of powerful processors that work in parallel to process massive, multidimensional data sets and solve complex problems at extremely high speeds.</a:t>
            </a:r>
            <a:endParaRPr/>
          </a:p>
          <a:p>
            <a:pPr indent="0" lvl="0" marL="0" marR="0" rtl="0" algn="l">
              <a:spcBef>
                <a:spcPts val="0"/>
              </a:spcBef>
              <a:spcAft>
                <a:spcPts val="0"/>
              </a:spcAft>
              <a:buNone/>
            </a:pPr>
            <a:r>
              <a:t/>
            </a:r>
            <a:endParaRPr sz="2200">
              <a:solidFill>
                <a:srgbClr val="145077"/>
              </a:solidFill>
              <a:latin typeface="Calibri"/>
              <a:ea typeface="Calibri"/>
              <a:cs typeface="Calibri"/>
              <a:sym typeface="Calibri"/>
            </a:endParaRPr>
          </a:p>
          <a:p>
            <a:pPr indent="0" lvl="0" marL="0" marR="0" rtl="0" algn="l">
              <a:spcBef>
                <a:spcPts val="0"/>
              </a:spcBef>
              <a:spcAft>
                <a:spcPts val="0"/>
              </a:spcAft>
              <a:buNone/>
            </a:pPr>
            <a:r>
              <a:t/>
            </a:r>
            <a:endParaRPr sz="2200">
              <a:solidFill>
                <a:srgbClr val="145077"/>
              </a:solidFill>
              <a:latin typeface="Calibri"/>
              <a:ea typeface="Calibri"/>
              <a:cs typeface="Calibri"/>
              <a:sym typeface="Calibri"/>
            </a:endParaRPr>
          </a:p>
          <a:p>
            <a:pPr indent="0" lvl="0" marL="0" marR="0" rtl="0" algn="l">
              <a:spcBef>
                <a:spcPts val="0"/>
              </a:spcBef>
              <a:spcAft>
                <a:spcPts val="0"/>
              </a:spcAft>
              <a:buNone/>
            </a:pPr>
            <a:r>
              <a:rPr lang="en-US" sz="2200">
                <a:solidFill>
                  <a:schemeClr val="lt1"/>
                </a:solidFill>
                <a:latin typeface="Calibri"/>
                <a:ea typeface="Calibri"/>
                <a:cs typeface="Calibri"/>
                <a:sym typeface="Calibri"/>
              </a:rPr>
              <a:t>Parallel Computing </a:t>
            </a:r>
            <a:endParaRPr/>
          </a:p>
          <a:p>
            <a:pPr indent="0" lvl="0" marL="0" marR="0" rtl="0" algn="l">
              <a:spcBef>
                <a:spcPts val="0"/>
              </a:spcBef>
              <a:spcAft>
                <a:spcPts val="0"/>
              </a:spcAft>
              <a:buNone/>
            </a:pPr>
            <a:r>
              <a:rPr lang="en-US" sz="1400">
                <a:solidFill>
                  <a:schemeClr val="lt1"/>
                </a:solidFill>
                <a:latin typeface="Calibri"/>
                <a:ea typeface="Calibri"/>
                <a:cs typeface="Calibri"/>
                <a:sym typeface="Calibri"/>
              </a:rPr>
              <a:t>Large-scale computations by dividing tasks across multiple processors.</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2400" strike="noStrike">
                <a:solidFill>
                  <a:schemeClr val="lt1"/>
                </a:solidFill>
                <a:latin typeface="Calibri"/>
                <a:ea typeface="Calibri"/>
                <a:cs typeface="Calibri"/>
                <a:sym typeface="Calibri"/>
              </a:rPr>
              <a:t>Specialised Applications and storage</a:t>
            </a:r>
            <a:endParaRPr sz="2200">
              <a:solidFill>
                <a:schemeClr val="lt1"/>
              </a:solidFill>
              <a:latin typeface="Calibri"/>
              <a:ea typeface="Calibri"/>
              <a:cs typeface="Calibri"/>
              <a:sym typeface="Calibri"/>
            </a:endParaRPr>
          </a:p>
          <a:p>
            <a:pPr indent="0" lvl="0" marL="0" marR="0" rtl="0" algn="l">
              <a:spcBef>
                <a:spcPts val="0"/>
              </a:spcBef>
              <a:spcAft>
                <a:spcPts val="0"/>
              </a:spcAft>
              <a:buNone/>
            </a:pPr>
            <a:r>
              <a:rPr lang="en-US" sz="1400">
                <a:solidFill>
                  <a:schemeClr val="lt1"/>
                </a:solidFill>
                <a:latin typeface="Calibri"/>
                <a:ea typeface="Calibri"/>
                <a:cs typeface="Calibri"/>
                <a:sym typeface="Calibri"/>
              </a:rPr>
              <a:t>Domain-specific applications and massive storage to manage vast amounts of data.</a:t>
            </a:r>
            <a:endParaRPr/>
          </a:p>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en-US" sz="2400">
                <a:solidFill>
                  <a:schemeClr val="lt1"/>
                </a:solidFill>
                <a:latin typeface="Calibri"/>
                <a:ea typeface="Calibri"/>
                <a:cs typeface="Calibri"/>
                <a:sym typeface="Calibri"/>
              </a:rPr>
              <a:t>Accelerators (GPUs/FPUs)</a:t>
            </a:r>
            <a:endParaRPr/>
          </a:p>
          <a:p>
            <a:pPr indent="0" lvl="0" marL="0" marR="0" rtl="0" algn="l">
              <a:spcBef>
                <a:spcPts val="0"/>
              </a:spcBef>
              <a:spcAft>
                <a:spcPts val="0"/>
              </a:spcAft>
              <a:buNone/>
            </a:pPr>
            <a:r>
              <a:rPr lang="en-US" sz="1400">
                <a:solidFill>
                  <a:schemeClr val="lt1"/>
                </a:solidFill>
                <a:latin typeface="Calibri"/>
                <a:ea typeface="Calibri"/>
                <a:cs typeface="Calibri"/>
                <a:sym typeface="Calibri"/>
              </a:rPr>
              <a:t>Hardware accelerators like GPUs that boost performance for specific computational tasks.</a:t>
            </a:r>
            <a:endParaRPr/>
          </a:p>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a:p>
            <a:pPr indent="0" lvl="0" marL="0" marR="0" rtl="0" algn="l">
              <a:spcBef>
                <a:spcPts val="0"/>
              </a:spcBef>
              <a:spcAft>
                <a:spcPts val="0"/>
              </a:spcAft>
              <a:buNone/>
            </a:pPr>
            <a:r>
              <a:rPr lang="en-US" sz="2400">
                <a:solidFill>
                  <a:schemeClr val="lt1"/>
                </a:solidFill>
                <a:latin typeface="Calibri"/>
                <a:ea typeface="Calibri"/>
                <a:cs typeface="Calibri"/>
                <a:sym typeface="Calibri"/>
              </a:rPr>
              <a:t>Resource Management Software</a:t>
            </a:r>
            <a:endParaRPr/>
          </a:p>
          <a:p>
            <a:pPr indent="0" lvl="0" marL="0" marR="0" rtl="0" algn="l">
              <a:spcBef>
                <a:spcPts val="0"/>
              </a:spcBef>
              <a:spcAft>
                <a:spcPts val="0"/>
              </a:spcAft>
              <a:buNone/>
            </a:pPr>
            <a:r>
              <a:rPr lang="en-US" sz="1400">
                <a:solidFill>
                  <a:schemeClr val="lt1"/>
                </a:solidFill>
                <a:latin typeface="Calibri"/>
                <a:ea typeface="Calibri"/>
                <a:cs typeface="Calibri"/>
                <a:sym typeface="Calibri"/>
              </a:rPr>
              <a:t>Manages job scheduling, load balancing, and resource allocation across the HPC system.</a:t>
            </a:r>
            <a:endParaRPr/>
          </a:p>
          <a:p>
            <a:pPr indent="0" lvl="0" marL="0" marR="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descr="A computer servers in a server room&#10;&#10;Description automatically generated" id="471" name="Google Shape;471;p3"/>
          <p:cNvPicPr preferRelativeResize="0"/>
          <p:nvPr>
            <p:ph idx="2" type="pic"/>
          </p:nvPr>
        </p:nvPicPr>
        <p:blipFill rotWithShape="1">
          <a:blip r:embed="rId3">
            <a:alphaModFix/>
          </a:blip>
          <a:srcRect b="0" l="9230" r="9229" t="0"/>
          <a:stretch/>
        </p:blipFill>
        <p:spPr>
          <a:xfrm>
            <a:off x="484158" y="1"/>
            <a:ext cx="3922381" cy="3206186"/>
          </a:xfrm>
          <a:prstGeom prst="rect">
            <a:avLst/>
          </a:prstGeom>
          <a:solidFill>
            <a:srgbClr val="F2F2F2"/>
          </a:solidFill>
          <a:ln>
            <a:noFill/>
          </a:ln>
        </p:spPr>
      </p:pic>
      <p:pic>
        <p:nvPicPr>
          <p:cNvPr descr="A computer servers and data storage&#10;&#10;Description automatically generated with medium confidence" id="472" name="Google Shape;472;p3"/>
          <p:cNvPicPr preferRelativeResize="0"/>
          <p:nvPr>
            <p:ph idx="3" type="pic"/>
          </p:nvPr>
        </p:nvPicPr>
        <p:blipFill rotWithShape="1">
          <a:blip r:embed="rId4">
            <a:alphaModFix/>
          </a:blip>
          <a:srcRect b="0" l="19075" r="19075" t="0"/>
          <a:stretch/>
        </p:blipFill>
        <p:spPr>
          <a:xfrm>
            <a:off x="484158" y="3358587"/>
            <a:ext cx="3922381" cy="3206186"/>
          </a:xfrm>
          <a:prstGeom prst="rect">
            <a:avLst/>
          </a:prstGeom>
          <a:solidFill>
            <a:srgbClr val="F2F2F2"/>
          </a:solidFill>
          <a:ln>
            <a:noFill/>
          </a:ln>
        </p:spPr>
      </p:pic>
      <p:pic>
        <p:nvPicPr>
          <p:cNvPr id="473" name="Google Shape;473;p3"/>
          <p:cNvPicPr preferRelativeResize="0"/>
          <p:nvPr/>
        </p:nvPicPr>
        <p:blipFill rotWithShape="1">
          <a:blip r:embed="rId5">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
          <p:cNvSpPr txBox="1"/>
          <p:nvPr>
            <p:ph type="title"/>
          </p:nvPr>
        </p:nvSpPr>
        <p:spPr>
          <a:xfrm>
            <a:off x="4393554" y="-359861"/>
            <a:ext cx="5927605" cy="1395208"/>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lt1"/>
              </a:buClr>
              <a:buSzPts val="3800"/>
              <a:buFont typeface="Corbel"/>
              <a:buNone/>
            </a:pPr>
            <a:r>
              <a:rPr lang="en-US" sz="3800"/>
              <a:t>Existing  </a:t>
            </a:r>
            <a:r>
              <a:rPr lang="en-US" sz="3800">
                <a:solidFill>
                  <a:srgbClr val="0F3259"/>
                </a:solidFill>
              </a:rPr>
              <a:t>Challenges</a:t>
            </a:r>
            <a:endParaRPr sz="3800">
              <a:solidFill>
                <a:srgbClr val="0F3259"/>
              </a:solidFill>
            </a:endParaRPr>
          </a:p>
        </p:txBody>
      </p:sp>
      <p:sp>
        <p:nvSpPr>
          <p:cNvPr id="479" name="Google Shape;479;p4"/>
          <p:cNvSpPr txBox="1"/>
          <p:nvPr/>
        </p:nvSpPr>
        <p:spPr>
          <a:xfrm>
            <a:off x="262197" y="1906575"/>
            <a:ext cx="5271828"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lt1"/>
                </a:solidFill>
                <a:latin typeface="Calibri"/>
                <a:ea typeface="Calibri"/>
                <a:cs typeface="Calibri"/>
                <a:sym typeface="Calibri"/>
              </a:rPr>
              <a:t>Insufficient Processing Power</a:t>
            </a:r>
            <a:endParaRPr/>
          </a:p>
          <a:p>
            <a:pPr indent="0" lvl="0" marL="0" marR="0" rtl="0" algn="just">
              <a:spcBef>
                <a:spcPts val="0"/>
              </a:spcBef>
              <a:spcAft>
                <a:spcPts val="0"/>
              </a:spcAft>
              <a:buNone/>
            </a:pPr>
            <a:r>
              <a:rPr lang="en-US" sz="1800">
                <a:solidFill>
                  <a:schemeClr val="lt1"/>
                </a:solidFill>
                <a:latin typeface="Calibri"/>
                <a:ea typeface="Calibri"/>
                <a:cs typeface="Calibri"/>
                <a:sym typeface="Calibri"/>
              </a:rPr>
              <a:t>Lack of adequate computational power to handle complex simulations, data analysis, and AI workloads.</a:t>
            </a:r>
            <a:endParaRPr/>
          </a:p>
          <a:p>
            <a:pPr indent="0" lvl="0" marL="0" marR="0" rtl="0" algn="just">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just">
              <a:spcBef>
                <a:spcPts val="0"/>
              </a:spcBef>
              <a:spcAft>
                <a:spcPts val="0"/>
              </a:spcAft>
              <a:buNone/>
            </a:pPr>
            <a:r>
              <a:rPr b="1" lang="en-US" sz="2400">
                <a:solidFill>
                  <a:schemeClr val="lt1"/>
                </a:solidFill>
                <a:latin typeface="Calibri"/>
                <a:ea typeface="Calibri"/>
                <a:cs typeface="Calibri"/>
                <a:sym typeface="Calibri"/>
              </a:rPr>
              <a:t>Inability to Handle Big Data</a:t>
            </a:r>
            <a:endParaRPr/>
          </a:p>
          <a:p>
            <a:pPr indent="0" lvl="0" marL="0" marR="0" rtl="0" algn="just">
              <a:spcBef>
                <a:spcPts val="0"/>
              </a:spcBef>
              <a:spcAft>
                <a:spcPts val="0"/>
              </a:spcAft>
              <a:buNone/>
            </a:pPr>
            <a:r>
              <a:rPr lang="en-US" sz="1800">
                <a:solidFill>
                  <a:schemeClr val="lt1"/>
                </a:solidFill>
                <a:latin typeface="Calibri"/>
                <a:ea typeface="Calibri"/>
                <a:cs typeface="Calibri"/>
                <a:sym typeface="Calibri"/>
              </a:rPr>
              <a:t>Limited capacity to process and analyze large datasets, leading to missed insights and opportunities.</a:t>
            </a:r>
            <a:endParaRPr/>
          </a:p>
          <a:p>
            <a:pPr indent="0" lvl="0" marL="0" marR="0" rtl="0" algn="just">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just">
              <a:spcBef>
                <a:spcPts val="0"/>
              </a:spcBef>
              <a:spcAft>
                <a:spcPts val="0"/>
              </a:spcAft>
              <a:buNone/>
            </a:pPr>
            <a:r>
              <a:rPr b="1" lang="en-US" sz="2400">
                <a:solidFill>
                  <a:schemeClr val="lt1"/>
                </a:solidFill>
                <a:latin typeface="Calibri"/>
                <a:ea typeface="Calibri"/>
                <a:cs typeface="Calibri"/>
                <a:sym typeface="Calibri"/>
              </a:rPr>
              <a:t>High Costs</a:t>
            </a:r>
            <a:endParaRPr/>
          </a:p>
          <a:p>
            <a:pPr indent="0" lvl="0" marL="0" marR="0" rtl="0" algn="just">
              <a:spcBef>
                <a:spcPts val="0"/>
              </a:spcBef>
              <a:spcAft>
                <a:spcPts val="0"/>
              </a:spcAft>
              <a:buNone/>
            </a:pPr>
            <a:r>
              <a:rPr lang="en-US" sz="1800">
                <a:solidFill>
                  <a:schemeClr val="lt1"/>
                </a:solidFill>
                <a:latin typeface="Calibri"/>
                <a:ea typeface="Calibri"/>
                <a:cs typeface="Calibri"/>
                <a:sym typeface="Calibri"/>
              </a:rPr>
              <a:t>Managing the high costs of acquiring, maintaining, and upgrading advanced computational infrastructure.</a:t>
            </a:r>
            <a:endParaRPr/>
          </a:p>
        </p:txBody>
      </p:sp>
      <p:sp>
        <p:nvSpPr>
          <p:cNvPr id="480" name="Google Shape;480;p4"/>
          <p:cNvSpPr txBox="1"/>
          <p:nvPr/>
        </p:nvSpPr>
        <p:spPr>
          <a:xfrm>
            <a:off x="6442238" y="1906575"/>
            <a:ext cx="5371390" cy="5389539"/>
          </a:xfrm>
          <a:prstGeom prst="rect">
            <a:avLst/>
          </a:prstGeom>
          <a:noFill/>
          <a:ln>
            <a:noFill/>
          </a:ln>
        </p:spPr>
        <p:txBody>
          <a:bodyPr anchorCtr="0" anchor="t" bIns="45700" lIns="0" spcFirstLastPara="1" rIns="91425" wrap="square" tIns="45700">
            <a:noAutofit/>
          </a:bodyPr>
          <a:lstStyle/>
          <a:p>
            <a:pPr indent="0" lvl="0" marL="0" marR="0" rtl="0" algn="l">
              <a:lnSpc>
                <a:spcPct val="100000"/>
              </a:lnSpc>
              <a:spcBef>
                <a:spcPts val="0"/>
              </a:spcBef>
              <a:spcAft>
                <a:spcPts val="0"/>
              </a:spcAft>
              <a:buClr>
                <a:srgbClr val="0F3259"/>
              </a:buClr>
              <a:buSzPts val="2400"/>
              <a:buFont typeface="Arial"/>
              <a:buNone/>
            </a:pPr>
            <a:r>
              <a:rPr b="1" i="0" lang="en-US" sz="2400">
                <a:solidFill>
                  <a:srgbClr val="0F3259"/>
                </a:solidFill>
                <a:latin typeface="Calibri"/>
                <a:ea typeface="Calibri"/>
                <a:cs typeface="Calibri"/>
                <a:sym typeface="Calibri"/>
              </a:rPr>
              <a:t>Inadequate Real-Time Analytics</a:t>
            </a:r>
            <a:r>
              <a:rPr b="0" i="0" lang="en-US" sz="2400">
                <a:solidFill>
                  <a:srgbClr val="0F3259"/>
                </a:solidFill>
                <a:latin typeface="Calibri"/>
                <a:ea typeface="Calibri"/>
                <a:cs typeface="Calibri"/>
                <a:sym typeface="Calibri"/>
              </a:rPr>
              <a:t> </a:t>
            </a:r>
            <a:endParaRPr/>
          </a:p>
          <a:p>
            <a:pPr indent="0" lvl="0" marL="0" marR="0" rtl="0" algn="l">
              <a:lnSpc>
                <a:spcPct val="100000"/>
              </a:lnSpc>
              <a:spcBef>
                <a:spcPts val="0"/>
              </a:spcBef>
              <a:spcAft>
                <a:spcPts val="0"/>
              </a:spcAft>
              <a:buClr>
                <a:srgbClr val="0F3259"/>
              </a:buClr>
              <a:buSzPts val="1800"/>
              <a:buFont typeface="Arial"/>
              <a:buNone/>
            </a:pPr>
            <a:r>
              <a:rPr b="0" i="0" lang="en-US" sz="1800">
                <a:solidFill>
                  <a:srgbClr val="0F3259"/>
                </a:solidFill>
                <a:latin typeface="Calibri"/>
                <a:ea typeface="Calibri"/>
                <a:cs typeface="Calibri"/>
                <a:sym typeface="Calibri"/>
              </a:rPr>
              <a:t>Slower decision-making in industries like finance and healthcare due to the lack of real-time data processing.</a:t>
            </a:r>
            <a:endParaRPr/>
          </a:p>
          <a:p>
            <a:pPr indent="0" lvl="0" marL="0" marR="0" rtl="0" algn="l">
              <a:lnSpc>
                <a:spcPct val="100000"/>
              </a:lnSpc>
              <a:spcBef>
                <a:spcPts val="0"/>
              </a:spcBef>
              <a:spcAft>
                <a:spcPts val="0"/>
              </a:spcAft>
              <a:buClr>
                <a:schemeClr val="lt1"/>
              </a:buClr>
              <a:buSzPts val="1800"/>
              <a:buFont typeface="Arial"/>
              <a:buNone/>
            </a:pPr>
            <a:r>
              <a:t/>
            </a:r>
            <a:endParaRPr b="1" i="0" sz="1800">
              <a:solidFill>
                <a:srgbClr val="0F3259"/>
              </a:solidFill>
              <a:latin typeface="Calibri"/>
              <a:ea typeface="Calibri"/>
              <a:cs typeface="Calibri"/>
              <a:sym typeface="Calibri"/>
            </a:endParaRPr>
          </a:p>
          <a:p>
            <a:pPr indent="0" lvl="0" marL="0" marR="0" rtl="0" algn="l">
              <a:lnSpc>
                <a:spcPct val="100000"/>
              </a:lnSpc>
              <a:spcBef>
                <a:spcPts val="0"/>
              </a:spcBef>
              <a:spcAft>
                <a:spcPts val="0"/>
              </a:spcAft>
              <a:buClr>
                <a:srgbClr val="0F3259"/>
              </a:buClr>
              <a:buSzPts val="2400"/>
              <a:buFont typeface="Arial"/>
              <a:buNone/>
            </a:pPr>
            <a:r>
              <a:rPr b="1" i="0" lang="en-US" sz="2400">
                <a:solidFill>
                  <a:srgbClr val="0F3259"/>
                </a:solidFill>
                <a:latin typeface="Calibri"/>
                <a:ea typeface="Calibri"/>
                <a:cs typeface="Calibri"/>
                <a:sym typeface="Calibri"/>
              </a:rPr>
              <a:t>Lack of Resources</a:t>
            </a:r>
            <a:endParaRPr b="0" i="0" sz="2400">
              <a:solidFill>
                <a:srgbClr val="0F3259"/>
              </a:solidFill>
              <a:latin typeface="Calibri"/>
              <a:ea typeface="Calibri"/>
              <a:cs typeface="Calibri"/>
              <a:sym typeface="Calibri"/>
            </a:endParaRPr>
          </a:p>
          <a:p>
            <a:pPr indent="0" lvl="0" marL="0" marR="0" rtl="0" algn="l">
              <a:lnSpc>
                <a:spcPct val="100000"/>
              </a:lnSpc>
              <a:spcBef>
                <a:spcPts val="0"/>
              </a:spcBef>
              <a:spcAft>
                <a:spcPts val="0"/>
              </a:spcAft>
              <a:buClr>
                <a:srgbClr val="0F3259"/>
              </a:buClr>
              <a:buSzPts val="1800"/>
              <a:buFont typeface="Arial"/>
              <a:buNone/>
            </a:pPr>
            <a:r>
              <a:rPr b="0" i="0" lang="en-US" sz="1800">
                <a:solidFill>
                  <a:srgbClr val="0F3259"/>
                </a:solidFill>
                <a:latin typeface="Calibri"/>
                <a:ea typeface="Calibri"/>
                <a:cs typeface="Calibri"/>
                <a:sym typeface="Calibri"/>
              </a:rPr>
              <a:t>Skills and expertise required to maintain and update IT infrastructure in a rapidly changing tech landscape.</a:t>
            </a:r>
            <a:endParaRPr/>
          </a:p>
          <a:p>
            <a:pPr indent="0" lvl="0" marL="0" marR="0" rtl="0" algn="l">
              <a:lnSpc>
                <a:spcPct val="100000"/>
              </a:lnSpc>
              <a:spcBef>
                <a:spcPts val="0"/>
              </a:spcBef>
              <a:spcAft>
                <a:spcPts val="0"/>
              </a:spcAft>
              <a:buClr>
                <a:schemeClr val="lt1"/>
              </a:buClr>
              <a:buSzPts val="1800"/>
              <a:buFont typeface="Arial"/>
              <a:buNone/>
            </a:pPr>
            <a:r>
              <a:t/>
            </a:r>
            <a:endParaRPr b="0" i="0" sz="1800">
              <a:solidFill>
                <a:srgbClr val="0F3259"/>
              </a:solidFill>
              <a:latin typeface="Calibri"/>
              <a:ea typeface="Calibri"/>
              <a:cs typeface="Calibri"/>
              <a:sym typeface="Calibri"/>
            </a:endParaRPr>
          </a:p>
          <a:p>
            <a:pPr indent="0" lvl="0" marL="0" marR="0" rtl="0" algn="l">
              <a:lnSpc>
                <a:spcPct val="100000"/>
              </a:lnSpc>
              <a:spcBef>
                <a:spcPts val="0"/>
              </a:spcBef>
              <a:spcAft>
                <a:spcPts val="0"/>
              </a:spcAft>
              <a:buClr>
                <a:srgbClr val="0F3259"/>
              </a:buClr>
              <a:buSzPts val="2400"/>
              <a:buFont typeface="Arial"/>
              <a:buNone/>
            </a:pPr>
            <a:r>
              <a:rPr b="1" i="0" lang="en-US" sz="2400">
                <a:solidFill>
                  <a:srgbClr val="0F3259"/>
                </a:solidFill>
                <a:latin typeface="Calibri"/>
                <a:ea typeface="Calibri"/>
                <a:cs typeface="Calibri"/>
                <a:sym typeface="Calibri"/>
              </a:rPr>
              <a:t>Performance</a:t>
            </a:r>
            <a:endParaRPr b="0" i="0" sz="2400">
              <a:solidFill>
                <a:srgbClr val="0F3259"/>
              </a:solidFill>
              <a:latin typeface="Calibri"/>
              <a:ea typeface="Calibri"/>
              <a:cs typeface="Calibri"/>
              <a:sym typeface="Calibri"/>
            </a:endParaRPr>
          </a:p>
          <a:p>
            <a:pPr indent="0" lvl="0" marL="0" marR="0" rtl="0" algn="l">
              <a:lnSpc>
                <a:spcPct val="100000"/>
              </a:lnSpc>
              <a:spcBef>
                <a:spcPts val="0"/>
              </a:spcBef>
              <a:spcAft>
                <a:spcPts val="0"/>
              </a:spcAft>
              <a:buClr>
                <a:srgbClr val="0F3259"/>
              </a:buClr>
              <a:buSzPts val="1800"/>
              <a:buFont typeface="Arial"/>
              <a:buNone/>
            </a:pPr>
            <a:r>
              <a:rPr b="0" i="0" lang="en-US" sz="1800">
                <a:solidFill>
                  <a:srgbClr val="0F3259"/>
                </a:solidFill>
                <a:latin typeface="Calibri"/>
                <a:ea typeface="Calibri"/>
                <a:cs typeface="Calibri"/>
                <a:sym typeface="Calibri"/>
              </a:rPr>
              <a:t>Ensuring optimal performance of applications and services, particularly as demand fluctuates.</a:t>
            </a:r>
            <a:endParaRPr/>
          </a:p>
          <a:p>
            <a:pPr indent="0" lvl="0" marL="0" marR="0" rtl="0" algn="l">
              <a:lnSpc>
                <a:spcPct val="100000"/>
              </a:lnSpc>
              <a:spcBef>
                <a:spcPts val="0"/>
              </a:spcBef>
              <a:spcAft>
                <a:spcPts val="0"/>
              </a:spcAft>
              <a:buClr>
                <a:schemeClr val="lt1"/>
              </a:buClr>
              <a:buSzPts val="1800"/>
              <a:buFont typeface="Arial"/>
              <a:buNone/>
            </a:pPr>
            <a:r>
              <a:t/>
            </a:r>
            <a:endParaRPr b="1" i="0" sz="1800">
              <a:solidFill>
                <a:srgbClr val="0F3259"/>
              </a:solidFill>
              <a:latin typeface="Calibri"/>
              <a:ea typeface="Calibri"/>
              <a:cs typeface="Calibri"/>
              <a:sym typeface="Calibri"/>
            </a:endParaRPr>
          </a:p>
          <a:p>
            <a:pPr indent="0" lvl="0" marL="0" marR="0" rtl="0" algn="l">
              <a:lnSpc>
                <a:spcPct val="100000"/>
              </a:lnSpc>
              <a:spcBef>
                <a:spcPts val="0"/>
              </a:spcBef>
              <a:spcAft>
                <a:spcPts val="0"/>
              </a:spcAft>
              <a:buClr>
                <a:schemeClr val="lt1"/>
              </a:buClr>
              <a:buSzPts val="1800"/>
              <a:buFont typeface="Arial"/>
              <a:buNone/>
            </a:pPr>
            <a:r>
              <a:t/>
            </a:r>
            <a:endParaRPr b="1" i="0" sz="1800">
              <a:solidFill>
                <a:srgbClr val="0F3259"/>
              </a:solidFill>
              <a:latin typeface="Calibri"/>
              <a:ea typeface="Calibri"/>
              <a:cs typeface="Calibri"/>
              <a:sym typeface="Calibri"/>
            </a:endParaRPr>
          </a:p>
        </p:txBody>
      </p:sp>
      <p:sp>
        <p:nvSpPr>
          <p:cNvPr id="481" name="Google Shape;481;p4"/>
          <p:cNvSpPr txBox="1"/>
          <p:nvPr/>
        </p:nvSpPr>
        <p:spPr>
          <a:xfrm>
            <a:off x="1745033" y="1003412"/>
            <a:ext cx="877582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Industries face several challenges related </a:t>
            </a:r>
            <a:r>
              <a:rPr lang="en-US" sz="1800">
                <a:solidFill>
                  <a:srgbClr val="0F3259"/>
                </a:solidFill>
                <a:latin typeface="Calibri"/>
                <a:ea typeface="Calibri"/>
                <a:cs typeface="Calibri"/>
                <a:sym typeface="Calibri"/>
              </a:rPr>
              <a:t>to computational resources that can hinder</a:t>
            </a:r>
            <a:r>
              <a:rPr lang="en-US" sz="1800">
                <a:solidFill>
                  <a:schemeClr val="lt1"/>
                </a:solidFill>
                <a:latin typeface="Calibri"/>
                <a:ea typeface="Calibri"/>
                <a:cs typeface="Calibri"/>
                <a:sym typeface="Calibri"/>
              </a:rPr>
              <a:t> efficiency, innovation</a:t>
            </a:r>
            <a:r>
              <a:rPr lang="en-US" sz="1800">
                <a:solidFill>
                  <a:srgbClr val="0F3259"/>
                </a:solidFill>
                <a:latin typeface="Calibri"/>
                <a:ea typeface="Calibri"/>
                <a:cs typeface="Calibri"/>
                <a:sym typeface="Calibri"/>
              </a:rPr>
              <a:t>, and competitiveness.</a:t>
            </a:r>
            <a:endParaRPr/>
          </a:p>
        </p:txBody>
      </p:sp>
      <p:pic>
        <p:nvPicPr>
          <p:cNvPr id="482" name="Google Shape;482;p4"/>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
          <p:cNvSpPr txBox="1"/>
          <p:nvPr/>
        </p:nvSpPr>
        <p:spPr>
          <a:xfrm>
            <a:off x="1" y="312686"/>
            <a:ext cx="12192000" cy="64375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F3259"/>
              </a:buClr>
              <a:buSzPts val="3800"/>
              <a:buFont typeface="Corbel"/>
              <a:buNone/>
            </a:pPr>
            <a:r>
              <a:rPr b="1" i="0" lang="en-US" sz="3800">
                <a:solidFill>
                  <a:srgbClr val="0F3259"/>
                </a:solidFill>
                <a:latin typeface="Corbel"/>
                <a:ea typeface="Corbel"/>
                <a:cs typeface="Corbel"/>
                <a:sym typeface="Corbel"/>
              </a:rPr>
              <a:t>Why we need HPC ?</a:t>
            </a:r>
            <a:endParaRPr b="1" i="0" sz="3800">
              <a:solidFill>
                <a:srgbClr val="00153E"/>
              </a:solidFill>
              <a:latin typeface="Corbel"/>
              <a:ea typeface="Corbel"/>
              <a:cs typeface="Corbel"/>
              <a:sym typeface="Corbel"/>
            </a:endParaRPr>
          </a:p>
        </p:txBody>
      </p:sp>
      <p:sp>
        <p:nvSpPr>
          <p:cNvPr id="488" name="Google Shape;488;p5"/>
          <p:cNvSpPr txBox="1"/>
          <p:nvPr/>
        </p:nvSpPr>
        <p:spPr>
          <a:xfrm>
            <a:off x="1261241" y="1183598"/>
            <a:ext cx="9669517"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Calibri"/>
                <a:ea typeface="Calibri"/>
                <a:cs typeface="Calibri"/>
                <a:sym typeface="Calibri"/>
              </a:rPr>
              <a:t>Organizations need High-Performance Computing (HPC) to solve complex problems, process large volumes of data, and gain a competitive edge in their respective fields</a:t>
            </a:r>
            <a:endParaRPr sz="2200">
              <a:solidFill>
                <a:schemeClr val="dk1"/>
              </a:solidFill>
              <a:latin typeface="Calibri"/>
              <a:ea typeface="Calibri"/>
              <a:cs typeface="Calibri"/>
              <a:sym typeface="Calibri"/>
            </a:endParaRPr>
          </a:p>
        </p:txBody>
      </p:sp>
      <p:sp>
        <p:nvSpPr>
          <p:cNvPr id="489" name="Google Shape;489;p5"/>
          <p:cNvSpPr txBox="1"/>
          <p:nvPr/>
        </p:nvSpPr>
        <p:spPr>
          <a:xfrm>
            <a:off x="6684581" y="2254861"/>
            <a:ext cx="4750676"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1F1F1F"/>
                </a:solidFill>
                <a:latin typeface="Calibri"/>
                <a:ea typeface="Calibri"/>
                <a:cs typeface="Calibri"/>
                <a:sym typeface="Calibri"/>
              </a:rPr>
              <a:t>Advanced Visualization and Rendering</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Graphics and Animation</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Scientific Visualization</a:t>
            </a:r>
            <a:endParaRPr/>
          </a:p>
          <a:p>
            <a:pPr indent="0" lvl="0" marL="0" marR="0" rtl="0" algn="l">
              <a:spcBef>
                <a:spcPts val="0"/>
              </a:spcBef>
              <a:spcAft>
                <a:spcPts val="0"/>
              </a:spcAft>
              <a:buNone/>
            </a:pPr>
            <a:r>
              <a:t/>
            </a:r>
            <a:endParaRPr sz="2200">
              <a:solidFill>
                <a:srgbClr val="1F1F1F"/>
              </a:solidFill>
              <a:latin typeface="Calibri"/>
              <a:ea typeface="Calibri"/>
              <a:cs typeface="Calibri"/>
              <a:sym typeface="Calibri"/>
            </a:endParaRPr>
          </a:p>
          <a:p>
            <a:pPr indent="0" lvl="0" marL="0" marR="0" rtl="0" algn="l">
              <a:spcBef>
                <a:spcPts val="0"/>
              </a:spcBef>
              <a:spcAft>
                <a:spcPts val="0"/>
              </a:spcAft>
              <a:buNone/>
            </a:pPr>
            <a:r>
              <a:rPr b="1" lang="en-US" sz="2200">
                <a:solidFill>
                  <a:srgbClr val="1F1F1F"/>
                </a:solidFill>
                <a:latin typeface="Calibri"/>
                <a:ea typeface="Calibri"/>
                <a:cs typeface="Calibri"/>
                <a:sym typeface="Calibri"/>
              </a:rPr>
              <a:t>Improved Decision-Making</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Real-Time Analytics</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Risk Management</a:t>
            </a:r>
            <a:endParaRPr/>
          </a:p>
          <a:p>
            <a:pPr indent="-146050" lvl="0" marL="285750" marR="0" rtl="0" algn="l">
              <a:spcBef>
                <a:spcPts val="0"/>
              </a:spcBef>
              <a:spcAft>
                <a:spcPts val="0"/>
              </a:spcAft>
              <a:buClr>
                <a:schemeClr val="dk1"/>
              </a:buClr>
              <a:buSzPts val="2200"/>
              <a:buFont typeface="Arial"/>
              <a:buNone/>
            </a:pPr>
            <a:r>
              <a:t/>
            </a:r>
            <a:endParaRPr sz="2200">
              <a:solidFill>
                <a:srgbClr val="1F1F1F"/>
              </a:solidFill>
              <a:latin typeface="Calibri"/>
              <a:ea typeface="Calibri"/>
              <a:cs typeface="Calibri"/>
              <a:sym typeface="Calibri"/>
            </a:endParaRPr>
          </a:p>
          <a:p>
            <a:pPr indent="0" lvl="0" marL="0" marR="0" rtl="0" algn="l">
              <a:spcBef>
                <a:spcPts val="0"/>
              </a:spcBef>
              <a:spcAft>
                <a:spcPts val="0"/>
              </a:spcAft>
              <a:buNone/>
            </a:pPr>
            <a:r>
              <a:rPr b="1" lang="en-US" sz="2200">
                <a:solidFill>
                  <a:srgbClr val="1F1F1F"/>
                </a:solidFill>
                <a:latin typeface="Calibri"/>
                <a:ea typeface="Calibri"/>
                <a:cs typeface="Calibri"/>
                <a:sym typeface="Calibri"/>
              </a:rPr>
              <a:t>Innovation and New Technologies</a:t>
            </a:r>
            <a:endParaRPr/>
          </a:p>
          <a:p>
            <a:pPr indent="-342900" lvl="0" marL="34290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IoT and Edge Computing</a:t>
            </a:r>
            <a:endParaRPr/>
          </a:p>
          <a:p>
            <a:pPr indent="-342900" lvl="0" marL="34290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Digital transformation</a:t>
            </a:r>
            <a:endParaRPr/>
          </a:p>
        </p:txBody>
      </p:sp>
      <p:sp>
        <p:nvSpPr>
          <p:cNvPr id="490" name="Google Shape;490;p5"/>
          <p:cNvSpPr txBox="1"/>
          <p:nvPr/>
        </p:nvSpPr>
        <p:spPr>
          <a:xfrm>
            <a:off x="1198180" y="2254861"/>
            <a:ext cx="6053959"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1F1F1F"/>
                </a:solidFill>
                <a:latin typeface="Calibri"/>
                <a:ea typeface="Calibri"/>
                <a:cs typeface="Calibri"/>
                <a:sym typeface="Calibri"/>
              </a:rPr>
              <a:t>Accelerated Research and Development</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Faster Innovation</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Cutting-Edge Research</a:t>
            </a:r>
            <a:endParaRPr/>
          </a:p>
          <a:p>
            <a:pPr indent="0" lvl="0" marL="0" marR="0" rtl="0" algn="l">
              <a:spcBef>
                <a:spcPts val="0"/>
              </a:spcBef>
              <a:spcAft>
                <a:spcPts val="0"/>
              </a:spcAft>
              <a:buNone/>
            </a:pPr>
            <a:r>
              <a:t/>
            </a:r>
            <a:endParaRPr sz="2200">
              <a:solidFill>
                <a:srgbClr val="1F1F1F"/>
              </a:solidFill>
              <a:latin typeface="Calibri"/>
              <a:ea typeface="Calibri"/>
              <a:cs typeface="Calibri"/>
              <a:sym typeface="Calibri"/>
            </a:endParaRPr>
          </a:p>
          <a:p>
            <a:pPr indent="0" lvl="0" marL="0" marR="0" rtl="0" algn="l">
              <a:spcBef>
                <a:spcPts val="0"/>
              </a:spcBef>
              <a:spcAft>
                <a:spcPts val="0"/>
              </a:spcAft>
              <a:buNone/>
            </a:pPr>
            <a:r>
              <a:rPr b="1" lang="en-US" sz="2200">
                <a:solidFill>
                  <a:srgbClr val="1F1F1F"/>
                </a:solidFill>
                <a:latin typeface="Calibri"/>
                <a:ea typeface="Calibri"/>
                <a:cs typeface="Calibri"/>
                <a:sym typeface="Calibri"/>
              </a:rPr>
              <a:t>Data-Intensive Tasks</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Big Data Analytics</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Artificial Intelligence and Machine Learning</a:t>
            </a:r>
            <a:endParaRPr/>
          </a:p>
          <a:p>
            <a:pPr indent="0" lvl="0" marL="0" marR="0" rtl="0" algn="l">
              <a:spcBef>
                <a:spcPts val="0"/>
              </a:spcBef>
              <a:spcAft>
                <a:spcPts val="0"/>
              </a:spcAft>
              <a:buNone/>
            </a:pPr>
            <a:r>
              <a:t/>
            </a:r>
            <a:endParaRPr sz="2200">
              <a:solidFill>
                <a:srgbClr val="1F1F1F"/>
              </a:solidFill>
              <a:latin typeface="Calibri"/>
              <a:ea typeface="Calibri"/>
              <a:cs typeface="Calibri"/>
              <a:sym typeface="Calibri"/>
            </a:endParaRPr>
          </a:p>
          <a:p>
            <a:pPr indent="0" lvl="0" marL="0" marR="0" rtl="0" algn="l">
              <a:spcBef>
                <a:spcPts val="0"/>
              </a:spcBef>
              <a:spcAft>
                <a:spcPts val="0"/>
              </a:spcAft>
              <a:buNone/>
            </a:pPr>
            <a:r>
              <a:rPr b="1" lang="en-US" sz="2200">
                <a:solidFill>
                  <a:srgbClr val="1F1F1F"/>
                </a:solidFill>
                <a:latin typeface="Calibri"/>
                <a:ea typeface="Calibri"/>
                <a:cs typeface="Calibri"/>
                <a:sym typeface="Calibri"/>
              </a:rPr>
              <a:t>Cost Efficiency and Competitive Advantage</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Reduction of Time to Market</a:t>
            </a:r>
            <a:endParaRPr/>
          </a:p>
          <a:p>
            <a:pPr indent="-285750" lvl="0" marL="285750" marR="0" rtl="0" algn="l">
              <a:spcBef>
                <a:spcPts val="0"/>
              </a:spcBef>
              <a:spcAft>
                <a:spcPts val="0"/>
              </a:spcAft>
              <a:buClr>
                <a:srgbClr val="1F1F1F"/>
              </a:buClr>
              <a:buSzPts val="2200"/>
              <a:buFont typeface="Arial"/>
              <a:buChar char="•"/>
            </a:pPr>
            <a:r>
              <a:rPr lang="en-US" sz="2200">
                <a:solidFill>
                  <a:srgbClr val="1F1F1F"/>
                </a:solidFill>
                <a:latin typeface="Calibri"/>
                <a:ea typeface="Calibri"/>
                <a:cs typeface="Calibri"/>
                <a:sym typeface="Calibri"/>
              </a:rPr>
              <a:t>Optimization and Efficiency</a:t>
            </a:r>
            <a:endParaRPr/>
          </a:p>
        </p:txBody>
      </p:sp>
      <p:pic>
        <p:nvPicPr>
          <p:cNvPr id="491" name="Google Shape;491;p5"/>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
          <p:cNvSpPr txBox="1"/>
          <p:nvPr/>
        </p:nvSpPr>
        <p:spPr>
          <a:xfrm>
            <a:off x="262197" y="1102277"/>
            <a:ext cx="5271828" cy="558614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2100">
              <a:solidFill>
                <a:srgbClr val="0F3259"/>
              </a:solidFill>
              <a:latin typeface="Calibri"/>
              <a:ea typeface="Calibri"/>
              <a:cs typeface="Calibri"/>
              <a:sym typeface="Calibri"/>
            </a:endParaRPr>
          </a:p>
          <a:p>
            <a:pPr indent="0" lvl="0" marL="0" marR="0" rtl="0" algn="just">
              <a:spcBef>
                <a:spcPts val="0"/>
              </a:spcBef>
              <a:spcAft>
                <a:spcPts val="0"/>
              </a:spcAft>
              <a:buNone/>
            </a:pPr>
            <a:r>
              <a:rPr lang="en-US" sz="2100">
                <a:solidFill>
                  <a:srgbClr val="0F3259"/>
                </a:solidFill>
                <a:latin typeface="Calibri"/>
                <a:ea typeface="Calibri"/>
                <a:cs typeface="Calibri"/>
                <a:sym typeface="Calibri"/>
              </a:rPr>
              <a:t>HPC workloads uncover new insights that advance human knowledge and create significant competitive advantages. </a:t>
            </a:r>
            <a:endParaRPr/>
          </a:p>
          <a:p>
            <a:pPr indent="0" lvl="0" marL="0" marR="0" rtl="0" algn="just">
              <a:spcBef>
                <a:spcPts val="0"/>
              </a:spcBef>
              <a:spcAft>
                <a:spcPts val="0"/>
              </a:spcAft>
              <a:buNone/>
            </a:pPr>
            <a:r>
              <a:t/>
            </a:r>
            <a:endParaRPr sz="2100">
              <a:solidFill>
                <a:srgbClr val="0F3259"/>
              </a:solidFill>
              <a:latin typeface="Calibri"/>
              <a:ea typeface="Calibri"/>
              <a:cs typeface="Calibri"/>
              <a:sym typeface="Calibri"/>
            </a:endParaRPr>
          </a:p>
          <a:p>
            <a:pPr indent="-342900" lvl="0" marL="342900" marR="0" rtl="0" algn="just">
              <a:spcBef>
                <a:spcPts val="0"/>
              </a:spcBef>
              <a:spcAft>
                <a:spcPts val="0"/>
              </a:spcAft>
              <a:buClr>
                <a:srgbClr val="0F3259"/>
              </a:buClr>
              <a:buSzPts val="2100"/>
              <a:buFont typeface="Arial"/>
              <a:buChar char="•"/>
            </a:pPr>
            <a:r>
              <a:rPr lang="en-US" sz="2100">
                <a:solidFill>
                  <a:srgbClr val="0F3259"/>
                </a:solidFill>
                <a:latin typeface="Calibri"/>
                <a:ea typeface="Calibri"/>
                <a:cs typeface="Calibri"/>
                <a:sym typeface="Calibri"/>
              </a:rPr>
              <a:t>HPC sequences DNA and automates data mining.</a:t>
            </a:r>
            <a:endParaRPr/>
          </a:p>
          <a:p>
            <a:pPr indent="-209550" lvl="0" marL="342900" marR="0" rtl="0" algn="just">
              <a:spcBef>
                <a:spcPts val="0"/>
              </a:spcBef>
              <a:spcAft>
                <a:spcPts val="0"/>
              </a:spcAft>
              <a:buClr>
                <a:schemeClr val="dk1"/>
              </a:buClr>
              <a:buSzPts val="2100"/>
              <a:buFont typeface="Arial"/>
              <a:buNone/>
            </a:pPr>
            <a:r>
              <a:t/>
            </a:r>
            <a:endParaRPr sz="2100">
              <a:solidFill>
                <a:srgbClr val="0F3259"/>
              </a:solidFill>
              <a:latin typeface="Calibri"/>
              <a:ea typeface="Calibri"/>
              <a:cs typeface="Calibri"/>
              <a:sym typeface="Calibri"/>
            </a:endParaRPr>
          </a:p>
          <a:p>
            <a:pPr indent="-342900" lvl="0" marL="342900" marR="0" rtl="0" algn="just">
              <a:spcBef>
                <a:spcPts val="0"/>
              </a:spcBef>
              <a:spcAft>
                <a:spcPts val="0"/>
              </a:spcAft>
              <a:buClr>
                <a:srgbClr val="0F3259"/>
              </a:buClr>
              <a:buSzPts val="2100"/>
              <a:buFont typeface="Arial"/>
              <a:buChar char="•"/>
            </a:pPr>
            <a:r>
              <a:rPr lang="en-US" sz="2100">
                <a:solidFill>
                  <a:srgbClr val="0F3259"/>
                </a:solidFill>
                <a:latin typeface="Calibri"/>
                <a:ea typeface="Calibri"/>
                <a:cs typeface="Calibri"/>
                <a:sym typeface="Calibri"/>
              </a:rPr>
              <a:t>Artificial intelligence (AI) algorithms and simulations like those enabling self-driving automobiles.</a:t>
            </a:r>
            <a:endParaRPr/>
          </a:p>
          <a:p>
            <a:pPr indent="-209550" lvl="0" marL="342900" marR="0" rtl="0" algn="just">
              <a:spcBef>
                <a:spcPts val="0"/>
              </a:spcBef>
              <a:spcAft>
                <a:spcPts val="0"/>
              </a:spcAft>
              <a:buClr>
                <a:schemeClr val="dk1"/>
              </a:buClr>
              <a:buSzPts val="2100"/>
              <a:buFont typeface="Arial"/>
              <a:buNone/>
            </a:pPr>
            <a:r>
              <a:t/>
            </a:r>
            <a:endParaRPr sz="2100">
              <a:solidFill>
                <a:srgbClr val="0F3259"/>
              </a:solidFill>
              <a:latin typeface="Calibri"/>
              <a:ea typeface="Calibri"/>
              <a:cs typeface="Calibri"/>
              <a:sym typeface="Calibri"/>
            </a:endParaRPr>
          </a:p>
          <a:p>
            <a:pPr indent="-342900" lvl="0" marL="342900" marR="0" rtl="0" algn="just">
              <a:spcBef>
                <a:spcPts val="0"/>
              </a:spcBef>
              <a:spcAft>
                <a:spcPts val="0"/>
              </a:spcAft>
              <a:buClr>
                <a:srgbClr val="0F3259"/>
              </a:buClr>
              <a:buSzPts val="2100"/>
              <a:buFont typeface="Arial"/>
              <a:buChar char="•"/>
            </a:pPr>
            <a:r>
              <a:rPr lang="en-US" sz="2100">
                <a:solidFill>
                  <a:srgbClr val="0F3259"/>
                </a:solidFill>
                <a:latin typeface="Calibri"/>
                <a:ea typeface="Calibri"/>
                <a:cs typeface="Calibri"/>
                <a:sym typeface="Calibri"/>
              </a:rPr>
              <a:t>That analyze terabytes of data streaming from IoT sensors, radar and GPS systems in real-time to make split-second decisions.</a:t>
            </a:r>
            <a:endParaRPr/>
          </a:p>
          <a:p>
            <a:pPr indent="0" lvl="0" marL="0" marR="0" rtl="0" algn="just">
              <a:spcBef>
                <a:spcPts val="0"/>
              </a:spcBef>
              <a:spcAft>
                <a:spcPts val="0"/>
              </a:spcAft>
              <a:buNone/>
            </a:pPr>
            <a:r>
              <a:t/>
            </a:r>
            <a:endParaRPr sz="2100">
              <a:solidFill>
                <a:srgbClr val="0F3259"/>
              </a:solidFill>
              <a:latin typeface="Calibri"/>
              <a:ea typeface="Calibri"/>
              <a:cs typeface="Calibri"/>
              <a:sym typeface="Calibri"/>
            </a:endParaRPr>
          </a:p>
          <a:p>
            <a:pPr indent="0" lvl="0" marL="0" marR="0" rtl="0" algn="just">
              <a:spcBef>
                <a:spcPts val="0"/>
              </a:spcBef>
              <a:spcAft>
                <a:spcPts val="0"/>
              </a:spcAft>
              <a:buNone/>
            </a:pPr>
            <a:r>
              <a:t/>
            </a:r>
            <a:endParaRPr sz="2100">
              <a:solidFill>
                <a:srgbClr val="0F3259"/>
              </a:solidFill>
              <a:latin typeface="Calibri"/>
              <a:ea typeface="Calibri"/>
              <a:cs typeface="Calibri"/>
              <a:sym typeface="Calibri"/>
            </a:endParaRPr>
          </a:p>
        </p:txBody>
      </p:sp>
      <p:sp>
        <p:nvSpPr>
          <p:cNvPr id="497" name="Google Shape;497;p6"/>
          <p:cNvSpPr txBox="1"/>
          <p:nvPr>
            <p:ph type="title"/>
          </p:nvPr>
        </p:nvSpPr>
        <p:spPr>
          <a:xfrm>
            <a:off x="1135116" y="-358333"/>
            <a:ext cx="11056883" cy="1460610"/>
          </a:xfrm>
          <a:prstGeom prst="rect">
            <a:avLst/>
          </a:prstGeom>
          <a:noFill/>
          <a:ln>
            <a:noFill/>
          </a:ln>
        </p:spPr>
        <p:txBody>
          <a:bodyPr anchorCtr="0" anchor="b" bIns="45700" lIns="0" spcFirstLastPara="1" rIns="91425" wrap="square" tIns="45700">
            <a:normAutofit/>
          </a:bodyPr>
          <a:lstStyle/>
          <a:p>
            <a:pPr indent="0" lvl="0" marL="0" rtl="0" algn="ctr">
              <a:lnSpc>
                <a:spcPct val="90000"/>
              </a:lnSpc>
              <a:spcBef>
                <a:spcPts val="0"/>
              </a:spcBef>
              <a:spcAft>
                <a:spcPts val="0"/>
              </a:spcAft>
              <a:buClr>
                <a:srgbClr val="0F3259"/>
              </a:buClr>
              <a:buSzPts val="3800"/>
              <a:buFont typeface="Corbel"/>
              <a:buNone/>
            </a:pPr>
            <a:r>
              <a:rPr lang="en-US" sz="3800">
                <a:solidFill>
                  <a:srgbClr val="0F3259"/>
                </a:solidFill>
              </a:rPr>
              <a:t>Impact of  High  </a:t>
            </a:r>
            <a:r>
              <a:rPr lang="en-US" sz="3800">
                <a:solidFill>
                  <a:schemeClr val="lt1"/>
                </a:solidFill>
              </a:rPr>
              <a:t>Performance Computing</a:t>
            </a:r>
            <a:endParaRPr sz="3800">
              <a:solidFill>
                <a:srgbClr val="00153E"/>
              </a:solidFill>
            </a:endParaRPr>
          </a:p>
        </p:txBody>
      </p:sp>
      <p:sp>
        <p:nvSpPr>
          <p:cNvPr id="498" name="Google Shape;498;p6"/>
          <p:cNvSpPr txBox="1"/>
          <p:nvPr>
            <p:ph idx="1" type="body"/>
          </p:nvPr>
        </p:nvSpPr>
        <p:spPr>
          <a:xfrm>
            <a:off x="6263562" y="1517697"/>
            <a:ext cx="5046804" cy="5389539"/>
          </a:xfrm>
          <a:prstGeom prst="rect">
            <a:avLst/>
          </a:prstGeom>
          <a:noFill/>
          <a:ln>
            <a:noFill/>
          </a:ln>
        </p:spPr>
        <p:txBody>
          <a:bodyPr anchorCtr="0" anchor="t" bIns="45700" lIns="0" spcFirstLastPara="1" rIns="91425" wrap="square" tIns="45700">
            <a:noAutofit/>
          </a:bodyPr>
          <a:lstStyle/>
          <a:p>
            <a:pPr indent="-457200" lvl="0" marL="457200" rtl="0" algn="just">
              <a:lnSpc>
                <a:spcPct val="100000"/>
              </a:lnSpc>
              <a:spcBef>
                <a:spcPts val="0"/>
              </a:spcBef>
              <a:spcAft>
                <a:spcPts val="0"/>
              </a:spcAft>
              <a:buClr>
                <a:schemeClr val="lt1"/>
              </a:buClr>
              <a:buSzPts val="2800"/>
              <a:buFont typeface="Noto Sans Symbols"/>
              <a:buChar char="✔"/>
            </a:pPr>
            <a:r>
              <a:rPr b="1" lang="en-US" sz="2800">
                <a:solidFill>
                  <a:schemeClr val="lt1"/>
                </a:solidFill>
              </a:rPr>
              <a:t>Computing and Informatics</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Engineering</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Scientific Domain</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Health and Applied Science</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Natural resources</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Spatial Science</a:t>
            </a:r>
            <a:endParaRPr/>
          </a:p>
          <a:p>
            <a:pPr indent="-457200" lvl="0" marL="457200" rtl="0" algn="just">
              <a:lnSpc>
                <a:spcPct val="100000"/>
              </a:lnSpc>
              <a:spcBef>
                <a:spcPts val="1400"/>
              </a:spcBef>
              <a:spcAft>
                <a:spcPts val="0"/>
              </a:spcAft>
              <a:buClr>
                <a:schemeClr val="lt1"/>
              </a:buClr>
              <a:buSzPts val="2800"/>
              <a:buFont typeface="Noto Sans Symbols"/>
              <a:buChar char="✔"/>
            </a:pPr>
            <a:r>
              <a:rPr b="1" lang="en-US" sz="2800">
                <a:solidFill>
                  <a:schemeClr val="lt1"/>
                </a:solidFill>
              </a:rPr>
              <a:t>And many more.....</a:t>
            </a:r>
            <a:endParaRPr/>
          </a:p>
        </p:txBody>
      </p:sp>
      <p:pic>
        <p:nvPicPr>
          <p:cNvPr id="499" name="Google Shape;499;p6"/>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
          <p:cNvSpPr txBox="1"/>
          <p:nvPr>
            <p:ph idx="1" type="body"/>
          </p:nvPr>
        </p:nvSpPr>
        <p:spPr>
          <a:xfrm>
            <a:off x="540885" y="3448256"/>
            <a:ext cx="2624768" cy="3333543"/>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rtl="0" algn="ctr">
              <a:lnSpc>
                <a:spcPct val="110000"/>
              </a:lnSpc>
              <a:spcBef>
                <a:spcPts val="0"/>
              </a:spcBef>
              <a:spcAft>
                <a:spcPts val="0"/>
              </a:spcAft>
              <a:buClr>
                <a:srgbClr val="161616"/>
              </a:buClr>
              <a:buSzPts val="1900"/>
              <a:buNone/>
            </a:pPr>
            <a:r>
              <a:rPr b="1" i="0" lang="en-US" sz="1900">
                <a:solidFill>
                  <a:srgbClr val="161616"/>
                </a:solidFill>
                <a:latin typeface="Calibri"/>
                <a:ea typeface="Calibri"/>
                <a:cs typeface="Calibri"/>
                <a:sym typeface="Calibri"/>
              </a:rPr>
              <a:t>HEALTHCARE, GENOMICS AND LIFE SCIENCES</a:t>
            </a:r>
            <a:endParaRPr/>
          </a:p>
          <a:p>
            <a:pPr indent="0" lvl="0" marL="0" rtl="0" algn="ctr">
              <a:lnSpc>
                <a:spcPct val="110000"/>
              </a:lnSpc>
              <a:spcBef>
                <a:spcPts val="1000"/>
              </a:spcBef>
              <a:spcAft>
                <a:spcPts val="0"/>
              </a:spcAft>
              <a:buClr>
                <a:srgbClr val="161616"/>
              </a:buClr>
              <a:buSzPts val="1400"/>
              <a:buNone/>
            </a:pPr>
            <a:r>
              <a:rPr b="0" i="0" lang="en-US">
                <a:solidFill>
                  <a:srgbClr val="161616"/>
                </a:solidFill>
                <a:latin typeface="IBM Plex Sans"/>
                <a:ea typeface="IBM Plex Sans"/>
                <a:cs typeface="IBM Plex Sans"/>
                <a:sym typeface="IBM Plex Sans"/>
              </a:rPr>
              <a:t>HPC applications in healthcare and life sciences include medical record management, drug discovery and design, rapid cancer diagnosis and molecular modeling. HPC visualization helps scientists gather insights from simulations and quickly analyze data.</a:t>
            </a:r>
            <a:endParaRPr/>
          </a:p>
        </p:txBody>
      </p:sp>
      <p:sp>
        <p:nvSpPr>
          <p:cNvPr id="505" name="Google Shape;505;p7"/>
          <p:cNvSpPr txBox="1"/>
          <p:nvPr>
            <p:ph idx="2" type="body"/>
          </p:nvPr>
        </p:nvSpPr>
        <p:spPr>
          <a:xfrm>
            <a:off x="3327126" y="3448256"/>
            <a:ext cx="2691085" cy="3333542"/>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161616"/>
              </a:buClr>
              <a:buSzPts val="1800"/>
              <a:buNone/>
            </a:pPr>
            <a:r>
              <a:rPr b="1" i="0" lang="en-US" sz="1800">
                <a:solidFill>
                  <a:srgbClr val="161616"/>
                </a:solidFill>
                <a:latin typeface="Calibri"/>
                <a:ea typeface="Calibri"/>
                <a:cs typeface="Calibri"/>
                <a:sym typeface="Calibri"/>
              </a:rPr>
              <a:t>BANKING </a:t>
            </a:r>
            <a:endParaRPr/>
          </a:p>
          <a:p>
            <a:pPr indent="0" lvl="0" marL="0" rtl="0" algn="ctr">
              <a:lnSpc>
                <a:spcPct val="100000"/>
              </a:lnSpc>
              <a:spcBef>
                <a:spcPts val="0"/>
              </a:spcBef>
              <a:spcAft>
                <a:spcPts val="0"/>
              </a:spcAft>
              <a:buClr>
                <a:srgbClr val="161616"/>
              </a:buClr>
              <a:buSzPts val="1800"/>
              <a:buNone/>
            </a:pPr>
            <a:r>
              <a:rPr b="1" i="0" lang="en-US" sz="1800">
                <a:solidFill>
                  <a:srgbClr val="161616"/>
                </a:solidFill>
                <a:latin typeface="Calibri"/>
                <a:ea typeface="Calibri"/>
                <a:cs typeface="Calibri"/>
                <a:sym typeface="Calibri"/>
              </a:rPr>
              <a:t>AND </a:t>
            </a:r>
            <a:endParaRPr/>
          </a:p>
          <a:p>
            <a:pPr indent="0" lvl="0" marL="0" rtl="0" algn="ctr">
              <a:lnSpc>
                <a:spcPct val="100000"/>
              </a:lnSpc>
              <a:spcBef>
                <a:spcPts val="0"/>
              </a:spcBef>
              <a:spcAft>
                <a:spcPts val="0"/>
              </a:spcAft>
              <a:buClr>
                <a:srgbClr val="161616"/>
              </a:buClr>
              <a:buSzPts val="1800"/>
              <a:buNone/>
            </a:pPr>
            <a:r>
              <a:rPr b="1" i="0" lang="en-US" sz="1800">
                <a:solidFill>
                  <a:srgbClr val="161616"/>
                </a:solidFill>
                <a:latin typeface="Calibri"/>
                <a:ea typeface="Calibri"/>
                <a:cs typeface="Calibri"/>
                <a:sym typeface="Calibri"/>
              </a:rPr>
              <a:t>FINANCIAL SERVICES</a:t>
            </a:r>
            <a:endParaRPr/>
          </a:p>
          <a:p>
            <a:pPr indent="0" lvl="0" marL="0" rtl="0" algn="ctr">
              <a:lnSpc>
                <a:spcPct val="100000"/>
              </a:lnSpc>
              <a:spcBef>
                <a:spcPts val="1000"/>
              </a:spcBef>
              <a:spcAft>
                <a:spcPts val="0"/>
              </a:spcAft>
              <a:buClr>
                <a:srgbClr val="161616"/>
              </a:buClr>
              <a:buSzPts val="1400"/>
              <a:buNone/>
            </a:pPr>
            <a:r>
              <a:rPr b="0" i="0" lang="en-US">
                <a:solidFill>
                  <a:srgbClr val="161616"/>
                </a:solidFill>
                <a:latin typeface="IBM Plex Sans"/>
                <a:ea typeface="IBM Plex Sans"/>
                <a:cs typeface="IBM Plex Sans"/>
                <a:sym typeface="IBM Plex Sans"/>
              </a:rPr>
              <a:t>Performs high-frequency trading, risk analysis, and financial forecasting. In addition to automated trading and fraud detection, HPC powers applications in simulations.</a:t>
            </a:r>
            <a:endParaRPr/>
          </a:p>
        </p:txBody>
      </p:sp>
      <p:sp>
        <p:nvSpPr>
          <p:cNvPr id="506" name="Google Shape;506;p7"/>
          <p:cNvSpPr txBox="1"/>
          <p:nvPr>
            <p:ph idx="3" type="body"/>
          </p:nvPr>
        </p:nvSpPr>
        <p:spPr>
          <a:xfrm>
            <a:off x="6165372" y="3448257"/>
            <a:ext cx="2780393" cy="3333542"/>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45700">
            <a:normAutofit fontScale="92500"/>
          </a:bodyPr>
          <a:lstStyle/>
          <a:p>
            <a:pPr indent="0" lvl="0" marL="0" rtl="0" algn="ctr">
              <a:lnSpc>
                <a:spcPct val="110000"/>
              </a:lnSpc>
              <a:spcBef>
                <a:spcPts val="0"/>
              </a:spcBef>
              <a:spcAft>
                <a:spcPts val="0"/>
              </a:spcAft>
              <a:buClr>
                <a:srgbClr val="161616"/>
              </a:buClr>
              <a:buSzPct val="100000"/>
              <a:buNone/>
            </a:pPr>
            <a:r>
              <a:rPr b="1" lang="en-US" sz="1800">
                <a:solidFill>
                  <a:srgbClr val="161616"/>
                </a:solidFill>
                <a:latin typeface="Calibri"/>
                <a:ea typeface="Calibri"/>
                <a:cs typeface="Calibri"/>
                <a:sym typeface="Calibri"/>
              </a:rPr>
              <a:t>GOVERNMENT</a:t>
            </a:r>
            <a:r>
              <a:rPr b="1" i="0" lang="en-US" sz="1800">
                <a:solidFill>
                  <a:srgbClr val="161616"/>
                </a:solidFill>
                <a:latin typeface="Calibri"/>
                <a:ea typeface="Calibri"/>
                <a:cs typeface="Calibri"/>
                <a:sym typeface="Calibri"/>
              </a:rPr>
              <a:t> </a:t>
            </a:r>
            <a:endParaRPr/>
          </a:p>
          <a:p>
            <a:pPr indent="0" lvl="0" marL="0" rtl="0" algn="ctr">
              <a:lnSpc>
                <a:spcPct val="110000"/>
              </a:lnSpc>
              <a:spcBef>
                <a:spcPts val="0"/>
              </a:spcBef>
              <a:spcAft>
                <a:spcPts val="0"/>
              </a:spcAft>
              <a:buClr>
                <a:srgbClr val="161616"/>
              </a:buClr>
              <a:buSzPct val="100000"/>
              <a:buNone/>
            </a:pPr>
            <a:r>
              <a:rPr b="1" i="0" lang="en-US" sz="1800">
                <a:solidFill>
                  <a:srgbClr val="161616"/>
                </a:solidFill>
                <a:latin typeface="Calibri"/>
                <a:ea typeface="Calibri"/>
                <a:cs typeface="Calibri"/>
                <a:sym typeface="Calibri"/>
              </a:rPr>
              <a:t>AND </a:t>
            </a:r>
            <a:endParaRPr/>
          </a:p>
          <a:p>
            <a:pPr indent="0" lvl="0" marL="0" rtl="0" algn="ctr">
              <a:lnSpc>
                <a:spcPct val="110000"/>
              </a:lnSpc>
              <a:spcBef>
                <a:spcPts val="0"/>
              </a:spcBef>
              <a:spcAft>
                <a:spcPts val="0"/>
              </a:spcAft>
              <a:buClr>
                <a:srgbClr val="161616"/>
              </a:buClr>
              <a:buSzPct val="100000"/>
              <a:buNone/>
            </a:pPr>
            <a:r>
              <a:rPr b="1" lang="en-US" sz="1800">
                <a:solidFill>
                  <a:srgbClr val="161616"/>
                </a:solidFill>
                <a:latin typeface="Calibri"/>
                <a:ea typeface="Calibri"/>
                <a:cs typeface="Calibri"/>
                <a:sym typeface="Calibri"/>
              </a:rPr>
              <a:t>DEFENSE</a:t>
            </a:r>
            <a:endParaRPr b="1" i="0" sz="1800">
              <a:solidFill>
                <a:srgbClr val="161616"/>
              </a:solidFill>
              <a:latin typeface="Calibri"/>
              <a:ea typeface="Calibri"/>
              <a:cs typeface="Calibri"/>
              <a:sym typeface="Calibri"/>
            </a:endParaRPr>
          </a:p>
          <a:p>
            <a:pPr indent="0" lvl="0" marL="0" rtl="0" algn="ctr">
              <a:lnSpc>
                <a:spcPct val="110000"/>
              </a:lnSpc>
              <a:spcBef>
                <a:spcPts val="1000"/>
              </a:spcBef>
              <a:spcAft>
                <a:spcPts val="0"/>
              </a:spcAft>
              <a:buClr>
                <a:srgbClr val="161616"/>
              </a:buClr>
              <a:buSzPct val="100000"/>
              <a:buNone/>
            </a:pPr>
            <a:r>
              <a:rPr b="0" i="0" lang="en-US">
                <a:solidFill>
                  <a:srgbClr val="161616"/>
                </a:solidFill>
                <a:latin typeface="IBM Plex Sans"/>
                <a:ea typeface="IBM Plex Sans"/>
                <a:cs typeface="IBM Plex Sans"/>
                <a:sym typeface="IBM Plex Sans"/>
              </a:rPr>
              <a:t>Two growing HPC use cases in this area are weather forecasting and climate modeling, both of which involve processing vast amounts of historical meteorological data and millions of daily changes in climate-related data points. Other government and defense applications include energy research and intelligence work.</a:t>
            </a:r>
            <a:endParaRPr/>
          </a:p>
        </p:txBody>
      </p:sp>
      <p:sp>
        <p:nvSpPr>
          <p:cNvPr id="507" name="Google Shape;507;p7"/>
          <p:cNvSpPr txBox="1"/>
          <p:nvPr>
            <p:ph idx="4" type="body"/>
          </p:nvPr>
        </p:nvSpPr>
        <p:spPr>
          <a:xfrm>
            <a:off x="9026349" y="3448257"/>
            <a:ext cx="2780394" cy="3333542"/>
          </a:xfrm>
          <a:prstGeom prst="rect">
            <a:avLst/>
          </a:prstGeom>
          <a:noFill/>
          <a:ln cap="flat" cmpd="sng" w="9525">
            <a:solidFill>
              <a:srgbClr val="D8D8D8"/>
            </a:solidFill>
            <a:prstDash val="solid"/>
            <a:round/>
            <a:headEnd len="sm" w="sm" type="none"/>
            <a:tailEnd len="sm" w="sm" type="none"/>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2"/>
              </a:buClr>
              <a:buSzPts val="1800"/>
              <a:buNone/>
            </a:pPr>
            <a:r>
              <a:rPr b="1" lang="en-US" sz="1800">
                <a:latin typeface="Calibri"/>
                <a:ea typeface="Calibri"/>
                <a:cs typeface="Calibri"/>
                <a:sym typeface="Calibri"/>
              </a:rPr>
              <a:t>ENERGY</a:t>
            </a:r>
            <a:endParaRPr/>
          </a:p>
          <a:p>
            <a:pPr indent="0" lvl="0" marL="0" rtl="0" algn="ctr">
              <a:lnSpc>
                <a:spcPct val="100000"/>
              </a:lnSpc>
              <a:spcBef>
                <a:spcPts val="0"/>
              </a:spcBef>
              <a:spcAft>
                <a:spcPts val="0"/>
              </a:spcAft>
              <a:buClr>
                <a:schemeClr val="dk2"/>
              </a:buClr>
              <a:buSzPts val="1800"/>
              <a:buNone/>
            </a:pPr>
            <a:r>
              <a:rPr b="1" lang="en-US" sz="1800">
                <a:latin typeface="Calibri"/>
                <a:ea typeface="Calibri"/>
                <a:cs typeface="Calibri"/>
                <a:sym typeface="Calibri"/>
              </a:rPr>
              <a:t>AND</a:t>
            </a:r>
            <a:endParaRPr/>
          </a:p>
          <a:p>
            <a:pPr indent="0" lvl="0" marL="0" rtl="0" algn="ctr">
              <a:lnSpc>
                <a:spcPct val="100000"/>
              </a:lnSpc>
              <a:spcBef>
                <a:spcPts val="0"/>
              </a:spcBef>
              <a:spcAft>
                <a:spcPts val="0"/>
              </a:spcAft>
              <a:buClr>
                <a:schemeClr val="dk2"/>
              </a:buClr>
              <a:buSzPts val="1800"/>
              <a:buNone/>
            </a:pPr>
            <a:r>
              <a:rPr b="1" lang="en-US" sz="1800">
                <a:latin typeface="Calibri"/>
                <a:ea typeface="Calibri"/>
                <a:cs typeface="Calibri"/>
                <a:sym typeface="Calibri"/>
              </a:rPr>
              <a:t>SEISMIC ANALYSIS</a:t>
            </a:r>
            <a:endParaRPr b="1" sz="1800">
              <a:latin typeface="Calibri"/>
              <a:ea typeface="Calibri"/>
              <a:cs typeface="Calibri"/>
              <a:sym typeface="Calibri"/>
            </a:endParaRPr>
          </a:p>
          <a:p>
            <a:pPr indent="0" lvl="0" marL="0" rtl="0" algn="ctr">
              <a:lnSpc>
                <a:spcPct val="90000"/>
              </a:lnSpc>
              <a:spcBef>
                <a:spcPts val="0"/>
              </a:spcBef>
              <a:spcAft>
                <a:spcPts val="0"/>
              </a:spcAft>
              <a:buClr>
                <a:schemeClr val="dk2"/>
              </a:buClr>
              <a:buSzPts val="1400"/>
              <a:buNone/>
            </a:pPr>
            <a:r>
              <a:t/>
            </a:r>
            <a:endParaRPr>
              <a:latin typeface="IBM Plex Sans"/>
              <a:ea typeface="IBM Plex Sans"/>
              <a:cs typeface="IBM Plex Sans"/>
              <a:sym typeface="IBM Plex Sans"/>
            </a:endParaRPr>
          </a:p>
          <a:p>
            <a:pPr indent="0" lvl="0" marL="0" rtl="0" algn="ctr">
              <a:lnSpc>
                <a:spcPct val="90000"/>
              </a:lnSpc>
              <a:spcBef>
                <a:spcPts val="0"/>
              </a:spcBef>
              <a:spcAft>
                <a:spcPts val="0"/>
              </a:spcAft>
              <a:buClr>
                <a:schemeClr val="dk2"/>
              </a:buClr>
              <a:buSzPts val="1400"/>
              <a:buNone/>
            </a:pPr>
            <a:r>
              <a:rPr lang="en-US">
                <a:latin typeface="IBM Plex Sans"/>
                <a:ea typeface="IBM Plex Sans"/>
                <a:cs typeface="IBM Plex Sans"/>
                <a:sym typeface="IBM Plex Sans"/>
              </a:rPr>
              <a:t>In cases that sometimes overlap with government and defense, energy-related HPC applications include seismic data processing, reservoir simulation and modeling, geospatial analytics, wind simulation and terrain mapping.</a:t>
            </a:r>
            <a:endParaRPr/>
          </a:p>
          <a:p>
            <a:pPr indent="0" lvl="0" marL="0" rtl="0" algn="ctr">
              <a:lnSpc>
                <a:spcPct val="90000"/>
              </a:lnSpc>
              <a:spcBef>
                <a:spcPts val="1000"/>
              </a:spcBef>
              <a:spcAft>
                <a:spcPts val="0"/>
              </a:spcAft>
              <a:buClr>
                <a:schemeClr val="dk2"/>
              </a:buClr>
              <a:buSzPts val="1400"/>
              <a:buNone/>
            </a:pPr>
            <a:r>
              <a:t/>
            </a:r>
            <a:endParaRPr/>
          </a:p>
        </p:txBody>
      </p:sp>
      <p:sp>
        <p:nvSpPr>
          <p:cNvPr id="508" name="Google Shape;508;p7"/>
          <p:cNvSpPr txBox="1"/>
          <p:nvPr>
            <p:ph type="title"/>
          </p:nvPr>
        </p:nvSpPr>
        <p:spPr>
          <a:xfrm>
            <a:off x="656129" y="307294"/>
            <a:ext cx="10854914" cy="804759"/>
          </a:xfrm>
          <a:prstGeom prst="rect">
            <a:avLst/>
          </a:prstGeom>
          <a:noFill/>
          <a:ln>
            <a:noFill/>
          </a:ln>
        </p:spPr>
        <p:txBody>
          <a:bodyPr anchorCtr="0" anchor="b" bIns="45700" lIns="0" spcFirstLastPara="1" rIns="91425" wrap="square" tIns="45700">
            <a:normAutofit/>
          </a:bodyPr>
          <a:lstStyle/>
          <a:p>
            <a:pPr indent="0" lvl="0" marL="0" rtl="0" algn="ctr">
              <a:lnSpc>
                <a:spcPct val="90000"/>
              </a:lnSpc>
              <a:spcBef>
                <a:spcPts val="0"/>
              </a:spcBef>
              <a:spcAft>
                <a:spcPts val="0"/>
              </a:spcAft>
              <a:buClr>
                <a:schemeClr val="dk2"/>
              </a:buClr>
              <a:buSzPts val="3800"/>
              <a:buFont typeface="Corbel"/>
              <a:buNone/>
            </a:pPr>
            <a:r>
              <a:rPr lang="en-US" sz="3800"/>
              <a:t>HPC Use Cases</a:t>
            </a:r>
            <a:endParaRPr sz="3800"/>
          </a:p>
        </p:txBody>
      </p:sp>
      <p:pic>
        <p:nvPicPr>
          <p:cNvPr descr="Hospital outline" id="509" name="Google Shape;509;p7"/>
          <p:cNvPicPr preferRelativeResize="0"/>
          <p:nvPr>
            <p:ph idx="5" type="pic"/>
          </p:nvPr>
        </p:nvPicPr>
        <p:blipFill rotWithShape="1">
          <a:blip r:embed="rId3">
            <a:alphaModFix/>
          </a:blip>
          <a:srcRect b="0" l="0" r="0" t="0"/>
          <a:stretch/>
        </p:blipFill>
        <p:spPr>
          <a:xfrm>
            <a:off x="1383111" y="2107340"/>
            <a:ext cx="940316" cy="940316"/>
          </a:xfrm>
          <a:prstGeom prst="rect">
            <a:avLst/>
          </a:prstGeom>
          <a:noFill/>
          <a:ln>
            <a:noFill/>
          </a:ln>
        </p:spPr>
      </p:pic>
      <p:pic>
        <p:nvPicPr>
          <p:cNvPr descr="Bank outline" id="510" name="Google Shape;510;p7"/>
          <p:cNvPicPr preferRelativeResize="0"/>
          <p:nvPr>
            <p:ph idx="6" type="pic"/>
          </p:nvPr>
        </p:nvPicPr>
        <p:blipFill rotWithShape="1">
          <a:blip r:embed="rId4">
            <a:alphaModFix/>
          </a:blip>
          <a:srcRect b="0" l="0" r="0" t="0"/>
          <a:stretch/>
        </p:blipFill>
        <p:spPr>
          <a:xfrm>
            <a:off x="4202511" y="2107340"/>
            <a:ext cx="940316" cy="940316"/>
          </a:xfrm>
          <a:prstGeom prst="rect">
            <a:avLst/>
          </a:prstGeom>
          <a:noFill/>
          <a:ln>
            <a:noFill/>
          </a:ln>
        </p:spPr>
      </p:pic>
      <p:pic>
        <p:nvPicPr>
          <p:cNvPr descr="Tax outline" id="511" name="Google Shape;511;p7"/>
          <p:cNvPicPr preferRelativeResize="0"/>
          <p:nvPr>
            <p:ph idx="7" type="pic"/>
          </p:nvPr>
        </p:nvPicPr>
        <p:blipFill rotWithShape="1">
          <a:blip r:embed="rId5">
            <a:alphaModFix/>
          </a:blip>
          <a:srcRect b="0" l="0" r="0" t="0"/>
          <a:stretch/>
        </p:blipFill>
        <p:spPr>
          <a:xfrm>
            <a:off x="7085411" y="2107340"/>
            <a:ext cx="940316" cy="940316"/>
          </a:xfrm>
          <a:prstGeom prst="rect">
            <a:avLst/>
          </a:prstGeom>
          <a:noFill/>
          <a:ln>
            <a:noFill/>
          </a:ln>
        </p:spPr>
      </p:pic>
      <p:pic>
        <p:nvPicPr>
          <p:cNvPr descr="Windmill outline" id="512" name="Google Shape;512;p7"/>
          <p:cNvPicPr preferRelativeResize="0"/>
          <p:nvPr>
            <p:ph idx="8" type="pic"/>
          </p:nvPr>
        </p:nvPicPr>
        <p:blipFill rotWithShape="1">
          <a:blip r:embed="rId6">
            <a:alphaModFix/>
          </a:blip>
          <a:srcRect b="0" l="0" r="0" t="0"/>
          <a:stretch/>
        </p:blipFill>
        <p:spPr>
          <a:xfrm>
            <a:off x="9942911" y="2107340"/>
            <a:ext cx="940316" cy="940316"/>
          </a:xfrm>
          <a:prstGeom prst="rect">
            <a:avLst/>
          </a:prstGeom>
          <a:noFill/>
          <a:ln>
            <a:noFill/>
          </a:ln>
        </p:spPr>
      </p:pic>
      <p:pic>
        <p:nvPicPr>
          <p:cNvPr id="513" name="Google Shape;513;p7"/>
          <p:cNvPicPr preferRelativeResize="0"/>
          <p:nvPr/>
        </p:nvPicPr>
        <p:blipFill rotWithShape="1">
          <a:blip r:embed="rId7">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7" name="Shape 517"/>
        <p:cNvGrpSpPr/>
        <p:nvPr/>
      </p:nvGrpSpPr>
      <p:grpSpPr>
        <a:xfrm>
          <a:off x="0" y="0"/>
          <a:ext cx="0" cy="0"/>
          <a:chOff x="0" y="0"/>
          <a:chExt cx="0" cy="0"/>
        </a:xfrm>
      </p:grpSpPr>
      <p:pic>
        <p:nvPicPr>
          <p:cNvPr id="518" name="Google Shape;518;p8"/>
          <p:cNvPicPr preferRelativeResize="0"/>
          <p:nvPr/>
        </p:nvPicPr>
        <p:blipFill rotWithShape="1">
          <a:blip r:embed="rId3">
            <a:alphaModFix/>
          </a:blip>
          <a:srcRect b="0" l="0" r="0" t="0"/>
          <a:stretch/>
        </p:blipFill>
        <p:spPr>
          <a:xfrm>
            <a:off x="5709868" y="2420168"/>
            <a:ext cx="6334649" cy="4432915"/>
          </a:xfrm>
          <a:prstGeom prst="rect">
            <a:avLst/>
          </a:prstGeom>
          <a:noFill/>
          <a:ln>
            <a:noFill/>
          </a:ln>
        </p:spPr>
      </p:pic>
      <p:sp>
        <p:nvSpPr>
          <p:cNvPr id="519" name="Google Shape;519;p8"/>
          <p:cNvSpPr txBox="1"/>
          <p:nvPr>
            <p:ph idx="3" type="body"/>
          </p:nvPr>
        </p:nvSpPr>
        <p:spPr>
          <a:xfrm>
            <a:off x="8070801" y="78125"/>
            <a:ext cx="3971149" cy="421724"/>
          </a:xfrm>
          <a:prstGeom prst="rect">
            <a:avLst/>
          </a:prstGeom>
          <a:solidFill>
            <a:srgbClr val="00153E"/>
          </a:solid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AI in Agriculture</a:t>
            </a:r>
            <a:endParaRPr/>
          </a:p>
        </p:txBody>
      </p:sp>
      <p:pic>
        <p:nvPicPr>
          <p:cNvPr descr="Artificial Intelligence Applications - AI in Agriculture" id="520" name="Google Shape;520;p8"/>
          <p:cNvPicPr preferRelativeResize="0"/>
          <p:nvPr/>
        </p:nvPicPr>
        <p:blipFill rotWithShape="1">
          <a:blip r:embed="rId4">
            <a:alphaModFix/>
          </a:blip>
          <a:srcRect b="0" l="0" r="0" t="0"/>
          <a:stretch/>
        </p:blipFill>
        <p:spPr>
          <a:xfrm>
            <a:off x="8070802" y="535196"/>
            <a:ext cx="3971149" cy="2650664"/>
          </a:xfrm>
          <a:prstGeom prst="rect">
            <a:avLst/>
          </a:prstGeom>
          <a:noFill/>
          <a:ln>
            <a:noFill/>
          </a:ln>
        </p:spPr>
      </p:pic>
      <p:pic>
        <p:nvPicPr>
          <p:cNvPr descr="Autonomous Vehicle Technology EXPO 2019 - Connected Automated ..." id="521" name="Google Shape;521;p8"/>
          <p:cNvPicPr preferRelativeResize="0"/>
          <p:nvPr/>
        </p:nvPicPr>
        <p:blipFill rotWithShape="1">
          <a:blip r:embed="rId5">
            <a:alphaModFix/>
          </a:blip>
          <a:srcRect b="0" l="0" r="0" t="0"/>
          <a:stretch/>
        </p:blipFill>
        <p:spPr>
          <a:xfrm>
            <a:off x="1191466" y="4627481"/>
            <a:ext cx="4176062" cy="2526518"/>
          </a:xfrm>
          <a:prstGeom prst="rect">
            <a:avLst/>
          </a:prstGeom>
          <a:noFill/>
          <a:ln>
            <a:noFill/>
          </a:ln>
        </p:spPr>
      </p:pic>
      <p:sp>
        <p:nvSpPr>
          <p:cNvPr id="522" name="Google Shape;522;p8"/>
          <p:cNvSpPr txBox="1"/>
          <p:nvPr>
            <p:ph idx="3" type="body"/>
          </p:nvPr>
        </p:nvSpPr>
        <p:spPr>
          <a:xfrm>
            <a:off x="1191466" y="4216094"/>
            <a:ext cx="4176062" cy="382749"/>
          </a:xfrm>
          <a:prstGeom prst="rect">
            <a:avLst/>
          </a:prstGeom>
          <a:solidFill>
            <a:srgbClr val="00153E"/>
          </a:solid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AI in Autonomous Vehicle</a:t>
            </a:r>
            <a:endParaRPr/>
          </a:p>
        </p:txBody>
      </p:sp>
      <p:pic>
        <p:nvPicPr>
          <p:cNvPr id="523" name="Google Shape;523;p8"/>
          <p:cNvPicPr preferRelativeResize="0"/>
          <p:nvPr/>
        </p:nvPicPr>
        <p:blipFill rotWithShape="1">
          <a:blip r:embed="rId6">
            <a:alphaModFix/>
          </a:blip>
          <a:srcRect b="0" l="0" r="0" t="0"/>
          <a:stretch/>
        </p:blipFill>
        <p:spPr>
          <a:xfrm>
            <a:off x="5006598" y="866922"/>
            <a:ext cx="2818206" cy="2318938"/>
          </a:xfrm>
          <a:prstGeom prst="rect">
            <a:avLst/>
          </a:prstGeom>
          <a:noFill/>
          <a:ln>
            <a:noFill/>
          </a:ln>
        </p:spPr>
      </p:pic>
      <p:pic>
        <p:nvPicPr>
          <p:cNvPr descr="robot and human interactive communication: World's first robot ..." id="524" name="Google Shape;524;p8"/>
          <p:cNvPicPr preferRelativeResize="0"/>
          <p:nvPr/>
        </p:nvPicPr>
        <p:blipFill rotWithShape="1">
          <a:blip r:embed="rId7">
            <a:alphaModFix/>
          </a:blip>
          <a:srcRect b="0" l="0" r="0" t="0"/>
          <a:stretch/>
        </p:blipFill>
        <p:spPr>
          <a:xfrm>
            <a:off x="729488" y="861219"/>
            <a:ext cx="4031113" cy="3023335"/>
          </a:xfrm>
          <a:prstGeom prst="rect">
            <a:avLst/>
          </a:prstGeom>
          <a:noFill/>
          <a:ln>
            <a:noFill/>
          </a:ln>
        </p:spPr>
      </p:pic>
      <p:sp>
        <p:nvSpPr>
          <p:cNvPr id="525" name="Google Shape;525;p8"/>
          <p:cNvSpPr txBox="1"/>
          <p:nvPr/>
        </p:nvSpPr>
        <p:spPr>
          <a:xfrm>
            <a:off x="355600" y="156312"/>
            <a:ext cx="12192000" cy="67626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F3259"/>
              </a:buClr>
              <a:buSzPts val="3800"/>
              <a:buFont typeface="Corbel"/>
              <a:buNone/>
            </a:pPr>
            <a:r>
              <a:rPr b="1" i="0" lang="en-US" sz="3800">
                <a:solidFill>
                  <a:srgbClr val="0F3259"/>
                </a:solidFill>
                <a:latin typeface="Corbel"/>
                <a:ea typeface="Corbel"/>
                <a:cs typeface="Corbel"/>
                <a:sym typeface="Corbel"/>
              </a:rPr>
              <a:t>   HPC in Artificial Intelligence</a:t>
            </a:r>
            <a:endParaRPr b="1" i="0" sz="3800">
              <a:solidFill>
                <a:srgbClr val="00153E"/>
              </a:solidFill>
              <a:latin typeface="Corbel"/>
              <a:ea typeface="Corbel"/>
              <a:cs typeface="Corbel"/>
              <a:sym typeface="Corbe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9"/>
          <p:cNvPicPr preferRelativeResize="0"/>
          <p:nvPr/>
        </p:nvPicPr>
        <p:blipFill rotWithShape="1">
          <a:blip r:embed="rId3">
            <a:alphaModFix/>
          </a:blip>
          <a:srcRect b="0" l="0" r="0" t="0"/>
          <a:stretch/>
        </p:blipFill>
        <p:spPr>
          <a:xfrm>
            <a:off x="436179" y="1326860"/>
            <a:ext cx="11319641" cy="4891115"/>
          </a:xfrm>
          <a:prstGeom prst="rect">
            <a:avLst/>
          </a:prstGeom>
          <a:noFill/>
          <a:ln>
            <a:noFill/>
          </a:ln>
        </p:spPr>
      </p:pic>
      <p:sp>
        <p:nvSpPr>
          <p:cNvPr id="531" name="Google Shape;531;p9"/>
          <p:cNvSpPr txBox="1"/>
          <p:nvPr/>
        </p:nvSpPr>
        <p:spPr>
          <a:xfrm>
            <a:off x="3571047" y="777359"/>
            <a:ext cx="60976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wide range of problem types are addressed by AI </a:t>
            </a:r>
            <a:endParaRPr sz="1800">
              <a:solidFill>
                <a:schemeClr val="dk1"/>
              </a:solidFill>
              <a:latin typeface="Calibri"/>
              <a:ea typeface="Calibri"/>
              <a:cs typeface="Calibri"/>
              <a:sym typeface="Calibri"/>
            </a:endParaRPr>
          </a:p>
        </p:txBody>
      </p:sp>
      <p:sp>
        <p:nvSpPr>
          <p:cNvPr id="532" name="Google Shape;532;p9"/>
          <p:cNvSpPr txBox="1"/>
          <p:nvPr/>
        </p:nvSpPr>
        <p:spPr>
          <a:xfrm>
            <a:off x="0" y="228606"/>
            <a:ext cx="12192000" cy="67626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F3259"/>
              </a:buClr>
              <a:buSzPts val="3800"/>
              <a:buFont typeface="Corbel"/>
              <a:buNone/>
            </a:pPr>
            <a:r>
              <a:rPr b="1" i="0" lang="en-US" sz="3800">
                <a:solidFill>
                  <a:srgbClr val="0F3259"/>
                </a:solidFill>
                <a:latin typeface="Corbel"/>
                <a:ea typeface="Corbel"/>
                <a:cs typeface="Corbel"/>
                <a:sym typeface="Corbel"/>
              </a:rPr>
              <a:t>HPC in Artificial Intelligence</a:t>
            </a:r>
            <a:endParaRPr b="1" i="0" sz="3800">
              <a:solidFill>
                <a:srgbClr val="00153E"/>
              </a:solidFill>
              <a:latin typeface="Corbel"/>
              <a:ea typeface="Corbel"/>
              <a:cs typeface="Corbel"/>
              <a:sym typeface="Corbel"/>
            </a:endParaRPr>
          </a:p>
        </p:txBody>
      </p:sp>
      <p:pic>
        <p:nvPicPr>
          <p:cNvPr id="533" name="Google Shape;533;p9"/>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10"/>
          <p:cNvSpPr txBox="1"/>
          <p:nvPr>
            <p:ph idx="1" type="body"/>
          </p:nvPr>
        </p:nvSpPr>
        <p:spPr>
          <a:xfrm>
            <a:off x="244745" y="2606255"/>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Face to Face</a:t>
            </a:r>
            <a:endParaRPr/>
          </a:p>
        </p:txBody>
      </p:sp>
      <p:sp>
        <p:nvSpPr>
          <p:cNvPr id="539" name="Google Shape;539;p10"/>
          <p:cNvSpPr txBox="1"/>
          <p:nvPr>
            <p:ph idx="5" type="body"/>
          </p:nvPr>
        </p:nvSpPr>
        <p:spPr>
          <a:xfrm>
            <a:off x="264410" y="2111725"/>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EDUCATION</a:t>
            </a:r>
            <a:endParaRPr/>
          </a:p>
        </p:txBody>
      </p:sp>
      <p:sp>
        <p:nvSpPr>
          <p:cNvPr id="540" name="Google Shape;540;p10"/>
          <p:cNvSpPr txBox="1"/>
          <p:nvPr/>
        </p:nvSpPr>
        <p:spPr>
          <a:xfrm>
            <a:off x="254576" y="3509111"/>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Online Learning</a:t>
            </a:r>
            <a:endParaRPr/>
          </a:p>
        </p:txBody>
      </p:sp>
      <p:sp>
        <p:nvSpPr>
          <p:cNvPr id="541" name="Google Shape;541;p10"/>
          <p:cNvSpPr/>
          <p:nvPr/>
        </p:nvSpPr>
        <p:spPr>
          <a:xfrm>
            <a:off x="1247942" y="3090401"/>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0"/>
          <p:cNvSpPr txBox="1"/>
          <p:nvPr>
            <p:ph idx="1" type="body"/>
          </p:nvPr>
        </p:nvSpPr>
        <p:spPr>
          <a:xfrm>
            <a:off x="6365325" y="2627210"/>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Passwords</a:t>
            </a:r>
            <a:endParaRPr/>
          </a:p>
        </p:txBody>
      </p:sp>
      <p:sp>
        <p:nvSpPr>
          <p:cNvPr id="543" name="Google Shape;543;p10"/>
          <p:cNvSpPr txBox="1"/>
          <p:nvPr>
            <p:ph idx="5" type="body"/>
          </p:nvPr>
        </p:nvSpPr>
        <p:spPr>
          <a:xfrm>
            <a:off x="6384990" y="2132680"/>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LOGIN</a:t>
            </a:r>
            <a:endParaRPr/>
          </a:p>
        </p:txBody>
      </p:sp>
      <p:sp>
        <p:nvSpPr>
          <p:cNvPr id="544" name="Google Shape;544;p10"/>
          <p:cNvSpPr txBox="1"/>
          <p:nvPr/>
        </p:nvSpPr>
        <p:spPr>
          <a:xfrm>
            <a:off x="6375156" y="3530066"/>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Biometrics</a:t>
            </a:r>
            <a:endParaRPr/>
          </a:p>
        </p:txBody>
      </p:sp>
      <p:sp>
        <p:nvSpPr>
          <p:cNvPr id="545" name="Google Shape;545;p10"/>
          <p:cNvSpPr/>
          <p:nvPr/>
        </p:nvSpPr>
        <p:spPr>
          <a:xfrm>
            <a:off x="7368522" y="3111356"/>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0"/>
          <p:cNvSpPr txBox="1"/>
          <p:nvPr>
            <p:ph idx="1" type="body"/>
          </p:nvPr>
        </p:nvSpPr>
        <p:spPr>
          <a:xfrm>
            <a:off x="3279094" y="5075440"/>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Buttons</a:t>
            </a:r>
            <a:endParaRPr/>
          </a:p>
        </p:txBody>
      </p:sp>
      <p:sp>
        <p:nvSpPr>
          <p:cNvPr id="547" name="Google Shape;547;p10"/>
          <p:cNvSpPr txBox="1"/>
          <p:nvPr>
            <p:ph idx="5" type="body"/>
          </p:nvPr>
        </p:nvSpPr>
        <p:spPr>
          <a:xfrm>
            <a:off x="3298759" y="4580910"/>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INTERFACES</a:t>
            </a:r>
            <a:endParaRPr/>
          </a:p>
        </p:txBody>
      </p:sp>
      <p:sp>
        <p:nvSpPr>
          <p:cNvPr id="548" name="Google Shape;548;p10"/>
          <p:cNvSpPr txBox="1"/>
          <p:nvPr/>
        </p:nvSpPr>
        <p:spPr>
          <a:xfrm>
            <a:off x="3288925" y="5978296"/>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Voice</a:t>
            </a:r>
            <a:endParaRPr/>
          </a:p>
        </p:txBody>
      </p:sp>
      <p:sp>
        <p:nvSpPr>
          <p:cNvPr id="549" name="Google Shape;549;p10"/>
          <p:cNvSpPr/>
          <p:nvPr/>
        </p:nvSpPr>
        <p:spPr>
          <a:xfrm>
            <a:off x="4282291" y="5559586"/>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0"/>
          <p:cNvSpPr txBox="1"/>
          <p:nvPr>
            <p:ph idx="1" type="body"/>
          </p:nvPr>
        </p:nvSpPr>
        <p:spPr>
          <a:xfrm>
            <a:off x="9409524" y="5070528"/>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Humans</a:t>
            </a:r>
            <a:endParaRPr/>
          </a:p>
        </p:txBody>
      </p:sp>
      <p:sp>
        <p:nvSpPr>
          <p:cNvPr id="551" name="Google Shape;551;p10"/>
          <p:cNvSpPr txBox="1"/>
          <p:nvPr>
            <p:ph idx="5" type="body"/>
          </p:nvPr>
        </p:nvSpPr>
        <p:spPr>
          <a:xfrm>
            <a:off x="9429189" y="4575998"/>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lt1"/>
              </a:buClr>
              <a:buSzPts val="2200"/>
              <a:buNone/>
            </a:pPr>
            <a:r>
              <a:rPr lang="en-US" sz="2200"/>
              <a:t>INDUSTRIES</a:t>
            </a:r>
            <a:endParaRPr/>
          </a:p>
        </p:txBody>
      </p:sp>
      <p:sp>
        <p:nvSpPr>
          <p:cNvPr id="552" name="Google Shape;552;p10"/>
          <p:cNvSpPr txBox="1"/>
          <p:nvPr/>
        </p:nvSpPr>
        <p:spPr>
          <a:xfrm>
            <a:off x="9419355" y="5973384"/>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Robots</a:t>
            </a:r>
            <a:endParaRPr/>
          </a:p>
        </p:txBody>
      </p:sp>
      <p:sp>
        <p:nvSpPr>
          <p:cNvPr id="553" name="Google Shape;553;p10"/>
          <p:cNvSpPr/>
          <p:nvPr/>
        </p:nvSpPr>
        <p:spPr>
          <a:xfrm>
            <a:off x="10412721" y="5554674"/>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0"/>
          <p:cNvSpPr txBox="1"/>
          <p:nvPr>
            <p:ph idx="1" type="body"/>
          </p:nvPr>
        </p:nvSpPr>
        <p:spPr>
          <a:xfrm>
            <a:off x="3288925" y="2616087"/>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DRIVER</a:t>
            </a:r>
            <a:endParaRPr/>
          </a:p>
        </p:txBody>
      </p:sp>
      <p:sp>
        <p:nvSpPr>
          <p:cNvPr id="555" name="Google Shape;555;p10"/>
          <p:cNvSpPr txBox="1"/>
          <p:nvPr>
            <p:ph idx="5" type="body"/>
          </p:nvPr>
        </p:nvSpPr>
        <p:spPr>
          <a:xfrm>
            <a:off x="3308590" y="2121557"/>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rgbClr val="00153E"/>
              </a:buClr>
              <a:buSzPts val="2200"/>
              <a:buNone/>
            </a:pPr>
            <a:r>
              <a:rPr lang="en-US" sz="2200">
                <a:solidFill>
                  <a:srgbClr val="00153E"/>
                </a:solidFill>
              </a:rPr>
              <a:t>MOBILITY</a:t>
            </a:r>
            <a:endParaRPr/>
          </a:p>
        </p:txBody>
      </p:sp>
      <p:sp>
        <p:nvSpPr>
          <p:cNvPr id="556" name="Google Shape;556;p10"/>
          <p:cNvSpPr txBox="1"/>
          <p:nvPr/>
        </p:nvSpPr>
        <p:spPr>
          <a:xfrm>
            <a:off x="3298756" y="3518943"/>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Autonomous</a:t>
            </a:r>
            <a:endParaRPr/>
          </a:p>
        </p:txBody>
      </p:sp>
      <p:sp>
        <p:nvSpPr>
          <p:cNvPr id="557" name="Google Shape;557;p10"/>
          <p:cNvSpPr/>
          <p:nvPr/>
        </p:nvSpPr>
        <p:spPr>
          <a:xfrm>
            <a:off x="4292122" y="3100233"/>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0"/>
          <p:cNvSpPr txBox="1"/>
          <p:nvPr>
            <p:ph idx="1" type="body"/>
          </p:nvPr>
        </p:nvSpPr>
        <p:spPr>
          <a:xfrm>
            <a:off x="9451556" y="2614272"/>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Cyber Security</a:t>
            </a:r>
            <a:endParaRPr/>
          </a:p>
        </p:txBody>
      </p:sp>
      <p:sp>
        <p:nvSpPr>
          <p:cNvPr id="559" name="Google Shape;559;p10"/>
          <p:cNvSpPr txBox="1"/>
          <p:nvPr>
            <p:ph idx="5" type="body"/>
          </p:nvPr>
        </p:nvSpPr>
        <p:spPr>
          <a:xfrm>
            <a:off x="9471221" y="2119742"/>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rgbClr val="00153E"/>
              </a:buClr>
              <a:buSzPts val="2200"/>
              <a:buNone/>
            </a:pPr>
            <a:r>
              <a:rPr lang="en-US" sz="2200">
                <a:solidFill>
                  <a:srgbClr val="00153E"/>
                </a:solidFill>
              </a:rPr>
              <a:t>SECURITY</a:t>
            </a:r>
            <a:endParaRPr/>
          </a:p>
        </p:txBody>
      </p:sp>
      <p:sp>
        <p:nvSpPr>
          <p:cNvPr id="560" name="Google Shape;560;p10"/>
          <p:cNvSpPr txBox="1"/>
          <p:nvPr/>
        </p:nvSpPr>
        <p:spPr>
          <a:xfrm>
            <a:off x="9461387" y="3517128"/>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IOT Security</a:t>
            </a:r>
            <a:endParaRPr/>
          </a:p>
        </p:txBody>
      </p:sp>
      <p:sp>
        <p:nvSpPr>
          <p:cNvPr id="561" name="Google Shape;561;p10"/>
          <p:cNvSpPr/>
          <p:nvPr/>
        </p:nvSpPr>
        <p:spPr>
          <a:xfrm>
            <a:off x="10454753" y="3098418"/>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0"/>
          <p:cNvSpPr txBox="1"/>
          <p:nvPr>
            <p:ph idx="1" type="body"/>
          </p:nvPr>
        </p:nvSpPr>
        <p:spPr>
          <a:xfrm>
            <a:off x="6338377" y="5078009"/>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Data Volume</a:t>
            </a:r>
            <a:endParaRPr/>
          </a:p>
        </p:txBody>
      </p:sp>
      <p:sp>
        <p:nvSpPr>
          <p:cNvPr id="563" name="Google Shape;563;p10"/>
          <p:cNvSpPr txBox="1"/>
          <p:nvPr>
            <p:ph idx="5" type="body"/>
          </p:nvPr>
        </p:nvSpPr>
        <p:spPr>
          <a:xfrm>
            <a:off x="6358042" y="4583479"/>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rgbClr val="00153E"/>
              </a:buClr>
              <a:buSzPts val="2200"/>
              <a:buNone/>
            </a:pPr>
            <a:r>
              <a:rPr lang="en-US" sz="2200">
                <a:solidFill>
                  <a:srgbClr val="00153E"/>
                </a:solidFill>
              </a:rPr>
              <a:t>DATA</a:t>
            </a:r>
            <a:endParaRPr/>
          </a:p>
        </p:txBody>
      </p:sp>
      <p:sp>
        <p:nvSpPr>
          <p:cNvPr id="564" name="Google Shape;564;p10"/>
          <p:cNvSpPr txBox="1"/>
          <p:nvPr/>
        </p:nvSpPr>
        <p:spPr>
          <a:xfrm>
            <a:off x="6348208" y="5980865"/>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Big Data Analytics</a:t>
            </a:r>
            <a:endParaRPr/>
          </a:p>
        </p:txBody>
      </p:sp>
      <p:sp>
        <p:nvSpPr>
          <p:cNvPr id="565" name="Google Shape;565;p10"/>
          <p:cNvSpPr/>
          <p:nvPr/>
        </p:nvSpPr>
        <p:spPr>
          <a:xfrm>
            <a:off x="7341574" y="5562155"/>
            <a:ext cx="462869" cy="418710"/>
          </a:xfrm>
          <a:prstGeom prst="downArrow">
            <a:avLst>
              <a:gd fmla="val 50000" name="adj1"/>
              <a:gd fmla="val 50000" name="adj2"/>
            </a:avLst>
          </a:prstGeom>
          <a:solidFill>
            <a:srgbClr val="92D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0"/>
          <p:cNvSpPr txBox="1"/>
          <p:nvPr>
            <p:ph idx="1" type="body"/>
          </p:nvPr>
        </p:nvSpPr>
        <p:spPr>
          <a:xfrm>
            <a:off x="246012" y="5073851"/>
            <a:ext cx="2517605" cy="484146"/>
          </a:xfrm>
          <a:prstGeom prst="rect">
            <a:avLst/>
          </a:prstGeom>
          <a:gradFill>
            <a:gsLst>
              <a:gs pos="0">
                <a:srgbClr val="48586B"/>
              </a:gs>
              <a:gs pos="50000">
                <a:srgbClr val="0A3958"/>
              </a:gs>
              <a:gs pos="100000">
                <a:srgbClr val="053251"/>
              </a:gs>
            </a:gsLst>
            <a:lin ang="5400000" scaled="0"/>
          </a:gradFill>
          <a:ln>
            <a:noFill/>
          </a:ln>
          <a:effectLst>
            <a:outerShdw blurRad="57150" rotWithShape="0" algn="ctr" dir="5400000" dist="19050">
              <a:srgbClr val="000000">
                <a:alpha val="62745"/>
              </a:srgbClr>
            </a:outerShdw>
          </a:effectLst>
        </p:spPr>
        <p:txBody>
          <a:bodyPr anchorCtr="0" anchor="t" bIns="45700" lIns="0" spcFirstLastPara="1" rIns="91425" wrap="square" tIns="45700">
            <a:noAutofit/>
          </a:bodyPr>
          <a:lstStyle/>
          <a:p>
            <a:pPr indent="0" lvl="0" marL="0" rtl="0" algn="ctr">
              <a:lnSpc>
                <a:spcPct val="100000"/>
              </a:lnSpc>
              <a:spcBef>
                <a:spcPts val="0"/>
              </a:spcBef>
              <a:spcAft>
                <a:spcPts val="0"/>
              </a:spcAft>
              <a:buClr>
                <a:schemeClr val="lt1"/>
              </a:buClr>
              <a:buSzPts val="2000"/>
              <a:buNone/>
            </a:pPr>
            <a:r>
              <a:rPr b="1" lang="en-US" sz="2000">
                <a:solidFill>
                  <a:schemeClr val="lt1"/>
                </a:solidFill>
                <a:latin typeface="Calibri"/>
                <a:ea typeface="Calibri"/>
                <a:cs typeface="Calibri"/>
                <a:sym typeface="Calibri"/>
              </a:rPr>
              <a:t>Data &amp; Spreadsheet</a:t>
            </a:r>
            <a:endParaRPr/>
          </a:p>
        </p:txBody>
      </p:sp>
      <p:sp>
        <p:nvSpPr>
          <p:cNvPr id="567" name="Google Shape;567;p10"/>
          <p:cNvSpPr txBox="1"/>
          <p:nvPr>
            <p:ph idx="5" type="body"/>
          </p:nvPr>
        </p:nvSpPr>
        <p:spPr>
          <a:xfrm>
            <a:off x="265677" y="4579321"/>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rgbClr val="00153E"/>
              </a:buClr>
              <a:buSzPts val="2200"/>
              <a:buNone/>
            </a:pPr>
            <a:r>
              <a:rPr lang="en-US" sz="2200">
                <a:solidFill>
                  <a:srgbClr val="00153E"/>
                </a:solidFill>
              </a:rPr>
              <a:t>DECISION</a:t>
            </a:r>
            <a:endParaRPr/>
          </a:p>
        </p:txBody>
      </p:sp>
      <p:sp>
        <p:nvSpPr>
          <p:cNvPr id="568" name="Google Shape;568;p10"/>
          <p:cNvSpPr txBox="1"/>
          <p:nvPr/>
        </p:nvSpPr>
        <p:spPr>
          <a:xfrm>
            <a:off x="255843" y="5976707"/>
            <a:ext cx="2517605" cy="484146"/>
          </a:xfrm>
          <a:prstGeom prst="rect">
            <a:avLst/>
          </a:prstGeom>
          <a:gradFill>
            <a:gsLst>
              <a:gs pos="0">
                <a:srgbClr val="F4D0AE"/>
              </a:gs>
              <a:gs pos="50000">
                <a:srgbClr val="F6CA9E"/>
              </a:gs>
              <a:gs pos="100000">
                <a:srgbClr val="DEB085"/>
              </a:gs>
            </a:gsLst>
            <a:lin ang="5400000" scaled="0"/>
          </a:gradFill>
          <a:ln>
            <a:noFill/>
          </a:ln>
          <a:effectLst>
            <a:outerShdw blurRad="107950" algn="ctr" dir="5400000" dist="12700">
              <a:srgbClr val="000000"/>
            </a:outerShdw>
          </a:effectLst>
        </p:spPr>
        <p:txBody>
          <a:bodyPr anchorCtr="0" anchor="t" bIns="45700" lIns="0" spcFirstLastPara="1" rIns="91425" wrap="square" tIns="45700">
            <a:noAutofit/>
          </a:bodyPr>
          <a:lstStyle/>
          <a:p>
            <a:pPr indent="0" lvl="0" marL="0" marR="0" rtl="0" algn="ctr">
              <a:lnSpc>
                <a:spcPct val="100000"/>
              </a:lnSpc>
              <a:spcBef>
                <a:spcPts val="0"/>
              </a:spcBef>
              <a:spcAft>
                <a:spcPts val="0"/>
              </a:spcAft>
              <a:buClr>
                <a:srgbClr val="00153E"/>
              </a:buClr>
              <a:buSzPts val="2000"/>
              <a:buFont typeface="Arial"/>
              <a:buNone/>
            </a:pPr>
            <a:r>
              <a:rPr b="1" i="0" lang="en-US" sz="2000">
                <a:solidFill>
                  <a:srgbClr val="00153E"/>
                </a:solidFill>
                <a:latin typeface="Calibri"/>
                <a:ea typeface="Calibri"/>
                <a:cs typeface="Calibri"/>
                <a:sym typeface="Calibri"/>
              </a:rPr>
              <a:t>Artificial Intelligence</a:t>
            </a:r>
            <a:endParaRPr/>
          </a:p>
        </p:txBody>
      </p:sp>
      <p:sp>
        <p:nvSpPr>
          <p:cNvPr id="569" name="Google Shape;569;p10"/>
          <p:cNvSpPr/>
          <p:nvPr/>
        </p:nvSpPr>
        <p:spPr>
          <a:xfrm>
            <a:off x="1249209" y="5557997"/>
            <a:ext cx="462869" cy="418710"/>
          </a:xfrm>
          <a:prstGeom prst="downArrow">
            <a:avLst>
              <a:gd fmla="val 50000" name="adj1"/>
              <a:gd fmla="val 50000" name="adj2"/>
            </a:avLst>
          </a:prstGeom>
          <a:solidFill>
            <a:srgbClr val="92D050"/>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70" name="Google Shape;570;p10"/>
          <p:cNvCxnSpPr/>
          <p:nvPr/>
        </p:nvCxnSpPr>
        <p:spPr>
          <a:xfrm>
            <a:off x="0" y="1966293"/>
            <a:ext cx="12192000" cy="0"/>
          </a:xfrm>
          <a:prstGeom prst="straightConnector1">
            <a:avLst/>
          </a:prstGeom>
          <a:noFill/>
          <a:ln cap="flat" cmpd="sng" w="9525">
            <a:solidFill>
              <a:srgbClr val="0C2744"/>
            </a:solidFill>
            <a:prstDash val="solid"/>
            <a:miter lim="800000"/>
            <a:headEnd len="sm" w="sm" type="none"/>
            <a:tailEnd len="sm" w="sm" type="none"/>
          </a:ln>
        </p:spPr>
      </p:cxnSp>
      <p:cxnSp>
        <p:nvCxnSpPr>
          <p:cNvPr id="571" name="Google Shape;571;p10"/>
          <p:cNvCxnSpPr/>
          <p:nvPr/>
        </p:nvCxnSpPr>
        <p:spPr>
          <a:xfrm>
            <a:off x="0" y="1882213"/>
            <a:ext cx="0" cy="4881197"/>
          </a:xfrm>
          <a:prstGeom prst="straightConnector1">
            <a:avLst/>
          </a:prstGeom>
          <a:noFill/>
          <a:ln cap="flat" cmpd="sng" w="9525">
            <a:solidFill>
              <a:schemeClr val="accent1"/>
            </a:solidFill>
            <a:prstDash val="solid"/>
            <a:miter lim="800000"/>
            <a:headEnd len="sm" w="sm" type="none"/>
            <a:tailEnd len="sm" w="sm" type="none"/>
          </a:ln>
        </p:spPr>
      </p:cxnSp>
      <p:cxnSp>
        <p:nvCxnSpPr>
          <p:cNvPr id="572" name="Google Shape;572;p10"/>
          <p:cNvCxnSpPr/>
          <p:nvPr/>
        </p:nvCxnSpPr>
        <p:spPr>
          <a:xfrm>
            <a:off x="0" y="6858002"/>
            <a:ext cx="12192000" cy="0"/>
          </a:xfrm>
          <a:prstGeom prst="straightConnector1">
            <a:avLst/>
          </a:prstGeom>
          <a:noFill/>
          <a:ln cap="flat" cmpd="sng" w="9525">
            <a:solidFill>
              <a:schemeClr val="accent1"/>
            </a:solidFill>
            <a:prstDash val="solid"/>
            <a:miter lim="800000"/>
            <a:headEnd len="sm" w="sm" type="none"/>
            <a:tailEnd len="sm" w="sm" type="none"/>
          </a:ln>
        </p:spPr>
      </p:cxnSp>
      <p:cxnSp>
        <p:nvCxnSpPr>
          <p:cNvPr id="573" name="Google Shape;573;p10"/>
          <p:cNvCxnSpPr/>
          <p:nvPr/>
        </p:nvCxnSpPr>
        <p:spPr>
          <a:xfrm>
            <a:off x="12192000" y="1882213"/>
            <a:ext cx="0" cy="4881197"/>
          </a:xfrm>
          <a:prstGeom prst="straightConnector1">
            <a:avLst/>
          </a:prstGeom>
          <a:noFill/>
          <a:ln cap="flat" cmpd="sng" w="9525">
            <a:solidFill>
              <a:schemeClr val="accent1"/>
            </a:solidFill>
            <a:prstDash val="solid"/>
            <a:miter lim="800000"/>
            <a:headEnd len="sm" w="sm" type="none"/>
            <a:tailEnd len="sm" w="sm" type="none"/>
          </a:ln>
        </p:spPr>
      </p:cxnSp>
      <p:sp>
        <p:nvSpPr>
          <p:cNvPr id="574" name="Google Shape;574;p10"/>
          <p:cNvSpPr txBox="1"/>
          <p:nvPr/>
        </p:nvSpPr>
        <p:spPr>
          <a:xfrm>
            <a:off x="0" y="449322"/>
            <a:ext cx="12192000" cy="67626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F3259"/>
              </a:buClr>
              <a:buSzPts val="4000"/>
              <a:buFont typeface="Corbel"/>
              <a:buNone/>
            </a:pPr>
            <a:r>
              <a:rPr b="1" i="0" lang="en-US" sz="4000">
                <a:solidFill>
                  <a:srgbClr val="0F3259"/>
                </a:solidFill>
                <a:latin typeface="Corbel"/>
                <a:ea typeface="Corbel"/>
                <a:cs typeface="Corbel"/>
                <a:sym typeface="Corbel"/>
              </a:rPr>
              <a:t>Digital Transformation</a:t>
            </a:r>
            <a:endParaRPr b="1" i="0" sz="4000">
              <a:solidFill>
                <a:srgbClr val="00153E"/>
              </a:solidFill>
              <a:latin typeface="Corbel"/>
              <a:ea typeface="Corbel"/>
              <a:cs typeface="Corbel"/>
              <a:sym typeface="Corbel"/>
            </a:endParaRPr>
          </a:p>
        </p:txBody>
      </p:sp>
      <p:pic>
        <p:nvPicPr>
          <p:cNvPr id="575" name="Google Shape;575;p10"/>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9" name="Shape 579"/>
        <p:cNvGrpSpPr/>
        <p:nvPr/>
      </p:nvGrpSpPr>
      <p:grpSpPr>
        <a:xfrm>
          <a:off x="0" y="0"/>
          <a:ext cx="0" cy="0"/>
          <a:chOff x="0" y="0"/>
          <a:chExt cx="0" cy="0"/>
        </a:xfrm>
      </p:grpSpPr>
      <p:sp>
        <p:nvSpPr>
          <p:cNvPr id="580" name="Google Shape;580;p11"/>
          <p:cNvSpPr txBox="1"/>
          <p:nvPr>
            <p:ph idx="1" type="body"/>
          </p:nvPr>
        </p:nvSpPr>
        <p:spPr>
          <a:xfrm>
            <a:off x="4568750" y="3666354"/>
            <a:ext cx="3448800" cy="382749"/>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lt1"/>
              </a:buClr>
              <a:buSzPts val="1600"/>
              <a:buNone/>
            </a:pPr>
            <a:r>
              <a:t/>
            </a:r>
            <a:endParaRPr/>
          </a:p>
        </p:txBody>
      </p:sp>
      <p:sp>
        <p:nvSpPr>
          <p:cNvPr id="581" name="Google Shape;581;p11"/>
          <p:cNvSpPr txBox="1"/>
          <p:nvPr>
            <p:ph idx="4" type="body"/>
          </p:nvPr>
        </p:nvSpPr>
        <p:spPr>
          <a:xfrm>
            <a:off x="4568447" y="4070639"/>
            <a:ext cx="3448800" cy="2253961"/>
          </a:xfrm>
          <a:prstGeom prst="rect">
            <a:avLst/>
          </a:prstGeom>
          <a:noFill/>
          <a:ln>
            <a:noFill/>
          </a:ln>
        </p:spPr>
        <p:txBody>
          <a:bodyPr anchorCtr="0" anchor="t" bIns="45700" lIns="0" spcFirstLastPara="1" rIns="91425" wrap="square" tIns="72000">
            <a:normAutofit/>
          </a:bodyPr>
          <a:lstStyle/>
          <a:p>
            <a:pPr indent="-139700" lvl="0" marL="228600" rtl="0" algn="l">
              <a:lnSpc>
                <a:spcPct val="90000"/>
              </a:lnSpc>
              <a:spcBef>
                <a:spcPts val="0"/>
              </a:spcBef>
              <a:spcAft>
                <a:spcPts val="0"/>
              </a:spcAft>
              <a:buClr>
                <a:schemeClr val="lt1"/>
              </a:buClr>
              <a:buSzPts val="1400"/>
              <a:buNone/>
            </a:pPr>
            <a:r>
              <a:t/>
            </a:r>
            <a:endParaRPr/>
          </a:p>
        </p:txBody>
      </p:sp>
      <p:pic>
        <p:nvPicPr>
          <p:cNvPr id="582" name="Google Shape;582;p11"/>
          <p:cNvPicPr preferRelativeResize="0"/>
          <p:nvPr/>
        </p:nvPicPr>
        <p:blipFill rotWithShape="1">
          <a:blip r:embed="rId3">
            <a:alphaModFix/>
          </a:blip>
          <a:srcRect b="0" l="0" r="0" t="0"/>
          <a:stretch/>
        </p:blipFill>
        <p:spPr>
          <a:xfrm>
            <a:off x="0" y="11929"/>
            <a:ext cx="9179481" cy="6858000"/>
          </a:xfrm>
          <a:prstGeom prst="rect">
            <a:avLst/>
          </a:prstGeom>
          <a:noFill/>
          <a:ln>
            <a:noFill/>
          </a:ln>
        </p:spPr>
      </p:pic>
      <p:sp>
        <p:nvSpPr>
          <p:cNvPr id="583" name="Google Shape;583;p11"/>
          <p:cNvSpPr txBox="1"/>
          <p:nvPr/>
        </p:nvSpPr>
        <p:spPr>
          <a:xfrm>
            <a:off x="8457524" y="96009"/>
            <a:ext cx="322783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0F3259"/>
                </a:solidFill>
                <a:latin typeface="Corbel"/>
                <a:ea typeface="Corbel"/>
                <a:cs typeface="Corbel"/>
                <a:sym typeface="Corbel"/>
              </a:rPr>
              <a:t>Smart City</a:t>
            </a:r>
            <a:endParaRPr/>
          </a:p>
        </p:txBody>
      </p:sp>
      <p:sp>
        <p:nvSpPr>
          <p:cNvPr id="584" name="Google Shape;584;p11"/>
          <p:cNvSpPr txBox="1"/>
          <p:nvPr/>
        </p:nvSpPr>
        <p:spPr>
          <a:xfrm>
            <a:off x="9179481" y="2084090"/>
            <a:ext cx="2781291" cy="3416320"/>
          </a:xfrm>
          <a:prstGeom prst="rect">
            <a:avLst/>
          </a:prstGeom>
          <a:solidFill>
            <a:srgbClr val="0B283B"/>
          </a:solidFill>
          <a:ln cap="flat" cmpd="sng" w="9525">
            <a:solidFill>
              <a:srgbClr val="0C274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HPC helps in managing and analysing vast amounts of data from sensors and IoT devices to improve city infrastructure, traffic management, and public services.</a:t>
            </a:r>
            <a:endParaRPr/>
          </a:p>
        </p:txBody>
      </p:sp>
      <p:pic>
        <p:nvPicPr>
          <p:cNvPr id="585" name="Google Shape;585;p11"/>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84"/>
                                        </p:tgtEl>
                                        <p:attrNameLst>
                                          <p:attrName>style.visibility</p:attrName>
                                        </p:attrNameLst>
                                      </p:cBhvr>
                                      <p:to>
                                        <p:strVal val="visible"/>
                                      </p:to>
                                    </p:set>
                                    <p:anim calcmode="lin" valueType="num">
                                      <p:cBhvr additive="base">
                                        <p:cTn dur="500"/>
                                        <p:tgtEl>
                                          <p:spTgt spid="584"/>
                                        </p:tgtEl>
                                        <p:attrNameLst>
                                          <p:attrName>ppt_w</p:attrName>
                                        </p:attrNameLst>
                                      </p:cBhvr>
                                      <p:tavLst>
                                        <p:tav fmla="" tm="0">
                                          <p:val>
                                            <p:strVal val="0"/>
                                          </p:val>
                                        </p:tav>
                                        <p:tav fmla="" tm="100000">
                                          <p:val>
                                            <p:strVal val="#ppt_w"/>
                                          </p:val>
                                        </p:tav>
                                      </p:tavLst>
                                    </p:anim>
                                    <p:anim calcmode="lin" valueType="num">
                                      <p:cBhvr additive="base">
                                        <p:cTn dur="500"/>
                                        <p:tgtEl>
                                          <p:spTgt spid="5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12"/>
          <p:cNvSpPr txBox="1"/>
          <p:nvPr/>
        </p:nvSpPr>
        <p:spPr>
          <a:xfrm>
            <a:off x="4121380" y="874897"/>
            <a:ext cx="60976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Impact of HPC on Digital Transformation</a:t>
            </a:r>
            <a:endParaRPr/>
          </a:p>
        </p:txBody>
      </p:sp>
      <p:sp>
        <p:nvSpPr>
          <p:cNvPr id="591" name="Google Shape;591;p12"/>
          <p:cNvSpPr txBox="1"/>
          <p:nvPr/>
        </p:nvSpPr>
        <p:spPr>
          <a:xfrm>
            <a:off x="0" y="260136"/>
            <a:ext cx="12192000" cy="67626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0F3259"/>
              </a:buClr>
              <a:buSzPts val="4000"/>
              <a:buFont typeface="Corbel"/>
              <a:buNone/>
            </a:pPr>
            <a:r>
              <a:rPr b="1" i="0" lang="en-US" sz="4000">
                <a:solidFill>
                  <a:srgbClr val="0F3259"/>
                </a:solidFill>
                <a:latin typeface="Corbel"/>
                <a:ea typeface="Corbel"/>
                <a:cs typeface="Corbel"/>
                <a:sym typeface="Corbel"/>
              </a:rPr>
              <a:t>HPC and Digital Transformation</a:t>
            </a:r>
            <a:endParaRPr b="1" i="0" sz="4000">
              <a:solidFill>
                <a:srgbClr val="00153E"/>
              </a:solidFill>
              <a:latin typeface="Corbel"/>
              <a:ea typeface="Corbel"/>
              <a:cs typeface="Corbel"/>
              <a:sym typeface="Corbel"/>
            </a:endParaRPr>
          </a:p>
        </p:txBody>
      </p:sp>
      <p:pic>
        <p:nvPicPr>
          <p:cNvPr descr="Gauge with solid fill" id="592" name="Google Shape;592;p12"/>
          <p:cNvPicPr preferRelativeResize="0"/>
          <p:nvPr>
            <p:ph idx="2" type="pic"/>
          </p:nvPr>
        </p:nvPicPr>
        <p:blipFill rotWithShape="1">
          <a:blip r:embed="rId3">
            <a:alphaModFix/>
          </a:blip>
          <a:srcRect b="0" l="81" r="81" t="0"/>
          <a:stretch/>
        </p:blipFill>
        <p:spPr>
          <a:xfrm>
            <a:off x="1378803" y="2592710"/>
            <a:ext cx="973759" cy="973759"/>
          </a:xfrm>
          <a:prstGeom prst="ellipse">
            <a:avLst/>
          </a:prstGeom>
          <a:solidFill>
            <a:schemeClr val="lt1"/>
          </a:solidFill>
          <a:ln>
            <a:noFill/>
          </a:ln>
        </p:spPr>
      </p:pic>
      <p:pic>
        <p:nvPicPr>
          <p:cNvPr descr="Puzzle pieces with solid fill" id="593" name="Google Shape;593;p12"/>
          <p:cNvPicPr preferRelativeResize="0"/>
          <p:nvPr>
            <p:ph idx="3" type="pic"/>
          </p:nvPr>
        </p:nvPicPr>
        <p:blipFill rotWithShape="1">
          <a:blip r:embed="rId4">
            <a:alphaModFix/>
          </a:blip>
          <a:srcRect b="0" l="0" r="0" t="0"/>
          <a:stretch/>
        </p:blipFill>
        <p:spPr>
          <a:xfrm>
            <a:off x="4226108" y="2592710"/>
            <a:ext cx="973759" cy="973759"/>
          </a:xfrm>
          <a:prstGeom prst="ellipse">
            <a:avLst/>
          </a:prstGeom>
          <a:solidFill>
            <a:schemeClr val="lt1"/>
          </a:solidFill>
          <a:ln>
            <a:noFill/>
          </a:ln>
        </p:spPr>
      </p:pic>
      <p:sp>
        <p:nvSpPr>
          <p:cNvPr id="594" name="Google Shape;594;p12"/>
          <p:cNvSpPr txBox="1"/>
          <p:nvPr>
            <p:ph idx="1" type="body"/>
          </p:nvPr>
        </p:nvSpPr>
        <p:spPr>
          <a:xfrm>
            <a:off x="630780" y="3920809"/>
            <a:ext cx="2469806" cy="731694"/>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1800"/>
              <a:buNone/>
            </a:pPr>
            <a:r>
              <a:rPr b="1" lang="en-US" sz="1800"/>
              <a:t>Speed and Efficiency</a:t>
            </a:r>
            <a:endParaRPr/>
          </a:p>
          <a:p>
            <a:pPr indent="0" lvl="0" marL="0" rtl="0" algn="ctr">
              <a:lnSpc>
                <a:spcPct val="90000"/>
              </a:lnSpc>
              <a:spcBef>
                <a:spcPts val="1000"/>
              </a:spcBef>
              <a:spcAft>
                <a:spcPts val="0"/>
              </a:spcAft>
              <a:buClr>
                <a:schemeClr val="lt1"/>
              </a:buClr>
              <a:buSzPts val="1800"/>
              <a:buNone/>
            </a:pPr>
            <a:r>
              <a:rPr lang="en-US" sz="1800"/>
              <a:t>Accelerates data processing and business processes</a:t>
            </a:r>
            <a:endParaRPr sz="1800"/>
          </a:p>
        </p:txBody>
      </p:sp>
      <p:sp>
        <p:nvSpPr>
          <p:cNvPr id="595" name="Google Shape;595;p12"/>
          <p:cNvSpPr txBox="1"/>
          <p:nvPr>
            <p:ph idx="6" type="body"/>
          </p:nvPr>
        </p:nvSpPr>
        <p:spPr>
          <a:xfrm>
            <a:off x="3476825" y="3923752"/>
            <a:ext cx="2469806" cy="731694"/>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1800"/>
              <a:buNone/>
            </a:pPr>
            <a:r>
              <a:rPr b="1" lang="en-US" sz="1800"/>
              <a:t>Innovation</a:t>
            </a:r>
            <a:endParaRPr/>
          </a:p>
          <a:p>
            <a:pPr indent="0" lvl="0" marL="0" rtl="0" algn="ctr">
              <a:lnSpc>
                <a:spcPct val="90000"/>
              </a:lnSpc>
              <a:spcBef>
                <a:spcPts val="1000"/>
              </a:spcBef>
              <a:spcAft>
                <a:spcPts val="0"/>
              </a:spcAft>
              <a:buClr>
                <a:schemeClr val="lt1"/>
              </a:buClr>
              <a:buSzPts val="1800"/>
              <a:buNone/>
            </a:pPr>
            <a:r>
              <a:rPr lang="en-US" sz="1800"/>
              <a:t>Facilitates the development of new products and services by handling complex simulations and analyses.</a:t>
            </a:r>
            <a:endParaRPr/>
          </a:p>
        </p:txBody>
      </p:sp>
      <p:sp>
        <p:nvSpPr>
          <p:cNvPr id="596" name="Google Shape;596;p12"/>
          <p:cNvSpPr txBox="1"/>
          <p:nvPr>
            <p:ph idx="7" type="body"/>
          </p:nvPr>
        </p:nvSpPr>
        <p:spPr>
          <a:xfrm>
            <a:off x="6322870" y="3920809"/>
            <a:ext cx="2469806" cy="731694"/>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1800"/>
              <a:buNone/>
            </a:pPr>
            <a:r>
              <a:rPr b="1" lang="en-US" sz="1800"/>
              <a:t>Competitive Advantage</a:t>
            </a:r>
            <a:endParaRPr/>
          </a:p>
          <a:p>
            <a:pPr indent="0" lvl="0" marL="0" rtl="0" algn="ctr">
              <a:lnSpc>
                <a:spcPct val="90000"/>
              </a:lnSpc>
              <a:spcBef>
                <a:spcPts val="1000"/>
              </a:spcBef>
              <a:spcAft>
                <a:spcPts val="0"/>
              </a:spcAft>
              <a:buClr>
                <a:schemeClr val="lt1"/>
              </a:buClr>
              <a:buSzPts val="1800"/>
              <a:buNone/>
            </a:pPr>
            <a:r>
              <a:rPr lang="en-US" sz="1800"/>
              <a:t>Enables businesses to stay ahead by leveraging advanced analytics and insights.</a:t>
            </a:r>
            <a:endParaRPr/>
          </a:p>
        </p:txBody>
      </p:sp>
      <p:sp>
        <p:nvSpPr>
          <p:cNvPr id="597" name="Google Shape;597;p12"/>
          <p:cNvSpPr txBox="1"/>
          <p:nvPr>
            <p:ph idx="8" type="body"/>
          </p:nvPr>
        </p:nvSpPr>
        <p:spPr>
          <a:xfrm>
            <a:off x="9168916" y="3916626"/>
            <a:ext cx="2469806" cy="731694"/>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1800"/>
              <a:buNone/>
            </a:pPr>
            <a:r>
              <a:rPr b="1" lang="en-US" sz="1800"/>
              <a:t>Handling Big Data</a:t>
            </a:r>
            <a:endParaRPr/>
          </a:p>
          <a:p>
            <a:pPr indent="0" lvl="0" marL="0" rtl="0" algn="ctr">
              <a:lnSpc>
                <a:spcPct val="90000"/>
              </a:lnSpc>
              <a:spcBef>
                <a:spcPts val="1000"/>
              </a:spcBef>
              <a:spcAft>
                <a:spcPts val="0"/>
              </a:spcAft>
              <a:buClr>
                <a:schemeClr val="lt1"/>
              </a:buClr>
              <a:buSzPts val="1800"/>
              <a:buNone/>
            </a:pPr>
            <a:r>
              <a:rPr lang="en-US" sz="1800"/>
              <a:t>Ability to handle large-scale data and analyses that drive business innovation.</a:t>
            </a:r>
            <a:endParaRPr sz="1800"/>
          </a:p>
        </p:txBody>
      </p:sp>
      <p:pic>
        <p:nvPicPr>
          <p:cNvPr id="598" name="Google Shape;598;p12"/>
          <p:cNvPicPr preferRelativeResize="0"/>
          <p:nvPr/>
        </p:nvPicPr>
        <p:blipFill rotWithShape="1">
          <a:blip r:embed="rId5">
            <a:alphaModFix/>
          </a:blip>
          <a:srcRect b="0" l="0" r="0" t="0"/>
          <a:stretch/>
        </p:blipFill>
        <p:spPr>
          <a:xfrm>
            <a:off x="11288111" y="96009"/>
            <a:ext cx="794490" cy="592255"/>
          </a:xfrm>
          <a:prstGeom prst="rect">
            <a:avLst/>
          </a:prstGeom>
          <a:noFill/>
          <a:ln>
            <a:noFill/>
          </a:ln>
        </p:spPr>
      </p:pic>
      <p:pic>
        <p:nvPicPr>
          <p:cNvPr descr="Business Growth with solid fill" id="599" name="Google Shape;599;p12"/>
          <p:cNvPicPr preferRelativeResize="0"/>
          <p:nvPr>
            <p:ph idx="4" type="pic"/>
          </p:nvPr>
        </p:nvPicPr>
        <p:blipFill rotWithShape="1">
          <a:blip r:embed="rId6">
            <a:alphaModFix/>
          </a:blip>
          <a:srcRect b="0" l="81" r="81" t="0"/>
          <a:stretch/>
        </p:blipFill>
        <p:spPr>
          <a:xfrm>
            <a:off x="7073413" y="2592710"/>
            <a:ext cx="973759" cy="973759"/>
          </a:xfrm>
          <a:prstGeom prst="ellipse">
            <a:avLst/>
          </a:prstGeom>
          <a:solidFill>
            <a:schemeClr val="lt1"/>
          </a:solidFill>
          <a:ln>
            <a:noFill/>
          </a:ln>
        </p:spPr>
      </p:pic>
      <p:pic>
        <p:nvPicPr>
          <p:cNvPr descr="Bar chart with solid fill" id="600" name="Google Shape;600;p12"/>
          <p:cNvPicPr preferRelativeResize="0"/>
          <p:nvPr>
            <p:ph idx="5" type="pic"/>
          </p:nvPr>
        </p:nvPicPr>
        <p:blipFill rotWithShape="1">
          <a:blip r:embed="rId7">
            <a:alphaModFix/>
          </a:blip>
          <a:srcRect b="0" l="0" r="0" t="0"/>
          <a:stretch/>
        </p:blipFill>
        <p:spPr>
          <a:xfrm>
            <a:off x="9920718" y="2592710"/>
            <a:ext cx="973759" cy="973759"/>
          </a:xfrm>
          <a:prstGeom prst="ellipse">
            <a:avLst/>
          </a:prstGeom>
          <a:solidFill>
            <a:schemeClr val="lt1"/>
          </a:solid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3"/>
          <p:cNvSpPr txBox="1"/>
          <p:nvPr>
            <p:ph type="title"/>
          </p:nvPr>
        </p:nvSpPr>
        <p:spPr>
          <a:xfrm>
            <a:off x="841057" y="1100290"/>
            <a:ext cx="4008437" cy="1395208"/>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lt1"/>
              </a:buClr>
              <a:buSzPts val="4400"/>
              <a:buFont typeface="Corbel"/>
              <a:buNone/>
            </a:pPr>
            <a:r>
              <a:rPr lang="en-US"/>
              <a:t>Impact on Organization</a:t>
            </a:r>
            <a:endParaRPr/>
          </a:p>
        </p:txBody>
      </p:sp>
      <p:sp>
        <p:nvSpPr>
          <p:cNvPr id="606" name="Google Shape;606;p13"/>
          <p:cNvSpPr txBox="1"/>
          <p:nvPr>
            <p:ph idx="9" type="body"/>
          </p:nvPr>
        </p:nvSpPr>
        <p:spPr>
          <a:xfrm>
            <a:off x="841058" y="2561159"/>
            <a:ext cx="4008437" cy="602887"/>
          </a:xfrm>
          <a:prstGeom prst="rect">
            <a:avLst/>
          </a:prstGeom>
          <a:noFill/>
          <a:ln>
            <a:noFill/>
          </a:ln>
        </p:spPr>
        <p:txBody>
          <a:bodyPr anchorCtr="0" anchor="t" bIns="45700" lIns="0" spcFirstLastPara="1" rIns="91425" wrap="square" tIns="45700">
            <a:normAutofit/>
          </a:bodyPr>
          <a:lstStyle/>
          <a:p>
            <a:pPr indent="0" lvl="0" marL="0" rtl="0" algn="l">
              <a:lnSpc>
                <a:spcPct val="90000"/>
              </a:lnSpc>
              <a:spcBef>
                <a:spcPts val="0"/>
              </a:spcBef>
              <a:spcAft>
                <a:spcPts val="0"/>
              </a:spcAft>
              <a:buClr>
                <a:schemeClr val="lt1"/>
              </a:buClr>
              <a:buSzPts val="1400"/>
              <a:buNone/>
            </a:pPr>
            <a:r>
              <a:rPr lang="en-US"/>
              <a:t>TRENDING QUESTION </a:t>
            </a:r>
            <a:endParaRPr/>
          </a:p>
        </p:txBody>
      </p:sp>
      <p:sp>
        <p:nvSpPr>
          <p:cNvPr id="607" name="Google Shape;607;p13"/>
          <p:cNvSpPr txBox="1"/>
          <p:nvPr>
            <p:ph idx="13" type="body"/>
          </p:nvPr>
        </p:nvSpPr>
        <p:spPr>
          <a:xfrm>
            <a:off x="838200" y="3498661"/>
            <a:ext cx="4008438" cy="2560899"/>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chemeClr val="lt1"/>
              </a:buClr>
              <a:buSzPts val="2200"/>
              <a:buNone/>
            </a:pPr>
            <a:r>
              <a:rPr lang="en-US" sz="2200"/>
              <a:t>Which of the following issues will have the greatest impact on your organization over the next 5 years?</a:t>
            </a:r>
            <a:endParaRPr/>
          </a:p>
        </p:txBody>
      </p:sp>
      <p:pic>
        <p:nvPicPr>
          <p:cNvPr id="608" name="Google Shape;608;p13"/>
          <p:cNvPicPr preferRelativeResize="0"/>
          <p:nvPr/>
        </p:nvPicPr>
        <p:blipFill rotWithShape="1">
          <a:blip r:embed="rId3">
            <a:alphaModFix/>
          </a:blip>
          <a:srcRect b="0" l="0" r="0" t="0"/>
          <a:stretch/>
        </p:blipFill>
        <p:spPr>
          <a:xfrm>
            <a:off x="6429239" y="-1895522"/>
            <a:ext cx="5418634" cy="8211770"/>
          </a:xfrm>
          <a:prstGeom prst="rect">
            <a:avLst/>
          </a:prstGeom>
          <a:noFill/>
          <a:ln>
            <a:noFill/>
          </a:ln>
        </p:spPr>
      </p:pic>
      <p:sp>
        <p:nvSpPr>
          <p:cNvPr id="609" name="Google Shape;609;p13"/>
          <p:cNvSpPr txBox="1"/>
          <p:nvPr/>
        </p:nvSpPr>
        <p:spPr>
          <a:xfrm>
            <a:off x="6548284" y="6499123"/>
            <a:ext cx="363793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Source : Deloitte Analysis</a:t>
            </a:r>
            <a:endParaRPr/>
          </a:p>
        </p:txBody>
      </p:sp>
      <p:pic>
        <p:nvPicPr>
          <p:cNvPr id="610" name="Google Shape;610;p13"/>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p14"/>
          <p:cNvPicPr preferRelativeResize="0"/>
          <p:nvPr/>
        </p:nvPicPr>
        <p:blipFill rotWithShape="1">
          <a:blip r:embed="rId3">
            <a:alphaModFix/>
          </a:blip>
          <a:srcRect b="0" l="715" r="1132" t="1304"/>
          <a:stretch/>
        </p:blipFill>
        <p:spPr>
          <a:xfrm>
            <a:off x="0" y="0"/>
            <a:ext cx="12294704" cy="6953250"/>
          </a:xfrm>
          <a:prstGeom prst="rect">
            <a:avLst/>
          </a:prstGeom>
          <a:noFill/>
          <a:ln>
            <a:noFill/>
          </a:ln>
        </p:spPr>
      </p:pic>
      <p:sp>
        <p:nvSpPr>
          <p:cNvPr id="616" name="Google Shape;616;p14"/>
          <p:cNvSpPr txBox="1"/>
          <p:nvPr/>
        </p:nvSpPr>
        <p:spPr>
          <a:xfrm>
            <a:off x="511969" y="6659404"/>
            <a:ext cx="6243636"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Source: Deloitte: The Economics of High-Performance Computing</a:t>
            </a:r>
            <a:endParaRPr/>
          </a:p>
        </p:txBody>
      </p:sp>
      <p:pic>
        <p:nvPicPr>
          <p:cNvPr id="617" name="Google Shape;617;p14"/>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5"/>
          <p:cNvSpPr txBox="1"/>
          <p:nvPr>
            <p:ph type="title"/>
          </p:nvPr>
        </p:nvSpPr>
        <p:spPr>
          <a:xfrm>
            <a:off x="1617805" y="195705"/>
            <a:ext cx="10367718" cy="9436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lt1"/>
              </a:buClr>
              <a:buSzPts val="4400"/>
              <a:buFont typeface="Corbel"/>
              <a:buNone/>
            </a:pPr>
            <a:r>
              <a:rPr lang="en-US"/>
              <a:t>Good News			   </a:t>
            </a:r>
            <a:r>
              <a:rPr lang="en-US">
                <a:solidFill>
                  <a:srgbClr val="00153E"/>
                </a:solidFill>
              </a:rPr>
              <a:t>What sets us apart?</a:t>
            </a:r>
            <a:endParaRPr/>
          </a:p>
        </p:txBody>
      </p:sp>
      <p:sp>
        <p:nvSpPr>
          <p:cNvPr id="623" name="Google Shape;623;p15"/>
          <p:cNvSpPr/>
          <p:nvPr/>
        </p:nvSpPr>
        <p:spPr>
          <a:xfrm>
            <a:off x="6351637" y="1311765"/>
            <a:ext cx="5840363" cy="502105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Strategic Partnership Opportunities  </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Expertise and Experience</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Comprehensive Research Approach</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Timely and Actionable Insights</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Client-Centric Approach</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Global Market Coverage</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Cutting-edge Research Technology</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Industry-Specific Expertise</a:t>
            </a:r>
            <a:endParaRPr/>
          </a:p>
          <a:p>
            <a:pPr indent="-342900" lvl="0" marL="342900" marR="0" rtl="0" algn="l">
              <a:lnSpc>
                <a:spcPct val="150000"/>
              </a:lnSpc>
              <a:spcBef>
                <a:spcPts val="0"/>
              </a:spcBef>
              <a:spcAft>
                <a:spcPts val="0"/>
              </a:spcAft>
              <a:buClr>
                <a:srgbClr val="000000"/>
              </a:buClr>
              <a:buSzPts val="2400"/>
              <a:buFont typeface="Arial"/>
              <a:buChar char="•"/>
            </a:pPr>
            <a:r>
              <a:rPr b="0" i="0" lang="en-US" sz="2400" u="none" strike="noStrike">
                <a:solidFill>
                  <a:srgbClr val="000000"/>
                </a:solidFill>
                <a:latin typeface="Inter"/>
                <a:ea typeface="Inter"/>
                <a:cs typeface="Inter"/>
                <a:sym typeface="Inter"/>
              </a:rPr>
              <a:t>Interdisciplinary Approach </a:t>
            </a:r>
            <a:endParaRPr/>
          </a:p>
        </p:txBody>
      </p:sp>
      <p:pic>
        <p:nvPicPr>
          <p:cNvPr id="624" name="Google Shape;624;p15"/>
          <p:cNvPicPr preferRelativeResize="0"/>
          <p:nvPr/>
        </p:nvPicPr>
        <p:blipFill rotWithShape="1">
          <a:blip r:embed="rId3">
            <a:alphaModFix/>
          </a:blip>
          <a:srcRect b="20852" l="0" r="0" t="4139"/>
          <a:stretch/>
        </p:blipFill>
        <p:spPr>
          <a:xfrm>
            <a:off x="399393" y="1207871"/>
            <a:ext cx="5244662" cy="6270880"/>
          </a:xfrm>
          <a:prstGeom prst="rect">
            <a:avLst/>
          </a:prstGeom>
          <a:noFill/>
          <a:ln>
            <a:noFill/>
          </a:ln>
        </p:spPr>
      </p:pic>
      <p:pic>
        <p:nvPicPr>
          <p:cNvPr id="625" name="Google Shape;625;p15"/>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6"/>
          <p:cNvSpPr/>
          <p:nvPr/>
        </p:nvSpPr>
        <p:spPr>
          <a:xfrm>
            <a:off x="3731172" y="310807"/>
            <a:ext cx="6952547" cy="1206047"/>
          </a:xfrm>
          <a:prstGeom prst="rect">
            <a:avLst/>
          </a:prstGeom>
          <a:noFill/>
          <a:ln>
            <a:noFill/>
          </a:ln>
        </p:spPr>
        <p:txBody>
          <a:bodyPr anchorCtr="0" anchor="b" bIns="41050" lIns="82125" spcFirstLastPara="1" rIns="82125" wrap="square" tIns="41050">
            <a:normAutofit/>
          </a:bodyPr>
          <a:lstStyle/>
          <a:p>
            <a:pPr indent="0" lvl="0" marL="0" marR="0" rtl="0" algn="l">
              <a:lnSpc>
                <a:spcPct val="90000"/>
              </a:lnSpc>
              <a:spcBef>
                <a:spcPts val="0"/>
              </a:spcBef>
              <a:spcAft>
                <a:spcPts val="0"/>
              </a:spcAft>
              <a:buClr>
                <a:srgbClr val="E59749"/>
              </a:buClr>
              <a:buSzPts val="4000"/>
              <a:buFont typeface="Corbel"/>
              <a:buNone/>
            </a:pPr>
            <a:r>
              <a:rPr b="1" lang="en-US" sz="4000">
                <a:solidFill>
                  <a:srgbClr val="E59749"/>
                </a:solidFill>
                <a:latin typeface="Corbel"/>
                <a:ea typeface="Corbel"/>
                <a:cs typeface="Corbel"/>
                <a:sym typeface="Corbel"/>
              </a:rPr>
              <a:t>PARAM</a:t>
            </a:r>
            <a:r>
              <a:rPr b="1" lang="en-US" sz="4000">
                <a:solidFill>
                  <a:srgbClr val="363636"/>
                </a:solidFill>
                <a:latin typeface="Corbel"/>
                <a:ea typeface="Corbel"/>
                <a:cs typeface="Corbel"/>
                <a:sym typeface="Corbel"/>
              </a:rPr>
              <a:t> </a:t>
            </a:r>
            <a:r>
              <a:rPr b="1" lang="en-US" sz="4000">
                <a:solidFill>
                  <a:srgbClr val="002060"/>
                </a:solidFill>
                <a:latin typeface="Corbel"/>
                <a:ea typeface="Corbel"/>
                <a:cs typeface="Corbel"/>
                <a:sym typeface="Corbel"/>
              </a:rPr>
              <a:t>!ARUB</a:t>
            </a:r>
            <a:r>
              <a:rPr b="1" lang="en-US" sz="4000">
                <a:solidFill>
                  <a:srgbClr val="363636"/>
                </a:solidFill>
                <a:latin typeface="Corbel"/>
                <a:ea typeface="Corbel"/>
                <a:cs typeface="Corbel"/>
                <a:sym typeface="Corbel"/>
              </a:rPr>
              <a:t> </a:t>
            </a:r>
            <a:endParaRPr/>
          </a:p>
          <a:p>
            <a:pPr indent="0" lvl="0" marL="0" marR="0" rtl="0" algn="l">
              <a:lnSpc>
                <a:spcPct val="90000"/>
              </a:lnSpc>
              <a:spcBef>
                <a:spcPts val="539"/>
              </a:spcBef>
              <a:spcAft>
                <a:spcPts val="0"/>
              </a:spcAft>
              <a:buClr>
                <a:schemeClr val="dk1"/>
              </a:buClr>
              <a:buSzPts val="3200"/>
              <a:buFont typeface="Corbel"/>
              <a:buNone/>
            </a:pPr>
            <a:r>
              <a:rPr b="1" lang="en-US" sz="3200">
                <a:solidFill>
                  <a:schemeClr val="dk1"/>
                </a:solidFill>
                <a:latin typeface="Corbel"/>
                <a:ea typeface="Corbel"/>
                <a:cs typeface="Corbel"/>
                <a:sym typeface="Corbel"/>
              </a:rPr>
              <a:t>High Performance Computing</a:t>
            </a:r>
            <a:endParaRPr/>
          </a:p>
        </p:txBody>
      </p:sp>
      <p:pic>
        <p:nvPicPr>
          <p:cNvPr id="631" name="Google Shape;631;p16"/>
          <p:cNvPicPr preferRelativeResize="0"/>
          <p:nvPr/>
        </p:nvPicPr>
        <p:blipFill rotWithShape="1">
          <a:blip r:embed="rId3">
            <a:alphaModFix/>
          </a:blip>
          <a:srcRect b="2" l="533" r="2" t="0"/>
          <a:stretch/>
        </p:blipFill>
        <p:spPr>
          <a:xfrm>
            <a:off x="0" y="10"/>
            <a:ext cx="3137867" cy="6857990"/>
          </a:xfrm>
          <a:prstGeom prst="rect">
            <a:avLst/>
          </a:prstGeom>
          <a:noFill/>
          <a:ln>
            <a:noFill/>
          </a:ln>
        </p:spPr>
      </p:pic>
      <p:sp>
        <p:nvSpPr>
          <p:cNvPr id="632" name="Google Shape;632;p16"/>
          <p:cNvSpPr/>
          <p:nvPr/>
        </p:nvSpPr>
        <p:spPr>
          <a:xfrm>
            <a:off x="3731172" y="1890637"/>
            <a:ext cx="7620000" cy="3705216"/>
          </a:xfrm>
          <a:prstGeom prst="rect">
            <a:avLst/>
          </a:prstGeom>
          <a:noFill/>
          <a:ln>
            <a:noFill/>
          </a:ln>
        </p:spPr>
        <p:txBody>
          <a:bodyPr anchorCtr="0" anchor="t" bIns="41050" lIns="82125" spcFirstLastPara="1" rIns="82125" wrap="square" tIns="41050">
            <a:noAutofit/>
          </a:bodyPr>
          <a:lstStyle/>
          <a:p>
            <a:pPr indent="-228600" lvl="0" marL="228600" marR="0" rtl="0" algn="l">
              <a:lnSpc>
                <a:spcPct val="90000"/>
              </a:lnSpc>
              <a:spcBef>
                <a:spcPts val="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The name is inspired from the fastest animal Chetah. </a:t>
            </a:r>
            <a:endParaRPr/>
          </a:p>
          <a:p>
            <a:pPr indent="-228600" lvl="0" marL="228600" marR="0" rtl="0" algn="l">
              <a:lnSpc>
                <a:spcPct val="90000"/>
              </a:lnSpc>
              <a:spcBef>
                <a:spcPts val="130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The word </a:t>
            </a:r>
            <a:r>
              <a:rPr b="1" lang="en-US" sz="2600">
                <a:solidFill>
                  <a:srgbClr val="000000"/>
                </a:solidFill>
                <a:latin typeface="Calibri"/>
                <a:ea typeface="Calibri"/>
                <a:cs typeface="Calibri"/>
                <a:sym typeface="Calibri"/>
              </a:rPr>
              <a:t>PARAM</a:t>
            </a:r>
            <a:r>
              <a:rPr lang="en-US" sz="2600">
                <a:solidFill>
                  <a:srgbClr val="000000"/>
                </a:solidFill>
                <a:latin typeface="Calibri"/>
                <a:ea typeface="Calibri"/>
                <a:cs typeface="Calibri"/>
                <a:sym typeface="Calibri"/>
              </a:rPr>
              <a:t> is from Indian language means Ultimate.</a:t>
            </a:r>
            <a:endParaRPr/>
          </a:p>
          <a:p>
            <a:pPr indent="-228600" lvl="0" marL="228600" marR="0" rtl="0" algn="l">
              <a:lnSpc>
                <a:spcPct val="90000"/>
              </a:lnSpc>
              <a:spcBef>
                <a:spcPts val="1300"/>
              </a:spcBef>
              <a:spcAft>
                <a:spcPts val="0"/>
              </a:spcAft>
              <a:buClr>
                <a:srgbClr val="000000"/>
              </a:buClr>
              <a:buSzPts val="2600"/>
              <a:buFont typeface="Arial"/>
              <a:buChar char="•"/>
            </a:pPr>
            <a:r>
              <a:rPr b="1" lang="en-US" sz="2600">
                <a:solidFill>
                  <a:srgbClr val="000000"/>
                </a:solidFill>
                <a:latin typeface="Calibri"/>
                <a:ea typeface="Calibri"/>
                <a:cs typeface="Calibri"/>
                <a:sym typeface="Calibri"/>
              </a:rPr>
              <a:t>!ARUB </a:t>
            </a:r>
            <a:r>
              <a:rPr lang="en-US" sz="2600">
                <a:solidFill>
                  <a:srgbClr val="000000"/>
                </a:solidFill>
                <a:latin typeface="Calibri"/>
                <a:ea typeface="Calibri"/>
                <a:cs typeface="Calibri"/>
                <a:sym typeface="Calibri"/>
              </a:rPr>
              <a:t>from Nama Damara native language of Namibia which means the animal Chetah one of the fastest animal and found more in Namibia. </a:t>
            </a:r>
            <a:endParaRPr/>
          </a:p>
          <a:p>
            <a:pPr indent="-228600" lvl="0" marL="228600" marR="0" rtl="0" algn="l">
              <a:lnSpc>
                <a:spcPct val="90000"/>
              </a:lnSpc>
              <a:spcBef>
                <a:spcPts val="1300"/>
              </a:spcBef>
              <a:spcAft>
                <a:spcPts val="0"/>
              </a:spcAft>
              <a:buClr>
                <a:srgbClr val="000000"/>
              </a:buClr>
              <a:buSzPts val="2600"/>
              <a:buFont typeface="Arial"/>
              <a:buChar char="•"/>
            </a:pPr>
            <a:r>
              <a:rPr lang="en-US" sz="2600">
                <a:solidFill>
                  <a:srgbClr val="000000"/>
                </a:solidFill>
                <a:latin typeface="Calibri"/>
                <a:ea typeface="Calibri"/>
                <a:cs typeface="Calibri"/>
                <a:sym typeface="Calibri"/>
              </a:rPr>
              <a:t>Our High-Performance Computing device is ultimate fastest supercomputer which can serve whole nation.</a:t>
            </a:r>
            <a:endParaRPr sz="2600">
              <a:solidFill>
                <a:schemeClr val="dk1"/>
              </a:solidFill>
              <a:latin typeface="Calibri"/>
              <a:ea typeface="Calibri"/>
              <a:cs typeface="Calibri"/>
              <a:sym typeface="Calibri"/>
            </a:endParaRPr>
          </a:p>
          <a:p>
            <a:pPr indent="0" lvl="0" marL="0" marR="0" rtl="0" algn="l">
              <a:lnSpc>
                <a:spcPct val="90000"/>
              </a:lnSpc>
              <a:spcBef>
                <a:spcPts val="1300"/>
              </a:spcBef>
              <a:spcAft>
                <a:spcPts val="0"/>
              </a:spcAft>
              <a:buClr>
                <a:schemeClr val="dk1"/>
              </a:buClr>
              <a:buSzPts val="2600"/>
              <a:buFont typeface="Arial"/>
              <a:buNone/>
            </a:pPr>
            <a:r>
              <a:t/>
            </a:r>
            <a:endParaRPr sz="2600">
              <a:solidFill>
                <a:schemeClr val="dk1"/>
              </a:solidFill>
              <a:latin typeface="Calibri"/>
              <a:ea typeface="Calibri"/>
              <a:cs typeface="Calibri"/>
              <a:sym typeface="Calibri"/>
            </a:endParaRPr>
          </a:p>
        </p:txBody>
      </p:sp>
      <p:pic>
        <p:nvPicPr>
          <p:cNvPr id="633" name="Google Shape;633;p16"/>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7"/>
          <p:cNvSpPr/>
          <p:nvPr/>
        </p:nvSpPr>
        <p:spPr>
          <a:xfrm>
            <a:off x="3279227" y="-60415"/>
            <a:ext cx="8614865" cy="114084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4000">
                <a:solidFill>
                  <a:srgbClr val="464646"/>
                </a:solidFill>
                <a:latin typeface="Corbel"/>
                <a:ea typeface="Corbel"/>
                <a:cs typeface="Corbel"/>
                <a:sym typeface="Corbel"/>
              </a:rPr>
              <a:t>HPC Infrastructure</a:t>
            </a:r>
            <a:endParaRPr sz="4000">
              <a:solidFill>
                <a:schemeClr val="dk1"/>
              </a:solidFill>
              <a:latin typeface="Corbel"/>
              <a:ea typeface="Corbel"/>
              <a:cs typeface="Corbel"/>
              <a:sym typeface="Corbel"/>
            </a:endParaRPr>
          </a:p>
        </p:txBody>
      </p:sp>
      <p:sp>
        <p:nvSpPr>
          <p:cNvPr id="639" name="Google Shape;639;p17"/>
          <p:cNvSpPr/>
          <p:nvPr/>
        </p:nvSpPr>
        <p:spPr>
          <a:xfrm>
            <a:off x="3564090" y="4259715"/>
            <a:ext cx="4009646" cy="2316617"/>
          </a:xfrm>
          <a:prstGeom prst="rect">
            <a:avLst/>
          </a:prstGeom>
          <a:solidFill>
            <a:srgbClr val="F2F2F2"/>
          </a:solidFill>
          <a:ln cap="flat" cmpd="sng" w="9525">
            <a:solidFill>
              <a:srgbClr val="2DA2BF"/>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b="1" lang="en-US" sz="1400">
                <a:solidFill>
                  <a:srgbClr val="000000"/>
                </a:solidFill>
                <a:latin typeface="Lucida Sans"/>
                <a:ea typeface="Lucida Sans"/>
                <a:cs typeface="Lucida Sans"/>
                <a:sym typeface="Lucida Sans"/>
              </a:rPr>
              <a:t>1 node </a:t>
            </a:r>
            <a:r>
              <a:rPr lang="en-US" sz="1400">
                <a:solidFill>
                  <a:srgbClr val="000000"/>
                </a:solidFill>
                <a:latin typeface="Lucida Sans"/>
                <a:ea typeface="Lucida Sans"/>
                <a:cs typeface="Lucida Sans"/>
                <a:sym typeface="Lucida Sans"/>
              </a:rPr>
              <a:t>(Dell PowerEdge R-740)</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32 cpu cores</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2 x Intel Xeon Gold 6130, 16-core, 2.10 GHz</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96 GB of physical memory </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GPU accelerator 1 x NVIDIA Tesla v100 </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Compute power of </a:t>
            </a:r>
            <a:r>
              <a:rPr b="1" lang="en-US" sz="1400">
                <a:solidFill>
                  <a:srgbClr val="000000"/>
                </a:solidFill>
                <a:latin typeface="Lucida Sans"/>
                <a:ea typeface="Lucida Sans"/>
                <a:cs typeface="Lucida Sans"/>
                <a:sym typeface="Lucida Sans"/>
              </a:rPr>
              <a:t>8.075</a:t>
            </a:r>
            <a:r>
              <a:rPr lang="en-US" sz="1400">
                <a:solidFill>
                  <a:srgbClr val="000000"/>
                </a:solidFill>
                <a:latin typeface="Lucida Sans"/>
                <a:ea typeface="Lucida Sans"/>
                <a:cs typeface="Lucida Sans"/>
                <a:sym typeface="Lucida Sans"/>
              </a:rPr>
              <a:t> Teraflops/s</a:t>
            </a:r>
            <a:endParaRPr sz="1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400">
              <a:solidFill>
                <a:schemeClr val="dk1"/>
              </a:solidFill>
              <a:latin typeface="Arial"/>
              <a:ea typeface="Arial"/>
              <a:cs typeface="Arial"/>
              <a:sym typeface="Arial"/>
            </a:endParaRPr>
          </a:p>
        </p:txBody>
      </p:sp>
      <p:sp>
        <p:nvSpPr>
          <p:cNvPr id="640" name="Google Shape;640;p17"/>
          <p:cNvSpPr/>
          <p:nvPr/>
        </p:nvSpPr>
        <p:spPr>
          <a:xfrm>
            <a:off x="8025210" y="4255755"/>
            <a:ext cx="3837352" cy="2316617"/>
          </a:xfrm>
          <a:prstGeom prst="rect">
            <a:avLst/>
          </a:prstGeom>
          <a:solidFill>
            <a:srgbClr val="F2F2F2"/>
          </a:solidFill>
          <a:ln cap="flat" cmpd="sng" w="9525">
            <a:solidFill>
              <a:srgbClr val="2DA2BF"/>
            </a:solidFill>
            <a:prstDash val="solid"/>
            <a:round/>
            <a:headEnd len="sm" w="sm" type="none"/>
            <a:tailEnd len="sm" w="sm" type="none"/>
          </a:ln>
        </p:spPr>
        <p:txBody>
          <a:bodyPr anchorCtr="0" anchor="t" bIns="45000" lIns="90000" spcFirstLastPara="1" rIns="90000" wrap="square" tIns="45000">
            <a:noAutofit/>
          </a:bodyPr>
          <a:lstStyle/>
          <a:p>
            <a:pPr indent="-193347" lvl="0" marL="365760" marR="0" rtl="0" algn="l">
              <a:spcBef>
                <a:spcPts val="0"/>
              </a:spcBef>
              <a:spcAft>
                <a:spcPts val="0"/>
              </a:spcAft>
              <a:buClr>
                <a:srgbClr val="2DA2BF"/>
              </a:buClr>
              <a:buSzPts val="952"/>
              <a:buFont typeface="Noto Sans Symbols"/>
              <a:buNone/>
            </a:pPr>
            <a:r>
              <a:t/>
            </a:r>
            <a:endParaRPr sz="1400">
              <a:solidFill>
                <a:srgbClr val="000000"/>
              </a:solidFill>
              <a:latin typeface="Lucida Sans"/>
              <a:ea typeface="Lucida Sans"/>
              <a:cs typeface="Lucida Sans"/>
              <a:sym typeface="Lucida Sans"/>
            </a:endParaRPr>
          </a:p>
          <a:p>
            <a:pPr indent="-253799" lvl="0" marL="365760" marR="0" rtl="0" algn="l">
              <a:spcBef>
                <a:spcPts val="0"/>
              </a:spcBef>
              <a:spcAft>
                <a:spcPts val="0"/>
              </a:spcAft>
              <a:buClr>
                <a:srgbClr val="2DA2BF"/>
              </a:buClr>
              <a:buSzPts val="952"/>
              <a:buFont typeface="Noto Sans Symbols"/>
              <a:buChar char="🞂"/>
            </a:pPr>
            <a:r>
              <a:rPr b="1" lang="en-US" sz="1400">
                <a:solidFill>
                  <a:srgbClr val="000000"/>
                </a:solidFill>
                <a:latin typeface="Lucida Sans"/>
                <a:ea typeface="Lucida Sans"/>
                <a:cs typeface="Lucida Sans"/>
                <a:sym typeface="Lucida Sans"/>
              </a:rPr>
              <a:t>1 node</a:t>
            </a:r>
            <a:r>
              <a:rPr lang="en-US" sz="1400">
                <a:solidFill>
                  <a:srgbClr val="000000"/>
                </a:solidFill>
                <a:latin typeface="Lucida Sans"/>
                <a:ea typeface="Lucida Sans"/>
                <a:cs typeface="Lucida Sans"/>
                <a:sym typeface="Lucida Sans"/>
              </a:rPr>
              <a:t>(Dell PowerEdge R-740)</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 32 cpu cores</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2 x Intel Xeon Gold 6130, 16-core, 2.10 GHz </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96 GB of physical memory </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Nvidia Quadro 1x P4000</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CUDA Cores </a:t>
            </a:r>
            <a:r>
              <a:rPr b="1" lang="en-US" sz="1400">
                <a:solidFill>
                  <a:srgbClr val="000000"/>
                </a:solidFill>
                <a:latin typeface="Lucida Sans"/>
                <a:ea typeface="Lucida Sans"/>
                <a:cs typeface="Lucida Sans"/>
                <a:sym typeface="Lucida Sans"/>
              </a:rPr>
              <a:t>1792 </a:t>
            </a:r>
            <a:endParaRPr sz="1400">
              <a:solidFill>
                <a:schemeClr val="dk1"/>
              </a:solidFill>
              <a:latin typeface="Arial"/>
              <a:ea typeface="Arial"/>
              <a:cs typeface="Arial"/>
              <a:sym typeface="Arial"/>
            </a:endParaRPr>
          </a:p>
        </p:txBody>
      </p:sp>
      <p:sp>
        <p:nvSpPr>
          <p:cNvPr id="641" name="Google Shape;641;p17"/>
          <p:cNvSpPr/>
          <p:nvPr/>
        </p:nvSpPr>
        <p:spPr>
          <a:xfrm>
            <a:off x="3509010" y="1455675"/>
            <a:ext cx="4066581" cy="1994478"/>
          </a:xfrm>
          <a:prstGeom prst="rect">
            <a:avLst/>
          </a:prstGeom>
          <a:solidFill>
            <a:srgbClr val="F2F2F2"/>
          </a:solidFill>
          <a:ln cap="flat" cmpd="sng" w="9525">
            <a:solidFill>
              <a:srgbClr val="2DA2BF"/>
            </a:solidFill>
            <a:prstDash val="solid"/>
            <a:round/>
            <a:headEnd len="sm" w="sm" type="none"/>
            <a:tailEnd len="sm" w="sm" type="none"/>
          </a:ln>
        </p:spPr>
        <p:txBody>
          <a:bodyPr anchorCtr="0" anchor="t" bIns="45000" lIns="90000" spcFirstLastPara="1" rIns="90000" wrap="square" tIns="45000">
            <a:noAutofit/>
          </a:bodyPr>
          <a:lstStyle/>
          <a:p>
            <a:pPr indent="-193347" lvl="0" marL="365760" marR="0" rtl="0" algn="l">
              <a:spcBef>
                <a:spcPts val="0"/>
              </a:spcBef>
              <a:spcAft>
                <a:spcPts val="0"/>
              </a:spcAft>
              <a:buClr>
                <a:srgbClr val="2DA2BF"/>
              </a:buClr>
              <a:buSzPts val="952"/>
              <a:buFont typeface="Noto Sans Symbols"/>
              <a:buNone/>
            </a:pPr>
            <a:r>
              <a:t/>
            </a:r>
            <a:endParaRPr sz="1400">
              <a:solidFill>
                <a:srgbClr val="000000"/>
              </a:solidFill>
              <a:latin typeface="Lucida Sans"/>
              <a:ea typeface="Lucida Sans"/>
              <a:cs typeface="Lucida Sans"/>
              <a:sym typeface="Lucida Sans"/>
            </a:endParaRPr>
          </a:p>
          <a:p>
            <a:pPr indent="-253799" lvl="0" marL="365760" marR="0" rtl="0" algn="l">
              <a:spcBef>
                <a:spcPts val="0"/>
              </a:spcBef>
              <a:spcAft>
                <a:spcPts val="0"/>
              </a:spcAft>
              <a:buClr>
                <a:srgbClr val="2DA2BF"/>
              </a:buClr>
              <a:buSzPts val="952"/>
              <a:buFont typeface="Noto Sans Symbols"/>
              <a:buChar char="🞂"/>
            </a:pPr>
            <a:r>
              <a:rPr b="1" lang="en-US" sz="1400">
                <a:solidFill>
                  <a:srgbClr val="000000"/>
                </a:solidFill>
                <a:latin typeface="Lucida Sans"/>
                <a:ea typeface="Lucida Sans"/>
                <a:cs typeface="Lucida Sans"/>
                <a:sym typeface="Lucida Sans"/>
              </a:rPr>
              <a:t>1 node </a:t>
            </a:r>
            <a:r>
              <a:rPr lang="en-US" sz="1400">
                <a:solidFill>
                  <a:srgbClr val="000000"/>
                </a:solidFill>
                <a:latin typeface="Lucida Sans"/>
                <a:ea typeface="Lucida Sans"/>
                <a:cs typeface="Lucida Sans"/>
                <a:sym typeface="Lucida Sans"/>
              </a:rPr>
              <a:t>(Dell PowerEdge R-640)</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32 cores</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2 x Intel Xeon Gold 6130, 16-core, 2.10 GHz </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192 GB of physical memory</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Compute power of </a:t>
            </a:r>
            <a:r>
              <a:rPr b="1" lang="en-US" sz="1400">
                <a:solidFill>
                  <a:srgbClr val="000000"/>
                </a:solidFill>
                <a:latin typeface="Lucida Sans"/>
                <a:ea typeface="Lucida Sans"/>
                <a:cs typeface="Lucida Sans"/>
                <a:sym typeface="Lucida Sans"/>
              </a:rPr>
              <a:t>1.075</a:t>
            </a:r>
            <a:r>
              <a:rPr lang="en-US" sz="1400">
                <a:solidFill>
                  <a:srgbClr val="000000"/>
                </a:solidFill>
                <a:latin typeface="Lucida Sans"/>
                <a:ea typeface="Lucida Sans"/>
                <a:cs typeface="Lucida Sans"/>
                <a:sym typeface="Lucida Sans"/>
              </a:rPr>
              <a:t> Teraflops</a:t>
            </a:r>
            <a:endParaRPr sz="1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400">
              <a:solidFill>
                <a:schemeClr val="dk1"/>
              </a:solidFill>
              <a:latin typeface="Arial"/>
              <a:ea typeface="Arial"/>
              <a:cs typeface="Arial"/>
              <a:sym typeface="Arial"/>
            </a:endParaRPr>
          </a:p>
        </p:txBody>
      </p:sp>
      <p:sp>
        <p:nvSpPr>
          <p:cNvPr id="642" name="Google Shape;642;p17"/>
          <p:cNvSpPr/>
          <p:nvPr/>
        </p:nvSpPr>
        <p:spPr>
          <a:xfrm>
            <a:off x="8025210" y="1455675"/>
            <a:ext cx="3766648" cy="1994478"/>
          </a:xfrm>
          <a:prstGeom prst="rect">
            <a:avLst/>
          </a:prstGeom>
          <a:solidFill>
            <a:srgbClr val="F2F2F2"/>
          </a:solidFill>
          <a:ln cap="flat" cmpd="sng" w="9525">
            <a:solidFill>
              <a:srgbClr val="2DA2BF"/>
            </a:solidFill>
            <a:prstDash val="solid"/>
            <a:round/>
            <a:headEnd len="sm" w="sm" type="none"/>
            <a:tailEnd len="sm" w="sm" type="none"/>
          </a:ln>
        </p:spPr>
        <p:txBody>
          <a:bodyPr anchorCtr="0" anchor="t" bIns="45000" lIns="90000" spcFirstLastPara="1" rIns="90000" wrap="square" tIns="45000">
            <a:noAutofit/>
          </a:bodyPr>
          <a:lstStyle/>
          <a:p>
            <a:pPr indent="-193347" lvl="0" marL="365760" marR="0" rtl="0" algn="l">
              <a:spcBef>
                <a:spcPts val="0"/>
              </a:spcBef>
              <a:spcAft>
                <a:spcPts val="0"/>
              </a:spcAft>
              <a:buClr>
                <a:srgbClr val="2DA2BF"/>
              </a:buClr>
              <a:buSzPts val="952"/>
              <a:buFont typeface="Noto Sans Symbols"/>
              <a:buNone/>
            </a:pPr>
            <a:r>
              <a:t/>
            </a:r>
            <a:endParaRPr sz="1400">
              <a:solidFill>
                <a:srgbClr val="000000"/>
              </a:solidFill>
              <a:latin typeface="Lucida Sans"/>
              <a:ea typeface="Lucida Sans"/>
              <a:cs typeface="Lucida Sans"/>
              <a:sym typeface="Lucida Sans"/>
            </a:endParaRPr>
          </a:p>
          <a:p>
            <a:pPr indent="-253799" lvl="0" marL="365760" marR="0" rtl="0" algn="l">
              <a:spcBef>
                <a:spcPts val="0"/>
              </a:spcBef>
              <a:spcAft>
                <a:spcPts val="0"/>
              </a:spcAft>
              <a:buClr>
                <a:srgbClr val="2DA2BF"/>
              </a:buClr>
              <a:buSzPts val="952"/>
              <a:buFont typeface="Noto Sans Symbols"/>
              <a:buChar char="🞂"/>
            </a:pPr>
            <a:r>
              <a:rPr b="1" lang="en-US" sz="1400">
                <a:solidFill>
                  <a:srgbClr val="000000"/>
                </a:solidFill>
                <a:latin typeface="Lucida Sans"/>
                <a:ea typeface="Lucida Sans"/>
                <a:cs typeface="Lucida Sans"/>
                <a:sym typeface="Lucida Sans"/>
              </a:rPr>
              <a:t>4 nodes</a:t>
            </a:r>
            <a:endParaRPr b="1"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128 cores</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2 x Intel Xeon Gold 6130, 16-core, 2.10 GHz</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96 GB of physical memory per node</a:t>
            </a:r>
            <a:endParaRPr sz="1400">
              <a:solidFill>
                <a:schemeClr val="dk1"/>
              </a:solidFill>
              <a:latin typeface="Arial"/>
              <a:ea typeface="Arial"/>
              <a:cs typeface="Arial"/>
              <a:sym typeface="Arial"/>
            </a:endParaRPr>
          </a:p>
          <a:p>
            <a:pPr indent="-253799" lvl="0" marL="365760" marR="0" rtl="0" algn="l">
              <a:spcBef>
                <a:spcPts val="0"/>
              </a:spcBef>
              <a:spcAft>
                <a:spcPts val="0"/>
              </a:spcAft>
              <a:buClr>
                <a:srgbClr val="2DA2BF"/>
              </a:buClr>
              <a:buSzPts val="952"/>
              <a:buFont typeface="Noto Sans Symbols"/>
              <a:buChar char="🞂"/>
            </a:pPr>
            <a:r>
              <a:rPr lang="en-US" sz="1400">
                <a:solidFill>
                  <a:srgbClr val="000000"/>
                </a:solidFill>
                <a:latin typeface="Lucida Sans"/>
                <a:ea typeface="Lucida Sans"/>
                <a:cs typeface="Lucida Sans"/>
                <a:sym typeface="Lucida Sans"/>
              </a:rPr>
              <a:t>Compute power of </a:t>
            </a:r>
            <a:r>
              <a:rPr b="1" lang="en-US" sz="1400">
                <a:solidFill>
                  <a:srgbClr val="000000"/>
                </a:solidFill>
                <a:latin typeface="Lucida Sans"/>
                <a:ea typeface="Lucida Sans"/>
                <a:cs typeface="Lucida Sans"/>
                <a:sym typeface="Lucida Sans"/>
              </a:rPr>
              <a:t>4.3</a:t>
            </a:r>
            <a:r>
              <a:rPr lang="en-US" sz="1400">
                <a:solidFill>
                  <a:srgbClr val="000000"/>
                </a:solidFill>
                <a:latin typeface="Lucida Sans"/>
                <a:ea typeface="Lucida Sans"/>
                <a:cs typeface="Lucida Sans"/>
                <a:sym typeface="Lucida Sans"/>
              </a:rPr>
              <a:t> Teraflops</a:t>
            </a:r>
            <a:endParaRPr sz="1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400">
              <a:solidFill>
                <a:schemeClr val="dk1"/>
              </a:solidFill>
              <a:latin typeface="Arial"/>
              <a:ea typeface="Arial"/>
              <a:cs typeface="Arial"/>
              <a:sym typeface="Arial"/>
            </a:endParaRPr>
          </a:p>
        </p:txBody>
      </p:sp>
      <p:sp>
        <p:nvSpPr>
          <p:cNvPr id="643" name="Google Shape;643;p17"/>
          <p:cNvSpPr/>
          <p:nvPr/>
        </p:nvSpPr>
        <p:spPr>
          <a:xfrm>
            <a:off x="3509010" y="1040595"/>
            <a:ext cx="4066581" cy="396565"/>
          </a:xfrm>
          <a:prstGeom prst="roundRect">
            <a:avLst>
              <a:gd fmla="val 16667" name="adj"/>
            </a:avLst>
          </a:prstGeom>
          <a:solidFill>
            <a:srgbClr val="0F3259"/>
          </a:solidFill>
          <a:ln cap="flat" cmpd="sng" w="9525">
            <a:solidFill>
              <a:srgbClr val="7D5FA0"/>
            </a:solidFill>
            <a:prstDash val="solid"/>
            <a:round/>
            <a:headEnd len="sm" w="sm" type="none"/>
            <a:tailEnd len="sm" w="sm" type="none"/>
          </a:ln>
          <a:effectLst>
            <a:outerShdw blurRad="50800" rotWithShape="0" dir="5400000" dist="38100">
              <a:srgbClr val="000000">
                <a:alpha val="34901"/>
              </a:srgbClr>
            </a:outerShdw>
          </a:effectLst>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800">
                <a:solidFill>
                  <a:srgbClr val="FFFFFF"/>
                </a:solidFill>
                <a:latin typeface="Calibri"/>
                <a:ea typeface="Calibri"/>
                <a:cs typeface="Calibri"/>
                <a:sym typeface="Calibri"/>
              </a:rPr>
              <a:t>Master Node</a:t>
            </a:r>
            <a:endParaRPr b="1" sz="1800">
              <a:solidFill>
                <a:schemeClr val="dk1"/>
              </a:solidFill>
              <a:latin typeface="Calibri"/>
              <a:ea typeface="Calibri"/>
              <a:cs typeface="Calibri"/>
              <a:sym typeface="Calibri"/>
            </a:endParaRPr>
          </a:p>
        </p:txBody>
      </p:sp>
      <p:sp>
        <p:nvSpPr>
          <p:cNvPr id="644" name="Google Shape;644;p17"/>
          <p:cNvSpPr/>
          <p:nvPr/>
        </p:nvSpPr>
        <p:spPr>
          <a:xfrm>
            <a:off x="8025210" y="1040595"/>
            <a:ext cx="3766648" cy="408193"/>
          </a:xfrm>
          <a:prstGeom prst="roundRect">
            <a:avLst>
              <a:gd fmla="val 16667" name="adj"/>
            </a:avLst>
          </a:prstGeom>
          <a:solidFill>
            <a:srgbClr val="0F3259"/>
          </a:solidFill>
          <a:ln cap="flat" cmpd="sng" w="9525">
            <a:solidFill>
              <a:srgbClr val="7D5FA0"/>
            </a:solidFill>
            <a:prstDash val="solid"/>
            <a:round/>
            <a:headEnd len="sm" w="sm" type="none"/>
            <a:tailEnd len="sm" w="sm" type="none"/>
          </a:ln>
          <a:effectLst>
            <a:outerShdw blurRad="50800" rotWithShape="0" dir="5400000" dist="38100">
              <a:srgbClr val="000000">
                <a:alpha val="34901"/>
              </a:srgbClr>
            </a:outerShdw>
          </a:effectLst>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800">
                <a:solidFill>
                  <a:srgbClr val="FFFFFF"/>
                </a:solidFill>
                <a:latin typeface="Calibri"/>
                <a:ea typeface="Calibri"/>
                <a:cs typeface="Calibri"/>
                <a:sym typeface="Calibri"/>
              </a:rPr>
              <a:t>Compute Nodes</a:t>
            </a:r>
            <a:endParaRPr b="1" sz="1800">
              <a:solidFill>
                <a:schemeClr val="dk1"/>
              </a:solidFill>
              <a:latin typeface="Calibri"/>
              <a:ea typeface="Calibri"/>
              <a:cs typeface="Calibri"/>
              <a:sym typeface="Calibri"/>
            </a:endParaRPr>
          </a:p>
        </p:txBody>
      </p:sp>
      <p:sp>
        <p:nvSpPr>
          <p:cNvPr id="645" name="Google Shape;645;p17"/>
          <p:cNvSpPr/>
          <p:nvPr/>
        </p:nvSpPr>
        <p:spPr>
          <a:xfrm>
            <a:off x="3509010" y="3847875"/>
            <a:ext cx="4066581" cy="396565"/>
          </a:xfrm>
          <a:prstGeom prst="roundRect">
            <a:avLst>
              <a:gd fmla="val 16667" name="adj"/>
            </a:avLst>
          </a:prstGeom>
          <a:solidFill>
            <a:srgbClr val="0F3259"/>
          </a:solidFill>
          <a:ln cap="flat" cmpd="sng" w="9525">
            <a:solidFill>
              <a:srgbClr val="7D5FA0"/>
            </a:solidFill>
            <a:prstDash val="solid"/>
            <a:round/>
            <a:headEnd len="sm" w="sm" type="none"/>
            <a:tailEnd len="sm" w="sm" type="none"/>
          </a:ln>
          <a:effectLst>
            <a:outerShdw blurRad="50800" rotWithShape="0" dir="5400000" dist="38100">
              <a:srgbClr val="000000">
                <a:alpha val="34901"/>
              </a:srgbClr>
            </a:outerShdw>
          </a:effectLst>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800">
                <a:solidFill>
                  <a:srgbClr val="FFFFFF"/>
                </a:solidFill>
                <a:latin typeface="Calibri"/>
                <a:ea typeface="Calibri"/>
                <a:cs typeface="Calibri"/>
                <a:sym typeface="Calibri"/>
              </a:rPr>
              <a:t>Compute Node with GPU</a:t>
            </a:r>
            <a:endParaRPr b="1" sz="1800">
              <a:solidFill>
                <a:schemeClr val="dk1"/>
              </a:solidFill>
              <a:latin typeface="Calibri"/>
              <a:ea typeface="Calibri"/>
              <a:cs typeface="Calibri"/>
              <a:sym typeface="Calibri"/>
            </a:endParaRPr>
          </a:p>
        </p:txBody>
      </p:sp>
      <p:sp>
        <p:nvSpPr>
          <p:cNvPr id="646" name="Google Shape;646;p17"/>
          <p:cNvSpPr/>
          <p:nvPr/>
        </p:nvSpPr>
        <p:spPr>
          <a:xfrm>
            <a:off x="8025210" y="3847875"/>
            <a:ext cx="3837352" cy="396565"/>
          </a:xfrm>
          <a:prstGeom prst="roundRect">
            <a:avLst>
              <a:gd fmla="val 16667" name="adj"/>
            </a:avLst>
          </a:prstGeom>
          <a:solidFill>
            <a:srgbClr val="0F3259"/>
          </a:solidFill>
          <a:ln cap="flat" cmpd="sng" w="9525">
            <a:solidFill>
              <a:srgbClr val="7D5FA0"/>
            </a:solidFill>
            <a:prstDash val="solid"/>
            <a:round/>
            <a:headEnd len="sm" w="sm" type="none"/>
            <a:tailEnd len="sm" w="sm" type="none"/>
          </a:ln>
          <a:effectLst>
            <a:outerShdw blurRad="50800" rotWithShape="0" dir="5400000" dist="38100">
              <a:srgbClr val="000000">
                <a:alpha val="34901"/>
              </a:srgbClr>
            </a:outerShdw>
          </a:effectLst>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800">
                <a:solidFill>
                  <a:srgbClr val="FFFFFF"/>
                </a:solidFill>
                <a:latin typeface="Calibri"/>
                <a:ea typeface="Calibri"/>
                <a:cs typeface="Calibri"/>
                <a:sym typeface="Calibri"/>
              </a:rPr>
              <a:t>Visualization  Node</a:t>
            </a:r>
            <a:endParaRPr b="1" sz="1800">
              <a:solidFill>
                <a:schemeClr val="dk1"/>
              </a:solidFill>
              <a:latin typeface="Calibri"/>
              <a:ea typeface="Calibri"/>
              <a:cs typeface="Calibri"/>
              <a:sym typeface="Calibri"/>
            </a:endParaRPr>
          </a:p>
        </p:txBody>
      </p:sp>
      <p:pic>
        <p:nvPicPr>
          <p:cNvPr id="647" name="Google Shape;647;p17"/>
          <p:cNvPicPr preferRelativeResize="0"/>
          <p:nvPr/>
        </p:nvPicPr>
        <p:blipFill rotWithShape="1">
          <a:blip r:embed="rId3">
            <a:alphaModFix/>
          </a:blip>
          <a:srcRect b="2" l="533" r="2" t="0"/>
          <a:stretch/>
        </p:blipFill>
        <p:spPr>
          <a:xfrm>
            <a:off x="-103474" y="0"/>
            <a:ext cx="3208624" cy="6857990"/>
          </a:xfrm>
          <a:prstGeom prst="rect">
            <a:avLst/>
          </a:prstGeom>
          <a:noFill/>
          <a:ln>
            <a:noFill/>
          </a:ln>
        </p:spPr>
      </p:pic>
      <p:pic>
        <p:nvPicPr>
          <p:cNvPr id="648" name="Google Shape;648;p17"/>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8"/>
          <p:cNvSpPr txBox="1"/>
          <p:nvPr/>
        </p:nvSpPr>
        <p:spPr>
          <a:xfrm>
            <a:off x="3400426" y="-218940"/>
            <a:ext cx="8463642" cy="137124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None/>
            </a:pPr>
            <a:r>
              <a:rPr b="1" lang="en-US" sz="4000">
                <a:solidFill>
                  <a:srgbClr val="474747"/>
                </a:solidFill>
                <a:latin typeface="Corbel"/>
                <a:ea typeface="Corbel"/>
                <a:cs typeface="Corbel"/>
                <a:sym typeface="Corbel"/>
              </a:rPr>
              <a:t>HPC Architecture</a:t>
            </a:r>
            <a:endParaRPr sz="4000">
              <a:solidFill>
                <a:srgbClr val="474747"/>
              </a:solidFill>
              <a:latin typeface="Corbel"/>
              <a:ea typeface="Corbel"/>
              <a:cs typeface="Corbel"/>
              <a:sym typeface="Corbel"/>
            </a:endParaRPr>
          </a:p>
        </p:txBody>
      </p:sp>
      <p:pic>
        <p:nvPicPr>
          <p:cNvPr id="655" name="Google Shape;655;p18"/>
          <p:cNvPicPr preferRelativeResize="0"/>
          <p:nvPr/>
        </p:nvPicPr>
        <p:blipFill rotWithShape="1">
          <a:blip r:embed="rId3">
            <a:alphaModFix/>
          </a:blip>
          <a:srcRect b="0" l="0" r="0" t="0"/>
          <a:stretch/>
        </p:blipFill>
        <p:spPr>
          <a:xfrm>
            <a:off x="3409950" y="917123"/>
            <a:ext cx="8463643" cy="5845628"/>
          </a:xfrm>
          <a:prstGeom prst="rect">
            <a:avLst/>
          </a:prstGeom>
          <a:noFill/>
          <a:ln>
            <a:noFill/>
          </a:ln>
        </p:spPr>
      </p:pic>
      <p:pic>
        <p:nvPicPr>
          <p:cNvPr id="656" name="Google Shape;656;p18"/>
          <p:cNvPicPr preferRelativeResize="0"/>
          <p:nvPr/>
        </p:nvPicPr>
        <p:blipFill rotWithShape="1">
          <a:blip r:embed="rId4">
            <a:alphaModFix/>
          </a:blip>
          <a:srcRect b="2" l="533" r="2" t="0"/>
          <a:stretch/>
        </p:blipFill>
        <p:spPr>
          <a:xfrm>
            <a:off x="-103474" y="0"/>
            <a:ext cx="3208624" cy="6857990"/>
          </a:xfrm>
          <a:prstGeom prst="rect">
            <a:avLst/>
          </a:prstGeom>
          <a:noFill/>
          <a:ln>
            <a:noFill/>
          </a:ln>
        </p:spPr>
      </p:pic>
      <p:pic>
        <p:nvPicPr>
          <p:cNvPr id="657" name="Google Shape;657;p18"/>
          <p:cNvPicPr preferRelativeResize="0"/>
          <p:nvPr/>
        </p:nvPicPr>
        <p:blipFill rotWithShape="1">
          <a:blip r:embed="rId5">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19"/>
          <p:cNvPicPr preferRelativeResize="0"/>
          <p:nvPr/>
        </p:nvPicPr>
        <p:blipFill rotWithShape="1">
          <a:blip r:embed="rId3">
            <a:alphaModFix/>
          </a:blip>
          <a:srcRect b="0" l="0" r="0" t="0"/>
          <a:stretch/>
        </p:blipFill>
        <p:spPr>
          <a:xfrm>
            <a:off x="0" y="1886214"/>
            <a:ext cx="12192000" cy="5000361"/>
          </a:xfrm>
          <a:prstGeom prst="rect">
            <a:avLst/>
          </a:prstGeom>
          <a:noFill/>
          <a:ln>
            <a:noFill/>
          </a:ln>
        </p:spPr>
      </p:pic>
      <p:pic>
        <p:nvPicPr>
          <p:cNvPr id="663" name="Google Shape;663;p19"/>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
        <p:nvSpPr>
          <p:cNvPr id="664" name="Google Shape;664;p19"/>
          <p:cNvSpPr txBox="1"/>
          <p:nvPr>
            <p:ph idx="4294967295" type="title"/>
          </p:nvPr>
        </p:nvSpPr>
        <p:spPr>
          <a:xfrm>
            <a:off x="0" y="467186"/>
            <a:ext cx="12192000" cy="11493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F3259"/>
              </a:buClr>
              <a:buSzPts val="4400"/>
              <a:buFont typeface="Corbel"/>
              <a:buNone/>
            </a:pPr>
            <a:r>
              <a:rPr lang="en-US">
                <a:solidFill>
                  <a:srgbClr val="0F3259"/>
                </a:solidFill>
              </a:rPr>
              <a:t>Opportunity</a:t>
            </a:r>
            <a:endParaRPr>
              <a:solidFill>
                <a:srgbClr val="0F325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pic>
        <p:nvPicPr>
          <p:cNvPr descr="Digital Vision for cybersecurity - Atos" id="669" name="Google Shape;669;p20"/>
          <p:cNvPicPr preferRelativeResize="0"/>
          <p:nvPr/>
        </p:nvPicPr>
        <p:blipFill rotWithShape="1">
          <a:blip r:embed="rId3">
            <a:alphaModFix/>
          </a:blip>
          <a:srcRect b="0" l="0" r="0" t="0"/>
          <a:stretch/>
        </p:blipFill>
        <p:spPr>
          <a:xfrm>
            <a:off x="9191283" y="3200767"/>
            <a:ext cx="2111072" cy="2111072"/>
          </a:xfrm>
          <a:prstGeom prst="rect">
            <a:avLst/>
          </a:prstGeom>
          <a:noFill/>
          <a:ln>
            <a:noFill/>
          </a:ln>
        </p:spPr>
      </p:pic>
      <p:sp>
        <p:nvSpPr>
          <p:cNvPr id="670" name="Google Shape;670;p20"/>
          <p:cNvSpPr txBox="1"/>
          <p:nvPr>
            <p:ph type="title"/>
          </p:nvPr>
        </p:nvSpPr>
        <p:spPr>
          <a:xfrm>
            <a:off x="1832860" y="761108"/>
            <a:ext cx="8768625" cy="1149325"/>
          </a:xfrm>
          <a:prstGeom prst="rect">
            <a:avLst/>
          </a:prstGeom>
          <a:noFill/>
          <a:ln>
            <a:noFill/>
          </a:ln>
        </p:spPr>
        <p:txBody>
          <a:bodyPr anchorCtr="0" anchor="ctr" bIns="45700" lIns="0" spcFirstLastPara="1" rIns="91425" wrap="square" tIns="45700">
            <a:normAutofit/>
          </a:bodyPr>
          <a:lstStyle/>
          <a:p>
            <a:pPr indent="0" lvl="0" marL="0" rtl="0" algn="ctr">
              <a:lnSpc>
                <a:spcPct val="90000"/>
              </a:lnSpc>
              <a:spcBef>
                <a:spcPts val="0"/>
              </a:spcBef>
              <a:spcAft>
                <a:spcPts val="0"/>
              </a:spcAft>
              <a:buClr>
                <a:schemeClr val="lt1"/>
              </a:buClr>
              <a:buSzPts val="4400"/>
              <a:buFont typeface="Corbel"/>
              <a:buNone/>
            </a:pPr>
            <a:r>
              <a:rPr lang="en-US"/>
              <a:t>HPC as a Service</a:t>
            </a:r>
            <a:endParaRPr/>
          </a:p>
        </p:txBody>
      </p:sp>
      <p:sp>
        <p:nvSpPr>
          <p:cNvPr id="671" name="Google Shape;671;p20"/>
          <p:cNvSpPr txBox="1"/>
          <p:nvPr>
            <p:ph idx="6" type="body"/>
          </p:nvPr>
        </p:nvSpPr>
        <p:spPr>
          <a:xfrm>
            <a:off x="604711" y="5499805"/>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dk2"/>
              </a:buClr>
              <a:buSzPts val="1600"/>
              <a:buNone/>
            </a:pPr>
            <a:r>
              <a:rPr lang="en-US"/>
              <a:t>ACCESS TO SUPERCOMPUTING INFRASTRUCTURE</a:t>
            </a:r>
            <a:endParaRPr/>
          </a:p>
        </p:txBody>
      </p:sp>
      <p:sp>
        <p:nvSpPr>
          <p:cNvPr id="672" name="Google Shape;672;p20"/>
          <p:cNvSpPr txBox="1"/>
          <p:nvPr>
            <p:ph idx="8" type="body"/>
          </p:nvPr>
        </p:nvSpPr>
        <p:spPr>
          <a:xfrm>
            <a:off x="3405153" y="5308430"/>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dk2"/>
              </a:buClr>
              <a:buSzPts val="1600"/>
              <a:buNone/>
            </a:pPr>
            <a:r>
              <a:rPr lang="en-US"/>
              <a:t>SCALABLE </a:t>
            </a:r>
            <a:endParaRPr/>
          </a:p>
          <a:p>
            <a:pPr indent="0" lvl="0" marL="0" rtl="0" algn="ctr">
              <a:lnSpc>
                <a:spcPct val="90000"/>
              </a:lnSpc>
              <a:spcBef>
                <a:spcPts val="0"/>
              </a:spcBef>
              <a:spcAft>
                <a:spcPts val="0"/>
              </a:spcAft>
              <a:buClr>
                <a:schemeClr val="dk2"/>
              </a:buClr>
              <a:buSzPts val="1600"/>
              <a:buNone/>
            </a:pPr>
            <a:r>
              <a:rPr lang="en-US"/>
              <a:t>RESOURCES</a:t>
            </a:r>
            <a:endParaRPr/>
          </a:p>
        </p:txBody>
      </p:sp>
      <p:sp>
        <p:nvSpPr>
          <p:cNvPr id="673" name="Google Shape;673;p20"/>
          <p:cNvSpPr txBox="1"/>
          <p:nvPr>
            <p:ph idx="13" type="body"/>
          </p:nvPr>
        </p:nvSpPr>
        <p:spPr>
          <a:xfrm>
            <a:off x="6217173" y="5308430"/>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dk2"/>
              </a:buClr>
              <a:buSzPts val="1600"/>
              <a:buNone/>
            </a:pPr>
            <a:r>
              <a:rPr lang="en-US"/>
              <a:t>DIVERSE </a:t>
            </a:r>
            <a:endParaRPr/>
          </a:p>
          <a:p>
            <a:pPr indent="0" lvl="0" marL="0" rtl="0" algn="ctr">
              <a:lnSpc>
                <a:spcPct val="90000"/>
              </a:lnSpc>
              <a:spcBef>
                <a:spcPts val="0"/>
              </a:spcBef>
              <a:spcAft>
                <a:spcPts val="0"/>
              </a:spcAft>
              <a:buClr>
                <a:schemeClr val="dk2"/>
              </a:buClr>
              <a:buSzPts val="1600"/>
              <a:buNone/>
            </a:pPr>
            <a:r>
              <a:rPr lang="en-US"/>
              <a:t>APPLICATION SUPPORT</a:t>
            </a:r>
            <a:endParaRPr/>
          </a:p>
        </p:txBody>
      </p:sp>
      <p:sp>
        <p:nvSpPr>
          <p:cNvPr id="674" name="Google Shape;674;p20"/>
          <p:cNvSpPr txBox="1"/>
          <p:nvPr>
            <p:ph idx="15" type="body"/>
          </p:nvPr>
        </p:nvSpPr>
        <p:spPr>
          <a:xfrm>
            <a:off x="9069684" y="5308429"/>
            <a:ext cx="2517605" cy="382749"/>
          </a:xfrm>
          <a:prstGeom prst="rect">
            <a:avLst/>
          </a:prstGeom>
          <a:noFill/>
          <a:ln>
            <a:noFill/>
          </a:ln>
        </p:spPr>
        <p:txBody>
          <a:bodyPr anchorCtr="0" anchor="b" bIns="45700" lIns="0" spcFirstLastPara="1" rIns="91425" wrap="square" tIns="45700">
            <a:noAutofit/>
          </a:bodyPr>
          <a:lstStyle/>
          <a:p>
            <a:pPr indent="0" lvl="0" marL="0" rtl="0" algn="ctr">
              <a:lnSpc>
                <a:spcPct val="90000"/>
              </a:lnSpc>
              <a:spcBef>
                <a:spcPts val="0"/>
              </a:spcBef>
              <a:spcAft>
                <a:spcPts val="0"/>
              </a:spcAft>
              <a:buClr>
                <a:schemeClr val="dk2"/>
              </a:buClr>
              <a:buSzPts val="1600"/>
              <a:buNone/>
            </a:pPr>
            <a:r>
              <a:t/>
            </a:r>
            <a:endParaRPr/>
          </a:p>
          <a:p>
            <a:pPr indent="0" lvl="0" marL="0" rtl="0" algn="ctr">
              <a:lnSpc>
                <a:spcPct val="90000"/>
              </a:lnSpc>
              <a:spcBef>
                <a:spcPts val="1000"/>
              </a:spcBef>
              <a:spcAft>
                <a:spcPts val="0"/>
              </a:spcAft>
              <a:buClr>
                <a:schemeClr val="dk2"/>
              </a:buClr>
              <a:buSzPts val="1600"/>
              <a:buNone/>
            </a:pPr>
            <a:r>
              <a:rPr lang="en-US"/>
              <a:t>EXPERTISE AND TECHNICAL SUPPORT</a:t>
            </a:r>
            <a:endParaRPr/>
          </a:p>
        </p:txBody>
      </p:sp>
      <p:sp>
        <p:nvSpPr>
          <p:cNvPr id="675" name="Google Shape;675;p20"/>
          <p:cNvSpPr txBox="1"/>
          <p:nvPr/>
        </p:nvSpPr>
        <p:spPr>
          <a:xfrm>
            <a:off x="1678454" y="2008210"/>
            <a:ext cx="877828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We offers HPC as a Service (HPCaaS) to various industries, research institutions, and government bodies to meet their computational needs</a:t>
            </a:r>
            <a:endParaRPr sz="1800">
              <a:solidFill>
                <a:schemeClr val="lt1"/>
              </a:solidFill>
              <a:latin typeface="Calibri"/>
              <a:ea typeface="Calibri"/>
              <a:cs typeface="Calibri"/>
              <a:sym typeface="Calibri"/>
            </a:endParaRPr>
          </a:p>
        </p:txBody>
      </p:sp>
      <p:pic>
        <p:nvPicPr>
          <p:cNvPr id="676" name="Google Shape;676;p20"/>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pic>
        <p:nvPicPr>
          <p:cNvPr descr="Cyber Security Icon #155819 - Free Icons Library" id="677" name="Google Shape;677;p20"/>
          <p:cNvPicPr preferRelativeResize="0"/>
          <p:nvPr/>
        </p:nvPicPr>
        <p:blipFill rotWithShape="1">
          <a:blip r:embed="rId5">
            <a:alphaModFix/>
          </a:blip>
          <a:srcRect b="0" l="0" r="0" t="0"/>
          <a:stretch/>
        </p:blipFill>
        <p:spPr>
          <a:xfrm>
            <a:off x="1069205" y="3492649"/>
            <a:ext cx="1527309" cy="1527309"/>
          </a:xfrm>
          <a:prstGeom prst="rect">
            <a:avLst/>
          </a:prstGeom>
          <a:noFill/>
          <a:ln>
            <a:noFill/>
          </a:ln>
        </p:spPr>
      </p:pic>
      <p:pic>
        <p:nvPicPr>
          <p:cNvPr descr="icon process - Ceo Computers" id="678" name="Google Shape;678;p20"/>
          <p:cNvPicPr preferRelativeResize="0"/>
          <p:nvPr/>
        </p:nvPicPr>
        <p:blipFill rotWithShape="1">
          <a:blip r:embed="rId6">
            <a:alphaModFix/>
          </a:blip>
          <a:srcRect b="0" l="0" r="0" t="0"/>
          <a:stretch/>
        </p:blipFill>
        <p:spPr>
          <a:xfrm>
            <a:off x="6287106" y="3492649"/>
            <a:ext cx="2287268" cy="1715451"/>
          </a:xfrm>
          <a:prstGeom prst="rect">
            <a:avLst/>
          </a:prstGeom>
          <a:noFill/>
          <a:ln>
            <a:noFill/>
          </a:ln>
        </p:spPr>
      </p:pic>
      <p:pic>
        <p:nvPicPr>
          <p:cNvPr descr="Digital Vision for cybersecurity - Atos" id="679" name="Google Shape;679;p20"/>
          <p:cNvPicPr preferRelativeResize="0"/>
          <p:nvPr/>
        </p:nvPicPr>
        <p:blipFill rotWithShape="1">
          <a:blip r:embed="rId3">
            <a:alphaModFix/>
          </a:blip>
          <a:srcRect b="0" l="0" r="0" t="0"/>
          <a:stretch/>
        </p:blipFill>
        <p:spPr>
          <a:xfrm>
            <a:off x="3608419" y="3179290"/>
            <a:ext cx="2111072" cy="2111072"/>
          </a:xfrm>
          <a:prstGeom prst="rect">
            <a:avLst/>
          </a:prstGeom>
          <a:noFill/>
          <a:ln>
            <a:noFill/>
          </a:ln>
        </p:spPr>
      </p:pic>
      <p:pic>
        <p:nvPicPr>
          <p:cNvPr id="680" name="Google Shape;680;p20" title="Decorative"/>
          <p:cNvPicPr preferRelativeResize="0"/>
          <p:nvPr/>
        </p:nvPicPr>
        <p:blipFill rotWithShape="1">
          <a:blip r:embed="rId7">
            <a:alphaModFix/>
          </a:blip>
          <a:srcRect b="-12524" l="-13859" r="-14313" t="-15649"/>
          <a:stretch/>
        </p:blipFill>
        <p:spPr>
          <a:xfrm>
            <a:off x="9652984" y="3805169"/>
            <a:ext cx="1187669" cy="943303"/>
          </a:xfrm>
          <a:prstGeom prst="rect">
            <a:avLst/>
          </a:prstGeom>
          <a:solidFill>
            <a:schemeClr val="lt1"/>
          </a:solid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1"/>
          <p:cNvSpPr txBox="1"/>
          <p:nvPr>
            <p:ph type="title"/>
          </p:nvPr>
        </p:nvSpPr>
        <p:spPr>
          <a:xfrm>
            <a:off x="1045054" y="492173"/>
            <a:ext cx="4351283" cy="885235"/>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lt1"/>
              </a:buClr>
              <a:buSzPts val="4400"/>
              <a:buFont typeface="Corbel"/>
              <a:buNone/>
            </a:pPr>
            <a:r>
              <a:rPr lang="en-US"/>
              <a:t>HPC as a Research</a:t>
            </a:r>
            <a:endParaRPr/>
          </a:p>
        </p:txBody>
      </p:sp>
      <p:sp>
        <p:nvSpPr>
          <p:cNvPr id="686" name="Google Shape;686;p21"/>
          <p:cNvSpPr txBox="1"/>
          <p:nvPr>
            <p:ph idx="13" type="body"/>
          </p:nvPr>
        </p:nvSpPr>
        <p:spPr>
          <a:xfrm>
            <a:off x="1067199" y="1514608"/>
            <a:ext cx="4008438" cy="2560899"/>
          </a:xfrm>
          <a:prstGeom prst="rect">
            <a:avLst/>
          </a:prstGeom>
          <a:noFill/>
          <a:ln>
            <a:noFill/>
          </a:ln>
        </p:spPr>
        <p:txBody>
          <a:bodyPr anchorCtr="0" anchor="t" bIns="45700" lIns="0" spcFirstLastPara="1" rIns="91425" wrap="square" tIns="45700">
            <a:noAutofit/>
          </a:bodyPr>
          <a:lstStyle/>
          <a:p>
            <a:pPr indent="0" lvl="0" marL="0" rtl="0" algn="ctr">
              <a:lnSpc>
                <a:spcPct val="120000"/>
              </a:lnSpc>
              <a:spcBef>
                <a:spcPts val="0"/>
              </a:spcBef>
              <a:spcAft>
                <a:spcPts val="0"/>
              </a:spcAft>
              <a:buClr>
                <a:schemeClr val="lt1"/>
              </a:buClr>
              <a:buSzPts val="2000"/>
              <a:buNone/>
            </a:pPr>
            <a:r>
              <a:rPr lang="en-US" sz="2000">
                <a:latin typeface="Calibri"/>
                <a:ea typeface="Calibri"/>
                <a:cs typeface="Calibri"/>
                <a:sym typeface="Calibri"/>
              </a:rPr>
              <a:t>UNESCO Chair </a:t>
            </a:r>
            <a:endParaRPr/>
          </a:p>
          <a:p>
            <a:pPr indent="0" lvl="0" marL="0" rtl="0" algn="ctr">
              <a:lnSpc>
                <a:spcPct val="120000"/>
              </a:lnSpc>
              <a:spcBef>
                <a:spcPts val="0"/>
              </a:spcBef>
              <a:spcAft>
                <a:spcPts val="0"/>
              </a:spcAft>
              <a:buClr>
                <a:schemeClr val="lt1"/>
              </a:buClr>
              <a:buSzPts val="2000"/>
              <a:buNone/>
            </a:pPr>
            <a:r>
              <a:rPr lang="en-US" sz="2000">
                <a:latin typeface="Calibri"/>
                <a:ea typeface="Calibri"/>
                <a:cs typeface="Calibri"/>
                <a:sym typeface="Calibri"/>
              </a:rPr>
              <a:t>on </a:t>
            </a:r>
            <a:endParaRPr/>
          </a:p>
          <a:p>
            <a:pPr indent="0" lvl="0" marL="0" rtl="0" algn="ctr">
              <a:lnSpc>
                <a:spcPct val="120000"/>
              </a:lnSpc>
              <a:spcBef>
                <a:spcPts val="0"/>
              </a:spcBef>
              <a:spcAft>
                <a:spcPts val="0"/>
              </a:spcAft>
              <a:buClr>
                <a:schemeClr val="lt1"/>
              </a:buClr>
              <a:buSzPts val="2000"/>
              <a:buNone/>
            </a:pPr>
            <a:r>
              <a:rPr lang="en-US" sz="2000">
                <a:latin typeface="Calibri"/>
                <a:ea typeface="Calibri"/>
                <a:cs typeface="Calibri"/>
                <a:sym typeface="Calibri"/>
              </a:rPr>
              <a:t>Secure High-Performance Computing for Higher Education and Research</a:t>
            </a:r>
            <a:endParaRPr sz="2000">
              <a:latin typeface="Calibri"/>
              <a:ea typeface="Calibri"/>
              <a:cs typeface="Calibri"/>
              <a:sym typeface="Calibri"/>
            </a:endParaRPr>
          </a:p>
        </p:txBody>
      </p:sp>
      <p:pic>
        <p:nvPicPr>
          <p:cNvPr id="687" name="Google Shape;687;p21"/>
          <p:cNvPicPr preferRelativeResize="0"/>
          <p:nvPr/>
        </p:nvPicPr>
        <p:blipFill rotWithShape="1">
          <a:blip r:embed="rId3">
            <a:alphaModFix/>
          </a:blip>
          <a:srcRect b="0" l="0" r="0" t="0"/>
          <a:stretch/>
        </p:blipFill>
        <p:spPr>
          <a:xfrm>
            <a:off x="735988" y="3429000"/>
            <a:ext cx="4670859" cy="2628137"/>
          </a:xfrm>
          <a:prstGeom prst="rect">
            <a:avLst/>
          </a:prstGeom>
          <a:noFill/>
          <a:ln>
            <a:noFill/>
          </a:ln>
        </p:spPr>
      </p:pic>
      <p:sp>
        <p:nvSpPr>
          <p:cNvPr id="688" name="Google Shape;688;p21"/>
          <p:cNvSpPr txBox="1"/>
          <p:nvPr/>
        </p:nvSpPr>
        <p:spPr>
          <a:xfrm>
            <a:off x="6367226" y="333137"/>
            <a:ext cx="5583036" cy="652486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1F1F1F"/>
              </a:buClr>
              <a:buSzPts val="2200"/>
              <a:buFont typeface="Noto Sans Symbols"/>
              <a:buChar char="⮚"/>
            </a:pPr>
            <a:r>
              <a:rPr lang="en-US" sz="2200">
                <a:solidFill>
                  <a:srgbClr val="1F1F1F"/>
                </a:solidFill>
                <a:latin typeface="Calibri"/>
                <a:ea typeface="Calibri"/>
                <a:cs typeface="Calibri"/>
                <a:sym typeface="Calibri"/>
              </a:rPr>
              <a:t>Establish the high-level Super Computing facility in Namibia.</a:t>
            </a:r>
            <a:endParaRPr/>
          </a:p>
          <a:p>
            <a:pPr indent="-203200" lvl="0" marL="342900" marR="0" rtl="0" algn="l">
              <a:spcBef>
                <a:spcPts val="0"/>
              </a:spcBef>
              <a:spcAft>
                <a:spcPts val="0"/>
              </a:spcAft>
              <a:buClr>
                <a:schemeClr val="dk1"/>
              </a:buClr>
              <a:buSzPts val="2200"/>
              <a:buFont typeface="Noto Sans Symbols"/>
              <a:buNone/>
            </a:pPr>
            <a:r>
              <a:t/>
            </a:r>
            <a:endParaRPr sz="2200">
              <a:solidFill>
                <a:srgbClr val="1F1F1F"/>
              </a:solidFill>
              <a:latin typeface="Calibri"/>
              <a:ea typeface="Calibri"/>
              <a:cs typeface="Calibri"/>
              <a:sym typeface="Calibri"/>
            </a:endParaRPr>
          </a:p>
          <a:p>
            <a:pPr indent="-342900" lvl="0" marL="342900" marR="0" rtl="0" algn="l">
              <a:spcBef>
                <a:spcPts val="0"/>
              </a:spcBef>
              <a:spcAft>
                <a:spcPts val="0"/>
              </a:spcAft>
              <a:buClr>
                <a:srgbClr val="1F1F1F"/>
              </a:buClr>
              <a:buSzPts val="2200"/>
              <a:buFont typeface="Noto Sans Symbols"/>
              <a:buChar char="⮚"/>
            </a:pPr>
            <a:r>
              <a:rPr lang="en-US" sz="2200">
                <a:solidFill>
                  <a:srgbClr val="1F1F1F"/>
                </a:solidFill>
                <a:latin typeface="Calibri"/>
                <a:ea typeface="Calibri"/>
                <a:cs typeface="Calibri"/>
                <a:sym typeface="Calibri"/>
              </a:rPr>
              <a:t>Establish programmes leading to a Ph.D. degree in the related field of Smart and Secure Environment (SSE)</a:t>
            </a:r>
            <a:endParaRPr/>
          </a:p>
          <a:p>
            <a:pPr indent="-203200" lvl="0" marL="342900" marR="0" rtl="0" algn="l">
              <a:spcBef>
                <a:spcPts val="0"/>
              </a:spcBef>
              <a:spcAft>
                <a:spcPts val="0"/>
              </a:spcAft>
              <a:buClr>
                <a:schemeClr val="dk1"/>
              </a:buClr>
              <a:buSzPts val="2200"/>
              <a:buFont typeface="Noto Sans Symbols"/>
              <a:buNone/>
            </a:pPr>
            <a:r>
              <a:t/>
            </a:r>
            <a:endParaRPr sz="2200">
              <a:solidFill>
                <a:srgbClr val="1F1F1F"/>
              </a:solidFill>
              <a:latin typeface="Calibri"/>
              <a:ea typeface="Calibri"/>
              <a:cs typeface="Calibri"/>
              <a:sym typeface="Calibri"/>
            </a:endParaRPr>
          </a:p>
          <a:p>
            <a:pPr indent="-342900" lvl="0" marL="342900" marR="0" rtl="0" algn="l">
              <a:spcBef>
                <a:spcPts val="0"/>
              </a:spcBef>
              <a:spcAft>
                <a:spcPts val="0"/>
              </a:spcAft>
              <a:buClr>
                <a:srgbClr val="1F1F1F"/>
              </a:buClr>
              <a:buSzPts val="2200"/>
              <a:buFont typeface="Noto Sans Symbols"/>
              <a:buChar char="⮚"/>
            </a:pPr>
            <a:r>
              <a:rPr lang="en-US" sz="2200">
                <a:solidFill>
                  <a:srgbClr val="1F1F1F"/>
                </a:solidFill>
                <a:latin typeface="Calibri"/>
                <a:ea typeface="Calibri"/>
                <a:cs typeface="Calibri"/>
                <a:sym typeface="Calibri"/>
              </a:rPr>
              <a:t>Promote research in the field of SSE in Namibia, the Southern African Development Community (SADC) region</a:t>
            </a:r>
            <a:endParaRPr sz="2200">
              <a:solidFill>
                <a:srgbClr val="1F1F1F"/>
              </a:solidFill>
              <a:latin typeface="Calibri"/>
              <a:ea typeface="Calibri"/>
              <a:cs typeface="Calibri"/>
              <a:sym typeface="Calibri"/>
            </a:endParaRPr>
          </a:p>
          <a:p>
            <a:pPr indent="-203200" lvl="0" marL="342900" marR="0" rtl="0" algn="l">
              <a:spcBef>
                <a:spcPts val="0"/>
              </a:spcBef>
              <a:spcAft>
                <a:spcPts val="0"/>
              </a:spcAft>
              <a:buClr>
                <a:schemeClr val="dk1"/>
              </a:buClr>
              <a:buSzPts val="2200"/>
              <a:buFont typeface="Noto Sans Symbols"/>
              <a:buNone/>
            </a:pPr>
            <a:r>
              <a:t/>
            </a:r>
            <a:endParaRPr sz="2200">
              <a:solidFill>
                <a:srgbClr val="1F1F1F"/>
              </a:solidFill>
              <a:latin typeface="Calibri"/>
              <a:ea typeface="Calibri"/>
              <a:cs typeface="Calibri"/>
              <a:sym typeface="Calibri"/>
            </a:endParaRPr>
          </a:p>
          <a:p>
            <a:pPr indent="-342900" lvl="0" marL="342900" marR="0" rtl="0" algn="l">
              <a:spcBef>
                <a:spcPts val="0"/>
              </a:spcBef>
              <a:spcAft>
                <a:spcPts val="0"/>
              </a:spcAft>
              <a:buClr>
                <a:srgbClr val="1F1F1F"/>
              </a:buClr>
              <a:buSzPts val="2200"/>
              <a:buFont typeface="Noto Sans Symbols"/>
              <a:buChar char="⮚"/>
            </a:pPr>
            <a:r>
              <a:rPr lang="en-US" sz="2200">
                <a:solidFill>
                  <a:srgbClr val="1F1F1F"/>
                </a:solidFill>
                <a:latin typeface="Calibri"/>
                <a:ea typeface="Calibri"/>
                <a:cs typeface="Calibri"/>
                <a:sym typeface="Calibri"/>
              </a:rPr>
              <a:t>Create a platform for national and international exchanges of ideas through conferences and workshops</a:t>
            </a:r>
            <a:endParaRPr sz="2200">
              <a:solidFill>
                <a:srgbClr val="1F1F1F"/>
              </a:solidFill>
              <a:latin typeface="Calibri"/>
              <a:ea typeface="Calibri"/>
              <a:cs typeface="Calibri"/>
              <a:sym typeface="Calibri"/>
            </a:endParaRPr>
          </a:p>
          <a:p>
            <a:pPr indent="-203200" lvl="0" marL="342900" marR="0" rtl="0" algn="l">
              <a:spcBef>
                <a:spcPts val="0"/>
              </a:spcBef>
              <a:spcAft>
                <a:spcPts val="0"/>
              </a:spcAft>
              <a:buClr>
                <a:schemeClr val="dk1"/>
              </a:buClr>
              <a:buSzPts val="2200"/>
              <a:buFont typeface="Noto Sans Symbols"/>
              <a:buNone/>
            </a:pPr>
            <a:r>
              <a:t/>
            </a:r>
            <a:endParaRPr sz="2200">
              <a:solidFill>
                <a:srgbClr val="1F1F1F"/>
              </a:solidFill>
              <a:latin typeface="Calibri"/>
              <a:ea typeface="Calibri"/>
              <a:cs typeface="Calibri"/>
              <a:sym typeface="Calibri"/>
            </a:endParaRPr>
          </a:p>
          <a:p>
            <a:pPr indent="-342900" lvl="0" marL="342900" marR="0" rtl="0" algn="l">
              <a:spcBef>
                <a:spcPts val="0"/>
              </a:spcBef>
              <a:spcAft>
                <a:spcPts val="0"/>
              </a:spcAft>
              <a:buClr>
                <a:srgbClr val="1F1F1F"/>
              </a:buClr>
              <a:buSzPts val="2200"/>
              <a:buFont typeface="Noto Sans Symbols"/>
              <a:buChar char="⮚"/>
            </a:pPr>
            <a:r>
              <a:rPr lang="en-US" sz="2200">
                <a:solidFill>
                  <a:srgbClr val="1F1F1F"/>
                </a:solidFill>
                <a:latin typeface="Calibri"/>
                <a:ea typeface="Calibri"/>
                <a:cs typeface="Calibri"/>
                <a:sym typeface="Calibri"/>
              </a:rPr>
              <a:t>Collaborate with UNESCO, Category 2 centres under the auspices of UNESCO and other UNESCO Chairs to develop relevant programmes and activities.</a:t>
            </a:r>
            <a:endParaRPr/>
          </a:p>
        </p:txBody>
      </p:sp>
      <p:pic>
        <p:nvPicPr>
          <p:cNvPr id="689" name="Google Shape;689;p21"/>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22"/>
          <p:cNvSpPr txBox="1"/>
          <p:nvPr>
            <p:ph idx="1" type="body"/>
          </p:nvPr>
        </p:nvSpPr>
        <p:spPr>
          <a:xfrm>
            <a:off x="7676178" y="2035708"/>
            <a:ext cx="3977648" cy="73169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2400"/>
              <a:buNone/>
            </a:pPr>
            <a:r>
              <a:rPr b="1" lang="en-US" sz="2400"/>
              <a:t>Master in Data Science</a:t>
            </a:r>
            <a:endParaRPr b="1" sz="2400"/>
          </a:p>
        </p:txBody>
      </p:sp>
      <p:sp>
        <p:nvSpPr>
          <p:cNvPr id="695" name="Google Shape;695;p22"/>
          <p:cNvSpPr txBox="1"/>
          <p:nvPr>
            <p:ph idx="2" type="body"/>
          </p:nvPr>
        </p:nvSpPr>
        <p:spPr>
          <a:xfrm>
            <a:off x="7676178" y="3163373"/>
            <a:ext cx="3977648" cy="73169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b="1" lang="en-US" sz="2400"/>
              <a:t>Bachelor in Artificial Intelligence</a:t>
            </a:r>
            <a:endParaRPr b="1" sz="2400"/>
          </a:p>
        </p:txBody>
      </p:sp>
      <p:sp>
        <p:nvSpPr>
          <p:cNvPr id="696" name="Google Shape;696;p22"/>
          <p:cNvSpPr txBox="1"/>
          <p:nvPr>
            <p:ph idx="3" type="body"/>
          </p:nvPr>
        </p:nvSpPr>
        <p:spPr>
          <a:xfrm>
            <a:off x="7676178" y="4306856"/>
            <a:ext cx="3977648" cy="731694"/>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Clr>
                <a:schemeClr val="dk2"/>
              </a:buClr>
              <a:buSzPts val="2400"/>
              <a:buNone/>
            </a:pPr>
            <a:r>
              <a:rPr b="1" lang="en-US" sz="2400"/>
              <a:t>Certificate in Big Data Technologies</a:t>
            </a:r>
            <a:endParaRPr b="1" sz="2400"/>
          </a:p>
        </p:txBody>
      </p:sp>
      <p:sp>
        <p:nvSpPr>
          <p:cNvPr id="697" name="Google Shape;697;p22"/>
          <p:cNvSpPr txBox="1"/>
          <p:nvPr>
            <p:ph idx="4" type="body"/>
          </p:nvPr>
        </p:nvSpPr>
        <p:spPr>
          <a:xfrm>
            <a:off x="7686793" y="5424699"/>
            <a:ext cx="3977648" cy="73169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b="1" lang="en-US" sz="2400"/>
              <a:t>Certificate in High Performance Computing</a:t>
            </a:r>
            <a:endParaRPr b="1" sz="2400"/>
          </a:p>
        </p:txBody>
      </p:sp>
      <p:sp>
        <p:nvSpPr>
          <p:cNvPr id="698" name="Google Shape;698;p22"/>
          <p:cNvSpPr txBox="1"/>
          <p:nvPr>
            <p:ph type="title"/>
          </p:nvPr>
        </p:nvSpPr>
        <p:spPr>
          <a:xfrm>
            <a:off x="841057" y="890087"/>
            <a:ext cx="4008437" cy="1395208"/>
          </a:xfrm>
          <a:prstGeom prst="rect">
            <a:avLst/>
          </a:prstGeom>
          <a:noFill/>
          <a:ln>
            <a:noFill/>
          </a:ln>
        </p:spPr>
        <p:txBody>
          <a:bodyPr anchorCtr="0" anchor="b" bIns="45700" lIns="0"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orbel"/>
              <a:buNone/>
            </a:pPr>
            <a:r>
              <a:rPr lang="en-US"/>
              <a:t>Education and Skill Development</a:t>
            </a:r>
            <a:endParaRPr/>
          </a:p>
        </p:txBody>
      </p:sp>
      <p:sp>
        <p:nvSpPr>
          <p:cNvPr id="699" name="Google Shape;699;p22"/>
          <p:cNvSpPr txBox="1"/>
          <p:nvPr>
            <p:ph idx="13" type="body"/>
          </p:nvPr>
        </p:nvSpPr>
        <p:spPr>
          <a:xfrm>
            <a:off x="841057" y="2890062"/>
            <a:ext cx="4227786" cy="2560899"/>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chemeClr val="lt1"/>
              </a:buClr>
              <a:buSzPts val="2000"/>
              <a:buNone/>
            </a:pPr>
            <a:r>
              <a:rPr lang="en-US" sz="2000"/>
              <a:t>HPC utilized to train students and researchers in fields like computational science, AI, and data analytics, preparing the next generation of experts. </a:t>
            </a:r>
            <a:endParaRPr/>
          </a:p>
          <a:p>
            <a:pPr indent="0" lvl="0" marL="0" rtl="0" algn="l">
              <a:lnSpc>
                <a:spcPct val="100000"/>
              </a:lnSpc>
              <a:spcBef>
                <a:spcPts val="1000"/>
              </a:spcBef>
              <a:spcAft>
                <a:spcPts val="0"/>
              </a:spcAft>
              <a:buClr>
                <a:schemeClr val="lt1"/>
              </a:buClr>
              <a:buSzPts val="2000"/>
              <a:buNone/>
            </a:pPr>
            <a:r>
              <a:rPr lang="en-US" sz="2000"/>
              <a:t>NUST offers industry demanding advanced computing programmes as mentioned</a:t>
            </a:r>
            <a:endParaRPr/>
          </a:p>
          <a:p>
            <a:pPr indent="0" lvl="0" marL="0" rtl="0" algn="l">
              <a:lnSpc>
                <a:spcPct val="100000"/>
              </a:lnSpc>
              <a:spcBef>
                <a:spcPts val="1000"/>
              </a:spcBef>
              <a:spcAft>
                <a:spcPts val="0"/>
              </a:spcAft>
              <a:buClr>
                <a:schemeClr val="lt1"/>
              </a:buClr>
              <a:buSzPts val="2000"/>
              <a:buNone/>
            </a:pPr>
            <a:r>
              <a:t/>
            </a:r>
            <a:endParaRPr sz="2000"/>
          </a:p>
        </p:txBody>
      </p:sp>
      <p:pic>
        <p:nvPicPr>
          <p:cNvPr id="700" name="Google Shape;700;p22"/>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
        <p:nvSpPr>
          <p:cNvPr id="701" name="Google Shape;701;p22"/>
          <p:cNvSpPr/>
          <p:nvPr/>
        </p:nvSpPr>
        <p:spPr>
          <a:xfrm>
            <a:off x="6642539" y="2133596"/>
            <a:ext cx="668439" cy="492710"/>
          </a:xfrm>
          <a:prstGeom prst="chevron">
            <a:avLst>
              <a:gd fmla="val 50000" name="adj"/>
            </a:avLst>
          </a:prstGeom>
          <a:solidFill>
            <a:schemeClr val="accent2"/>
          </a:solidFill>
          <a:ln cap="flat" cmpd="sng" w="12700">
            <a:solidFill>
              <a:srgbClr val="0618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22"/>
          <p:cNvSpPr/>
          <p:nvPr/>
        </p:nvSpPr>
        <p:spPr>
          <a:xfrm>
            <a:off x="6658305" y="3242433"/>
            <a:ext cx="668439" cy="492710"/>
          </a:xfrm>
          <a:prstGeom prst="chevron">
            <a:avLst>
              <a:gd fmla="val 50000" name="adj"/>
            </a:avLst>
          </a:prstGeom>
          <a:solidFill>
            <a:schemeClr val="accent2"/>
          </a:solidFill>
          <a:ln cap="flat" cmpd="sng" w="12700">
            <a:solidFill>
              <a:srgbClr val="0618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22"/>
          <p:cNvSpPr/>
          <p:nvPr/>
        </p:nvSpPr>
        <p:spPr>
          <a:xfrm>
            <a:off x="6674071" y="4351279"/>
            <a:ext cx="668439" cy="492710"/>
          </a:xfrm>
          <a:prstGeom prst="chevron">
            <a:avLst>
              <a:gd fmla="val 50000" name="adj"/>
            </a:avLst>
          </a:prstGeom>
          <a:solidFill>
            <a:schemeClr val="accent2"/>
          </a:solidFill>
          <a:ln cap="flat" cmpd="sng" w="12700">
            <a:solidFill>
              <a:srgbClr val="0618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22"/>
          <p:cNvSpPr/>
          <p:nvPr/>
        </p:nvSpPr>
        <p:spPr>
          <a:xfrm>
            <a:off x="6689837" y="5544191"/>
            <a:ext cx="668439" cy="492710"/>
          </a:xfrm>
          <a:prstGeom prst="chevron">
            <a:avLst>
              <a:gd fmla="val 50000" name="adj"/>
            </a:avLst>
          </a:prstGeom>
          <a:solidFill>
            <a:schemeClr val="accent2"/>
          </a:solidFill>
          <a:ln cap="flat" cmpd="sng" w="12700">
            <a:solidFill>
              <a:srgbClr val="0618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2"/>
          <p:cNvSpPr txBox="1"/>
          <p:nvPr/>
        </p:nvSpPr>
        <p:spPr>
          <a:xfrm>
            <a:off x="7676178" y="941415"/>
            <a:ext cx="3977648" cy="731694"/>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90000"/>
              </a:lnSpc>
              <a:spcBef>
                <a:spcPts val="0"/>
              </a:spcBef>
              <a:spcAft>
                <a:spcPts val="0"/>
              </a:spcAft>
              <a:buClr>
                <a:schemeClr val="dk2"/>
              </a:buClr>
              <a:buSzPts val="2400"/>
              <a:buFont typeface="Arial"/>
              <a:buNone/>
            </a:pPr>
            <a:r>
              <a:rPr b="1" i="0" lang="en-US" sz="2400">
                <a:solidFill>
                  <a:schemeClr val="dk2"/>
                </a:solidFill>
                <a:latin typeface="Calibri"/>
                <a:ea typeface="Calibri"/>
                <a:cs typeface="Calibri"/>
                <a:sym typeface="Calibri"/>
              </a:rPr>
              <a:t>Doctor of Philosophy in Computer Science</a:t>
            </a:r>
            <a:endParaRPr b="1" i="0" sz="2400">
              <a:solidFill>
                <a:schemeClr val="dk2"/>
              </a:solidFill>
              <a:latin typeface="Calibri"/>
              <a:ea typeface="Calibri"/>
              <a:cs typeface="Calibri"/>
              <a:sym typeface="Calibri"/>
            </a:endParaRPr>
          </a:p>
        </p:txBody>
      </p:sp>
      <p:sp>
        <p:nvSpPr>
          <p:cNvPr id="706" name="Google Shape;706;p22"/>
          <p:cNvSpPr/>
          <p:nvPr/>
        </p:nvSpPr>
        <p:spPr>
          <a:xfrm>
            <a:off x="6642539" y="1039303"/>
            <a:ext cx="668439" cy="492710"/>
          </a:xfrm>
          <a:prstGeom prst="chevron">
            <a:avLst>
              <a:gd fmla="val 50000" name="adj"/>
            </a:avLst>
          </a:prstGeom>
          <a:solidFill>
            <a:schemeClr val="accent2"/>
          </a:solidFill>
          <a:ln cap="flat" cmpd="sng" w="12700">
            <a:solidFill>
              <a:srgbClr val="0618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pic>
        <p:nvPicPr>
          <p:cNvPr descr="A group of people in a room&#10;&#10;Description automatically generated" id="711" name="Google Shape;711;p23"/>
          <p:cNvPicPr preferRelativeResize="0"/>
          <p:nvPr/>
        </p:nvPicPr>
        <p:blipFill rotWithShape="1">
          <a:blip r:embed="rId3">
            <a:alphaModFix/>
          </a:blip>
          <a:srcRect b="1" l="11239" r="12306" t="40410"/>
          <a:stretch/>
        </p:blipFill>
        <p:spPr>
          <a:xfrm>
            <a:off x="622630" y="3820065"/>
            <a:ext cx="5185255" cy="2884445"/>
          </a:xfrm>
          <a:prstGeom prst="rect">
            <a:avLst/>
          </a:prstGeom>
          <a:noFill/>
          <a:ln>
            <a:noFill/>
          </a:ln>
        </p:spPr>
      </p:pic>
      <p:pic>
        <p:nvPicPr>
          <p:cNvPr id="712" name="Google Shape;712;p23"/>
          <p:cNvPicPr preferRelativeResize="0"/>
          <p:nvPr/>
        </p:nvPicPr>
        <p:blipFill rotWithShape="1">
          <a:blip r:embed="rId4">
            <a:alphaModFix/>
          </a:blip>
          <a:srcRect b="10036" l="9692" r="2557" t="0"/>
          <a:stretch/>
        </p:blipFill>
        <p:spPr>
          <a:xfrm>
            <a:off x="5923499" y="3300417"/>
            <a:ext cx="6181894" cy="2960753"/>
          </a:xfrm>
          <a:prstGeom prst="rect">
            <a:avLst/>
          </a:prstGeom>
          <a:noFill/>
          <a:ln>
            <a:noFill/>
          </a:ln>
        </p:spPr>
      </p:pic>
      <p:sp>
        <p:nvSpPr>
          <p:cNvPr id="713" name="Google Shape;713;p23"/>
          <p:cNvSpPr txBox="1"/>
          <p:nvPr>
            <p:ph type="title"/>
          </p:nvPr>
        </p:nvSpPr>
        <p:spPr>
          <a:xfrm>
            <a:off x="400330" y="269104"/>
            <a:ext cx="4261501" cy="754403"/>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chemeClr val="dk2"/>
              </a:buClr>
              <a:buSzPts val="3800"/>
              <a:buFont typeface="Corbel"/>
              <a:buNone/>
            </a:pPr>
            <a:r>
              <a:rPr b="1" lang="en-US" sz="3800"/>
              <a:t>HPC Workshops </a:t>
            </a:r>
            <a:endParaRPr b="1" sz="3800"/>
          </a:p>
        </p:txBody>
      </p:sp>
      <p:pic>
        <p:nvPicPr>
          <p:cNvPr descr="A screenshot of a computer&#10;&#10;Description automatically generated with medium confidence" id="714" name="Google Shape;714;p23"/>
          <p:cNvPicPr preferRelativeResize="0"/>
          <p:nvPr/>
        </p:nvPicPr>
        <p:blipFill rotWithShape="1">
          <a:blip r:embed="rId5">
            <a:alphaModFix/>
          </a:blip>
          <a:srcRect b="0" l="8189" r="0" t="0"/>
          <a:stretch/>
        </p:blipFill>
        <p:spPr>
          <a:xfrm>
            <a:off x="202221" y="1120101"/>
            <a:ext cx="4261500" cy="2610918"/>
          </a:xfrm>
          <a:prstGeom prst="rect">
            <a:avLst/>
          </a:prstGeom>
          <a:noFill/>
          <a:ln>
            <a:noFill/>
          </a:ln>
        </p:spPr>
      </p:pic>
      <p:pic>
        <p:nvPicPr>
          <p:cNvPr id="715" name="Google Shape;715;p23"/>
          <p:cNvPicPr preferRelativeResize="0"/>
          <p:nvPr/>
        </p:nvPicPr>
        <p:blipFill rotWithShape="1">
          <a:blip r:embed="rId6">
            <a:alphaModFix/>
          </a:blip>
          <a:srcRect b="0" l="3807" r="0" t="0"/>
          <a:stretch/>
        </p:blipFill>
        <p:spPr>
          <a:xfrm>
            <a:off x="4588259" y="269104"/>
            <a:ext cx="5512882" cy="2882575"/>
          </a:xfrm>
          <a:prstGeom prst="rect">
            <a:avLst/>
          </a:prstGeom>
          <a:noFill/>
          <a:ln>
            <a:noFill/>
          </a:ln>
        </p:spPr>
      </p:pic>
      <p:pic>
        <p:nvPicPr>
          <p:cNvPr id="716" name="Google Shape;716;p23"/>
          <p:cNvPicPr preferRelativeResize="0"/>
          <p:nvPr/>
        </p:nvPicPr>
        <p:blipFill rotWithShape="1">
          <a:blip r:embed="rId7">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24"/>
          <p:cNvSpPr txBox="1"/>
          <p:nvPr/>
        </p:nvSpPr>
        <p:spPr>
          <a:xfrm>
            <a:off x="0" y="5497975"/>
            <a:ext cx="12192000" cy="1360025"/>
          </a:xfrm>
          <a:prstGeom prst="rect">
            <a:avLst/>
          </a:prstGeom>
          <a:solidFill>
            <a:srgbClr val="0F3259"/>
          </a:solidFill>
          <a:ln cap="flat" cmpd="sng" w="9525">
            <a:solidFill>
              <a:srgbClr val="0C2744"/>
            </a:solidFill>
            <a:prstDash val="solid"/>
            <a:round/>
            <a:headEnd len="sm" w="sm" type="none"/>
            <a:tailEnd len="sm" w="sm" type="none"/>
          </a:ln>
        </p:spPr>
        <p:txBody>
          <a:bodyPr anchorCtr="0" anchor="t" bIns="45700" lIns="91425" spcFirstLastPara="1" rIns="91425" wrap="square" tIns="45700">
            <a:normAutofit/>
          </a:bodyPr>
          <a:lstStyle/>
          <a:p>
            <a:pPr indent="-101600" lvl="0" marL="228600" marR="0" rtl="0" algn="l">
              <a:lnSpc>
                <a:spcPct val="90000"/>
              </a:lnSpc>
              <a:spcBef>
                <a:spcPts val="0"/>
              </a:spcBef>
              <a:spcAft>
                <a:spcPts val="0"/>
              </a:spcAft>
              <a:buClr>
                <a:schemeClr val="dk2"/>
              </a:buClr>
              <a:buSzPts val="2000"/>
              <a:buFont typeface="Arial"/>
              <a:buNone/>
            </a:pPr>
            <a:r>
              <a:t/>
            </a:r>
            <a:endParaRPr b="0" i="0" sz="2000">
              <a:solidFill>
                <a:schemeClr val="dk2"/>
              </a:solidFill>
              <a:latin typeface="Calibri"/>
              <a:ea typeface="Calibri"/>
              <a:cs typeface="Calibri"/>
              <a:sym typeface="Calibri"/>
            </a:endParaRPr>
          </a:p>
        </p:txBody>
      </p:sp>
      <p:sp>
        <p:nvSpPr>
          <p:cNvPr id="722" name="Google Shape;722;p24"/>
          <p:cNvSpPr/>
          <p:nvPr>
            <p:ph idx="2" type="pic"/>
          </p:nvPr>
        </p:nvSpPr>
        <p:spPr>
          <a:xfrm>
            <a:off x="0" y="0"/>
            <a:ext cx="12192000" cy="5497975"/>
          </a:xfrm>
          <a:prstGeom prst="rect">
            <a:avLst/>
          </a:prstGeom>
          <a:solidFill>
            <a:schemeClr val="lt1"/>
          </a:solidFill>
          <a:ln>
            <a:noFill/>
          </a:ln>
        </p:spPr>
      </p:sp>
      <p:sp>
        <p:nvSpPr>
          <p:cNvPr id="723" name="Google Shape;723;p24"/>
          <p:cNvSpPr txBox="1"/>
          <p:nvPr>
            <p:ph type="title"/>
          </p:nvPr>
        </p:nvSpPr>
        <p:spPr>
          <a:xfrm>
            <a:off x="1043153" y="5766452"/>
            <a:ext cx="8717280" cy="823070"/>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chemeClr val="lt1"/>
              </a:buClr>
              <a:buSzPts val="4400"/>
              <a:buFont typeface="Corbel"/>
              <a:buNone/>
            </a:pPr>
            <a:r>
              <a:rPr lang="en-US"/>
              <a:t>Conclusion</a:t>
            </a:r>
            <a:endParaRPr/>
          </a:p>
        </p:txBody>
      </p:sp>
      <p:sp>
        <p:nvSpPr>
          <p:cNvPr id="724" name="Google Shape;724;p24"/>
          <p:cNvSpPr txBox="1"/>
          <p:nvPr/>
        </p:nvSpPr>
        <p:spPr>
          <a:xfrm>
            <a:off x="1043153" y="506624"/>
            <a:ext cx="10300138"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B283B"/>
                </a:solidFill>
                <a:latin typeface="Calibri"/>
                <a:ea typeface="Calibri"/>
                <a:cs typeface="Calibri"/>
                <a:sym typeface="Calibri"/>
              </a:rPr>
              <a:t>High-Performance Computing (HPC) is a critical enabler of innovation across numerous industries, from scientific research and AI development to engineering, finance, and healthcare.</a:t>
            </a:r>
            <a:endParaRPr/>
          </a:p>
          <a:p>
            <a:pPr indent="0" lvl="0" marL="0" marR="0" rtl="0" algn="l">
              <a:spcBef>
                <a:spcPts val="0"/>
              </a:spcBef>
              <a:spcAft>
                <a:spcPts val="0"/>
              </a:spcAft>
              <a:buNone/>
            </a:pPr>
            <a:r>
              <a:t/>
            </a:r>
            <a:endParaRPr sz="2400">
              <a:solidFill>
                <a:srgbClr val="0B283B"/>
              </a:solidFill>
              <a:latin typeface="Calibri"/>
              <a:ea typeface="Calibri"/>
              <a:cs typeface="Calibri"/>
              <a:sym typeface="Calibri"/>
            </a:endParaRPr>
          </a:p>
          <a:p>
            <a:pPr indent="0" lvl="0" marL="0" marR="0" rtl="0" algn="l">
              <a:spcBef>
                <a:spcPts val="0"/>
              </a:spcBef>
              <a:spcAft>
                <a:spcPts val="0"/>
              </a:spcAft>
              <a:buNone/>
            </a:pPr>
            <a:r>
              <a:rPr lang="en-US" sz="2400">
                <a:solidFill>
                  <a:srgbClr val="0B283B"/>
                </a:solidFill>
                <a:latin typeface="Calibri"/>
                <a:ea typeface="Calibri"/>
                <a:cs typeface="Calibri"/>
                <a:sym typeface="Calibri"/>
              </a:rPr>
              <a:t>Industries need HPC to stay competitive, optimize operations, innovate quickly, and tackle complex challenges that require vast computational power and data processing capabilities. </a:t>
            </a:r>
            <a:endParaRPr/>
          </a:p>
          <a:p>
            <a:pPr indent="0" lvl="0" marL="0" marR="0" rtl="0" algn="l">
              <a:spcBef>
                <a:spcPts val="0"/>
              </a:spcBef>
              <a:spcAft>
                <a:spcPts val="0"/>
              </a:spcAft>
              <a:buNone/>
            </a:pPr>
            <a:r>
              <a:t/>
            </a:r>
            <a:endParaRPr sz="2400">
              <a:solidFill>
                <a:srgbClr val="0B283B"/>
              </a:solidFill>
              <a:latin typeface="Calibri"/>
              <a:ea typeface="Calibri"/>
              <a:cs typeface="Calibri"/>
              <a:sym typeface="Calibri"/>
            </a:endParaRPr>
          </a:p>
          <a:p>
            <a:pPr indent="0" lvl="0" marL="0" marR="0" rtl="0" algn="l">
              <a:spcBef>
                <a:spcPts val="0"/>
              </a:spcBef>
              <a:spcAft>
                <a:spcPts val="0"/>
              </a:spcAft>
              <a:buNone/>
            </a:pPr>
            <a:r>
              <a:rPr lang="en-US" sz="2400">
                <a:solidFill>
                  <a:srgbClr val="0B283B"/>
                </a:solidFill>
                <a:latin typeface="Calibri"/>
                <a:ea typeface="Calibri"/>
                <a:cs typeface="Calibri"/>
                <a:sym typeface="Calibri"/>
              </a:rPr>
              <a:t>By offering immense computational power, HPC accelerates problem-solving, drives breakthroughs, and enhances efficiency.</a:t>
            </a:r>
            <a:endParaRPr/>
          </a:p>
          <a:p>
            <a:pPr indent="0" lvl="0" marL="0" marR="0" rtl="0" algn="l">
              <a:spcBef>
                <a:spcPts val="0"/>
              </a:spcBef>
              <a:spcAft>
                <a:spcPts val="0"/>
              </a:spcAft>
              <a:buNone/>
            </a:pPr>
            <a:r>
              <a:t/>
            </a:r>
            <a:endParaRPr sz="2400">
              <a:solidFill>
                <a:srgbClr val="0B283B"/>
              </a:solidFill>
              <a:latin typeface="Calibri"/>
              <a:ea typeface="Calibri"/>
              <a:cs typeface="Calibri"/>
              <a:sym typeface="Calibri"/>
            </a:endParaRPr>
          </a:p>
          <a:p>
            <a:pPr indent="0" lvl="0" marL="0" marR="0" rtl="0" algn="l">
              <a:spcBef>
                <a:spcPts val="0"/>
              </a:spcBef>
              <a:spcAft>
                <a:spcPts val="0"/>
              </a:spcAft>
              <a:buNone/>
            </a:pPr>
            <a:r>
              <a:rPr lang="en-US" sz="2400">
                <a:solidFill>
                  <a:srgbClr val="0B283B"/>
                </a:solidFill>
                <a:latin typeface="Calibri"/>
                <a:ea typeface="Calibri"/>
                <a:cs typeface="Calibri"/>
                <a:sym typeface="Calibri"/>
              </a:rPr>
              <a:t>The opportunities presented by HPC, from scientific research to AI development and smart city planning, are vast and growing. </a:t>
            </a:r>
            <a:endParaRPr/>
          </a:p>
        </p:txBody>
      </p:sp>
      <p:pic>
        <p:nvPicPr>
          <p:cNvPr id="725" name="Google Shape;725;p24"/>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25"/>
          <p:cNvSpPr txBox="1"/>
          <p:nvPr/>
        </p:nvSpPr>
        <p:spPr>
          <a:xfrm>
            <a:off x="1426779" y="2101731"/>
            <a:ext cx="9633156" cy="240065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chemeClr val="lt1"/>
                </a:solidFill>
                <a:latin typeface="Calibri"/>
                <a:ea typeface="Calibri"/>
                <a:cs typeface="Calibri"/>
                <a:sym typeface="Calibri"/>
              </a:rPr>
              <a:t>Lets engage, collaborate and exchange our innovative ideas to harness the power of High-Performance Computing (HPC) in accelerating scientific research, optimize industry operations, and drive technological advancements for shaping a prosperous future for Namibia. </a:t>
            </a:r>
            <a:endParaRPr/>
          </a:p>
        </p:txBody>
      </p:sp>
      <p:pic>
        <p:nvPicPr>
          <p:cNvPr id="731" name="Google Shape;731;p25"/>
          <p:cNvPicPr preferRelativeResize="0"/>
          <p:nvPr/>
        </p:nvPicPr>
        <p:blipFill rotWithShape="1">
          <a:blip r:embed="rId3">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26"/>
          <p:cNvSpPr/>
          <p:nvPr/>
        </p:nvSpPr>
        <p:spPr>
          <a:xfrm>
            <a:off x="1719647" y="1108272"/>
            <a:ext cx="8599396" cy="856861"/>
          </a:xfrm>
          <a:prstGeom prst="rect">
            <a:avLst/>
          </a:prstGeom>
          <a:noFill/>
          <a:ln>
            <a:noFill/>
          </a:ln>
        </p:spPr>
        <p:txBody>
          <a:bodyPr anchorCtr="0" anchor="t" bIns="41000" lIns="81975" spcFirstLastPara="1" rIns="81975" wrap="square" tIns="41000">
            <a:spAutoFit/>
          </a:bodyPr>
          <a:lstStyle/>
          <a:p>
            <a:pPr indent="0" lvl="0" marL="0" marR="0" rtl="0" algn="l">
              <a:spcBef>
                <a:spcPts val="0"/>
              </a:spcBef>
              <a:spcAft>
                <a:spcPts val="0"/>
              </a:spcAft>
              <a:buNone/>
            </a:pPr>
            <a:r>
              <a:t/>
            </a:r>
            <a:endParaRPr b="1" sz="2515">
              <a:solidFill>
                <a:srgbClr val="000000"/>
              </a:solidFill>
              <a:latin typeface="Calibri"/>
              <a:ea typeface="Calibri"/>
              <a:cs typeface="Calibri"/>
              <a:sym typeface="Calibri"/>
            </a:endParaRPr>
          </a:p>
          <a:p>
            <a:pPr indent="0" lvl="0" marL="0" marR="0" rtl="0" algn="l">
              <a:spcBef>
                <a:spcPts val="0"/>
              </a:spcBef>
              <a:spcAft>
                <a:spcPts val="0"/>
              </a:spcAft>
              <a:buNone/>
            </a:pPr>
            <a:r>
              <a:t/>
            </a:r>
            <a:endParaRPr b="1" sz="2515">
              <a:solidFill>
                <a:srgbClr val="000000"/>
              </a:solidFill>
              <a:latin typeface="Calibri"/>
              <a:ea typeface="Calibri"/>
              <a:cs typeface="Calibri"/>
              <a:sym typeface="Calibri"/>
            </a:endParaRPr>
          </a:p>
        </p:txBody>
      </p:sp>
      <p:sp>
        <p:nvSpPr>
          <p:cNvPr id="737" name="Google Shape;737;p26"/>
          <p:cNvSpPr txBox="1"/>
          <p:nvPr/>
        </p:nvSpPr>
        <p:spPr>
          <a:xfrm>
            <a:off x="1612529" y="-1388504"/>
            <a:ext cx="8859824" cy="5132807"/>
          </a:xfrm>
          <a:prstGeom prst="rect">
            <a:avLst/>
          </a:prstGeom>
          <a:noFill/>
          <a:ln>
            <a:noFill/>
          </a:ln>
        </p:spPr>
        <p:txBody>
          <a:bodyPr anchorCtr="0" anchor="t" bIns="41000" lIns="81975" spcFirstLastPara="1" rIns="81975" wrap="square" tIns="41000">
            <a:noAutofit/>
          </a:bodyPr>
          <a:lstStyle/>
          <a:p>
            <a:pPr indent="0" lvl="0" marL="0" marR="0" rtl="0" algn="ctr">
              <a:spcBef>
                <a:spcPts val="0"/>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rgbClr val="141A37"/>
              </a:buClr>
              <a:buSzPts val="1886"/>
              <a:buFont typeface="Arial"/>
              <a:buNone/>
            </a:pPr>
            <a:r>
              <a:rPr lang="en-US" sz="1886">
                <a:solidFill>
                  <a:srgbClr val="141A37"/>
                </a:solidFill>
                <a:latin typeface="Calibri"/>
                <a:ea typeface="Calibri"/>
                <a:cs typeface="Calibri"/>
                <a:sym typeface="Calibri"/>
              </a:rPr>
              <a:t>Contact us at:</a:t>
            </a:r>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377"/>
              </a:spcBef>
              <a:spcAft>
                <a:spcPts val="0"/>
              </a:spcAft>
              <a:buClr>
                <a:schemeClr val="dk1"/>
              </a:buClr>
              <a:buSzPts val="1886"/>
              <a:buFont typeface="Arial"/>
              <a:buNone/>
            </a:pPr>
            <a:r>
              <a:t/>
            </a:r>
            <a:endParaRPr sz="1886">
              <a:solidFill>
                <a:srgbClr val="141A37"/>
              </a:solidFill>
              <a:latin typeface="Calibri"/>
              <a:ea typeface="Calibri"/>
              <a:cs typeface="Calibri"/>
              <a:sym typeface="Calibri"/>
            </a:endParaRPr>
          </a:p>
          <a:p>
            <a:pPr indent="0" lvl="0" marL="0" marR="0" rtl="0" algn="ctr">
              <a:spcBef>
                <a:spcPts val="180"/>
              </a:spcBef>
              <a:spcAft>
                <a:spcPts val="0"/>
              </a:spcAft>
              <a:buClr>
                <a:schemeClr val="dk1"/>
              </a:buClr>
              <a:buSzPts val="898"/>
              <a:buFont typeface="Arial"/>
              <a:buNone/>
            </a:pPr>
            <a:r>
              <a:t/>
            </a:r>
            <a:endParaRPr sz="897">
              <a:solidFill>
                <a:srgbClr val="141A37"/>
              </a:solidFill>
              <a:latin typeface="Calibri"/>
              <a:ea typeface="Calibri"/>
              <a:cs typeface="Calibri"/>
              <a:sym typeface="Calibri"/>
            </a:endParaRPr>
          </a:p>
          <a:p>
            <a:pPr indent="0" lvl="0" marL="0" marR="0" rtl="0" algn="ctr">
              <a:spcBef>
                <a:spcPts val="480"/>
              </a:spcBef>
              <a:spcAft>
                <a:spcPts val="0"/>
              </a:spcAft>
              <a:buClr>
                <a:srgbClr val="1F1F1F"/>
              </a:buClr>
              <a:buSzPts val="2400"/>
              <a:buFont typeface="Arial"/>
              <a:buNone/>
            </a:pPr>
            <a:r>
              <a:rPr lang="en-US" sz="2400">
                <a:solidFill>
                  <a:srgbClr val="1F1F1F"/>
                </a:solidFill>
                <a:latin typeface="Arial"/>
                <a:ea typeface="Arial"/>
                <a:cs typeface="Arial"/>
                <a:sym typeface="Arial"/>
              </a:rPr>
              <a:t>Arpit Jain</a:t>
            </a:r>
            <a:endParaRPr sz="2400">
              <a:solidFill>
                <a:srgbClr val="1F1F1F"/>
              </a:solidFill>
              <a:latin typeface="Arial"/>
              <a:ea typeface="Arial"/>
              <a:cs typeface="Arial"/>
              <a:sym typeface="Arial"/>
            </a:endParaRPr>
          </a:p>
          <a:p>
            <a:pPr indent="0" lvl="0" marL="0" marR="0" rtl="0" algn="ctr">
              <a:spcBef>
                <a:spcPts val="480"/>
              </a:spcBef>
              <a:spcAft>
                <a:spcPts val="0"/>
              </a:spcAft>
              <a:buClr>
                <a:srgbClr val="1F1F1F"/>
              </a:buClr>
              <a:buSzPts val="2400"/>
              <a:buFont typeface="Arial"/>
              <a:buNone/>
            </a:pPr>
            <a:r>
              <a:rPr lang="en-US" sz="2400">
                <a:solidFill>
                  <a:srgbClr val="1F1F1F"/>
                </a:solidFill>
                <a:latin typeface="Arial"/>
                <a:ea typeface="Arial"/>
                <a:cs typeface="Arial"/>
                <a:sym typeface="Arial"/>
              </a:rPr>
              <a:t>Centre Head, INCEIT</a:t>
            </a:r>
            <a:endParaRPr/>
          </a:p>
          <a:p>
            <a:pPr indent="0" lvl="0" marL="0" marR="0" rtl="0" algn="ctr">
              <a:spcBef>
                <a:spcPts val="480"/>
              </a:spcBef>
              <a:spcAft>
                <a:spcPts val="0"/>
              </a:spcAft>
              <a:buClr>
                <a:srgbClr val="1F1F1F"/>
              </a:buClr>
              <a:buSzPts val="2400"/>
              <a:buFont typeface="Arial"/>
              <a:buNone/>
            </a:pPr>
            <a:r>
              <a:rPr lang="en-US" sz="2400">
                <a:solidFill>
                  <a:srgbClr val="1F1F1F"/>
                </a:solidFill>
                <a:latin typeface="Arial"/>
                <a:ea typeface="Arial"/>
                <a:cs typeface="Arial"/>
                <a:sym typeface="Arial"/>
              </a:rPr>
              <a:t>Email: ajain@nust.na</a:t>
            </a:r>
            <a:endParaRPr sz="2400">
              <a:solidFill>
                <a:srgbClr val="1F1F1F"/>
              </a:solidFill>
              <a:latin typeface="Arial"/>
              <a:ea typeface="Arial"/>
              <a:cs typeface="Arial"/>
              <a:sym typeface="Arial"/>
            </a:endParaRPr>
          </a:p>
          <a:p>
            <a:pPr indent="0" lvl="0" marL="0" marR="0" rtl="0" algn="ctr">
              <a:spcBef>
                <a:spcPts val="480"/>
              </a:spcBef>
              <a:spcAft>
                <a:spcPts val="0"/>
              </a:spcAft>
              <a:buClr>
                <a:srgbClr val="1F1F1F"/>
              </a:buClr>
              <a:buSzPts val="2400"/>
              <a:buFont typeface="Arial"/>
              <a:buNone/>
            </a:pPr>
            <a:r>
              <a:rPr lang="en-US" sz="2400">
                <a:solidFill>
                  <a:srgbClr val="1F1F1F"/>
                </a:solidFill>
                <a:latin typeface="Arial"/>
                <a:ea typeface="Arial"/>
                <a:cs typeface="Arial"/>
                <a:sym typeface="Arial"/>
              </a:rPr>
              <a:t>Tel:+264 61 207 2814   |   Mob:+264 81 218 5128</a:t>
            </a:r>
            <a:endParaRPr sz="2400">
              <a:solidFill>
                <a:srgbClr val="1F1F1F"/>
              </a:solidFill>
              <a:latin typeface="Arial"/>
              <a:ea typeface="Arial"/>
              <a:cs typeface="Arial"/>
              <a:sym typeface="Arial"/>
            </a:endParaRPr>
          </a:p>
          <a:p>
            <a:pPr indent="0" lvl="0" marL="0" marR="0" rtl="0" algn="ctr">
              <a:spcBef>
                <a:spcPts val="480"/>
              </a:spcBef>
              <a:spcAft>
                <a:spcPts val="0"/>
              </a:spcAft>
              <a:buClr>
                <a:srgbClr val="1F1F1F"/>
              </a:buClr>
              <a:buSzPts val="2400"/>
              <a:buFont typeface="Arial"/>
              <a:buNone/>
            </a:pPr>
            <a:r>
              <a:rPr lang="en-US" sz="2400">
                <a:solidFill>
                  <a:srgbClr val="1F1F1F"/>
                </a:solidFill>
                <a:latin typeface="Arial"/>
                <a:ea typeface="Arial"/>
                <a:cs typeface="Arial"/>
                <a:sym typeface="Arial"/>
              </a:rPr>
              <a:t>W: https://inceit.nust.na</a:t>
            </a:r>
            <a:endParaRPr sz="2400">
              <a:solidFill>
                <a:srgbClr val="1F1F1F"/>
              </a:solidFill>
              <a:latin typeface="Arial"/>
              <a:ea typeface="Arial"/>
              <a:cs typeface="Arial"/>
              <a:sym typeface="Arial"/>
            </a:endParaRPr>
          </a:p>
        </p:txBody>
      </p:sp>
      <p:sp>
        <p:nvSpPr>
          <p:cNvPr id="738" name="Google Shape;738;p26"/>
          <p:cNvSpPr/>
          <p:nvPr/>
        </p:nvSpPr>
        <p:spPr>
          <a:xfrm>
            <a:off x="1" y="5217343"/>
            <a:ext cx="12192000" cy="1392599"/>
          </a:xfrm>
          <a:prstGeom prst="rect">
            <a:avLst/>
          </a:prstGeom>
          <a:solidFill>
            <a:srgbClr val="0F3259"/>
          </a:solidFill>
          <a:ln>
            <a:noFill/>
          </a:ln>
        </p:spPr>
        <p:txBody>
          <a:bodyPr anchorCtr="0" anchor="ctr" bIns="41050" lIns="82125" spcFirstLastPara="1" rIns="82125" wrap="square" tIns="41050">
            <a:normAutofit/>
          </a:bodyPr>
          <a:lstStyle/>
          <a:p>
            <a:pPr indent="0" lvl="0" marL="0" marR="0" rtl="0" algn="ctr">
              <a:lnSpc>
                <a:spcPct val="90000"/>
              </a:lnSpc>
              <a:spcBef>
                <a:spcPts val="0"/>
              </a:spcBef>
              <a:spcAft>
                <a:spcPts val="0"/>
              </a:spcAft>
              <a:buClr>
                <a:schemeClr val="lt1"/>
              </a:buClr>
              <a:buSzPts val="5029"/>
              <a:buFont typeface="Corbel"/>
              <a:buNone/>
            </a:pPr>
            <a:r>
              <a:rPr b="1" lang="en-US" sz="5029">
                <a:solidFill>
                  <a:schemeClr val="lt1"/>
                </a:solidFill>
                <a:latin typeface="Corbel"/>
                <a:ea typeface="Corbel"/>
                <a:cs typeface="Corbel"/>
                <a:sym typeface="Corbel"/>
              </a:rPr>
              <a:t>THANK YOU</a:t>
            </a:r>
            <a:endParaRPr/>
          </a:p>
        </p:txBody>
      </p:sp>
      <p:pic>
        <p:nvPicPr>
          <p:cNvPr id="739" name="Google Shape;739;p26"/>
          <p:cNvPicPr preferRelativeResize="0"/>
          <p:nvPr/>
        </p:nvPicPr>
        <p:blipFill rotWithShape="1">
          <a:blip r:embed="rId3">
            <a:alphaModFix/>
          </a:blip>
          <a:srcRect b="0" l="0" r="0" t="0"/>
          <a:stretch/>
        </p:blipFill>
        <p:spPr>
          <a:xfrm>
            <a:off x="3146307" y="688264"/>
            <a:ext cx="5746076" cy="1392599"/>
          </a:xfrm>
          <a:prstGeom prst="rect">
            <a:avLst/>
          </a:prstGeom>
          <a:noFill/>
          <a:ln>
            <a:noFill/>
          </a:ln>
        </p:spPr>
      </p:pic>
      <p:pic>
        <p:nvPicPr>
          <p:cNvPr id="740" name="Google Shape;740;p26"/>
          <p:cNvPicPr preferRelativeResize="0"/>
          <p:nvPr/>
        </p:nvPicPr>
        <p:blipFill rotWithShape="1">
          <a:blip r:embed="rId4">
            <a:alphaModFix/>
          </a:blip>
          <a:srcRect b="0" l="0" r="0" t="0"/>
          <a:stretch/>
        </p:blipFill>
        <p:spPr>
          <a:xfrm>
            <a:off x="11288111" y="96009"/>
            <a:ext cx="794490" cy="59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26">
      <a:dk1>
        <a:srgbClr val="3F3F3F"/>
      </a:dk1>
      <a:lt1>
        <a:srgbClr val="FFFFFF"/>
      </a:lt1>
      <a:dk2>
        <a:srgbClr val="000000"/>
      </a:dk2>
      <a:lt2>
        <a:srgbClr val="A5A5A5"/>
      </a:lt2>
      <a:accent1>
        <a:srgbClr val="954F72"/>
      </a:accent1>
      <a:accent2>
        <a:srgbClr val="0F3955"/>
      </a:accent2>
      <a:accent3>
        <a:srgbClr val="BBC3CD"/>
      </a:accent3>
      <a:accent4>
        <a:srgbClr val="484848"/>
      </a:accent4>
      <a:accent5>
        <a:srgbClr val="1F1F26"/>
      </a:accent5>
      <a:accent6>
        <a:srgbClr val="F2CAA2"/>
      </a:accent6>
      <a:hlink>
        <a:srgbClr val="00194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2020-07-30T07:06:55Z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
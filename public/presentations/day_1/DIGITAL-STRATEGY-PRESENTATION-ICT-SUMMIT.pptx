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327" r:id="rId3"/>
    <p:sldId id="329" r:id="rId4"/>
    <p:sldId id="336" r:id="rId5"/>
    <p:sldId id="338" r:id="rId6"/>
    <p:sldId id="339" r:id="rId7"/>
    <p:sldId id="340" r:id="rId8"/>
    <p:sldId id="341" r:id="rId9"/>
    <p:sldId id="342" r:id="rId10"/>
    <p:sldId id="320" r:id="rId11"/>
    <p:sldId id="344" r:id="rId12"/>
    <p:sldId id="364" r:id="rId13"/>
    <p:sldId id="365" r:id="rId14"/>
    <p:sldId id="369" r:id="rId15"/>
    <p:sldId id="368" r:id="rId16"/>
    <p:sldId id="367" r:id="rId17"/>
    <p:sldId id="363" r:id="rId18"/>
    <p:sldId id="366" r:id="rId19"/>
    <p:sldId id="351" r:id="rId20"/>
    <p:sldId id="361" r:id="rId21"/>
    <p:sldId id="362" r:id="rId22"/>
    <p:sldId id="333" r:id="rId23"/>
    <p:sldId id="298" r:id="rId24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oki Kandjimi" initials="SK" lastIdx="3" clrIdx="0">
    <p:extLst>
      <p:ext uri="{19B8F6BF-5375-455C-9EA6-DF929625EA0E}">
        <p15:presenceInfo xmlns:p15="http://schemas.microsoft.com/office/powerpoint/2012/main" userId="S-1-5-21-2768107778-390097365-3251770762-21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7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5909" autoAdjust="0"/>
  </p:normalViewPr>
  <p:slideViewPr>
    <p:cSldViewPr snapToGrid="0" snapToObjects="1">
      <p:cViewPr varScale="1">
        <p:scale>
          <a:sx n="76" d="100"/>
          <a:sy n="76" d="100"/>
        </p:scale>
        <p:origin x="100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275E31-B2C2-4A28-92DD-11D786C506D1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78B5756-6E32-407B-985F-7BB35076BCBC}">
      <dgm:prSet phldrT="[Text]"/>
      <dgm:spPr/>
      <dgm:t>
        <a:bodyPr/>
        <a:lstStyle/>
        <a:p>
          <a:r>
            <a:rPr lang="en-US" dirty="0" smtClean="0"/>
            <a:t>1</a:t>
          </a:r>
          <a:endParaRPr lang="en-GB" dirty="0"/>
        </a:p>
      </dgm:t>
    </dgm:pt>
    <dgm:pt modelId="{94EDD684-48E2-4D21-98AC-906DDDB97738}" type="parTrans" cxnId="{AD7B1910-517F-4B5C-B5EF-6BD0A4856810}">
      <dgm:prSet/>
      <dgm:spPr/>
      <dgm:t>
        <a:bodyPr/>
        <a:lstStyle/>
        <a:p>
          <a:endParaRPr lang="en-GB"/>
        </a:p>
      </dgm:t>
    </dgm:pt>
    <dgm:pt modelId="{F3E34BF1-EC04-4894-8C79-96F9DFF20CB4}" type="sibTrans" cxnId="{AD7B1910-517F-4B5C-B5EF-6BD0A4856810}">
      <dgm:prSet/>
      <dgm:spPr/>
      <dgm:t>
        <a:bodyPr/>
        <a:lstStyle/>
        <a:p>
          <a:endParaRPr lang="en-GB"/>
        </a:p>
      </dgm:t>
    </dgm:pt>
    <dgm:pt modelId="{724F8ECD-45F2-4205-A25E-63995DCF102B}">
      <dgm:prSet phldrT="[Text]"/>
      <dgm:spPr/>
      <dgm:t>
        <a:bodyPr/>
        <a:lstStyle/>
        <a:p>
          <a:r>
            <a:rPr lang="en-US" dirty="0" smtClean="0"/>
            <a:t>INTRODUCTION</a:t>
          </a:r>
          <a:endParaRPr lang="en-GB" dirty="0"/>
        </a:p>
      </dgm:t>
    </dgm:pt>
    <dgm:pt modelId="{5872381F-A2FE-4148-B94C-BF2D5CE94941}" type="parTrans" cxnId="{29C5E6CF-9880-4E0F-9BA5-418A4C125480}">
      <dgm:prSet/>
      <dgm:spPr/>
      <dgm:t>
        <a:bodyPr/>
        <a:lstStyle/>
        <a:p>
          <a:endParaRPr lang="en-GB"/>
        </a:p>
      </dgm:t>
    </dgm:pt>
    <dgm:pt modelId="{06E84DE7-4A70-44D5-BEDC-BB2A341A3AEF}" type="sibTrans" cxnId="{29C5E6CF-9880-4E0F-9BA5-418A4C125480}">
      <dgm:prSet/>
      <dgm:spPr/>
      <dgm:t>
        <a:bodyPr/>
        <a:lstStyle/>
        <a:p>
          <a:endParaRPr lang="en-GB"/>
        </a:p>
      </dgm:t>
    </dgm:pt>
    <dgm:pt modelId="{6C1E7D51-ED8D-43D6-84F5-3B26697DA4DB}">
      <dgm:prSet phldrT="[Text]"/>
      <dgm:spPr/>
      <dgm:t>
        <a:bodyPr/>
        <a:lstStyle/>
        <a:p>
          <a:r>
            <a:rPr lang="en-US" dirty="0" smtClean="0"/>
            <a:t>2</a:t>
          </a:r>
          <a:endParaRPr lang="en-GB" dirty="0"/>
        </a:p>
      </dgm:t>
    </dgm:pt>
    <dgm:pt modelId="{DC2244F5-F9EA-4CD6-B701-781C6668E50B}" type="parTrans" cxnId="{B146380D-6038-4F77-B5A6-88A6E1C2CF7C}">
      <dgm:prSet/>
      <dgm:spPr/>
      <dgm:t>
        <a:bodyPr/>
        <a:lstStyle/>
        <a:p>
          <a:endParaRPr lang="en-GB"/>
        </a:p>
      </dgm:t>
    </dgm:pt>
    <dgm:pt modelId="{8BEFCF2B-0090-4491-B605-68F4896C49A9}" type="sibTrans" cxnId="{B146380D-6038-4F77-B5A6-88A6E1C2CF7C}">
      <dgm:prSet/>
      <dgm:spPr/>
      <dgm:t>
        <a:bodyPr/>
        <a:lstStyle/>
        <a:p>
          <a:endParaRPr lang="en-GB"/>
        </a:p>
      </dgm:t>
    </dgm:pt>
    <dgm:pt modelId="{C381326F-EF64-471A-B9D3-86D14F6485ED}">
      <dgm:prSet phldrT="[Text]"/>
      <dgm:spPr/>
      <dgm:t>
        <a:bodyPr/>
        <a:lstStyle/>
        <a:p>
          <a:r>
            <a:rPr lang="en-US" dirty="0" smtClean="0"/>
            <a:t>HIGH LEVEL STATEMENTS</a:t>
          </a:r>
          <a:endParaRPr lang="en-GB" dirty="0"/>
        </a:p>
      </dgm:t>
    </dgm:pt>
    <dgm:pt modelId="{E50C5258-62C3-445E-B904-395D0E4EEF86}" type="parTrans" cxnId="{D8AE776E-D760-4408-9C2B-65ADD9B877A4}">
      <dgm:prSet/>
      <dgm:spPr/>
      <dgm:t>
        <a:bodyPr/>
        <a:lstStyle/>
        <a:p>
          <a:endParaRPr lang="en-GB"/>
        </a:p>
      </dgm:t>
    </dgm:pt>
    <dgm:pt modelId="{71EDC719-A5EF-4875-AAA4-C97996E00494}" type="sibTrans" cxnId="{D8AE776E-D760-4408-9C2B-65ADD9B877A4}">
      <dgm:prSet/>
      <dgm:spPr/>
      <dgm:t>
        <a:bodyPr/>
        <a:lstStyle/>
        <a:p>
          <a:endParaRPr lang="en-GB"/>
        </a:p>
      </dgm:t>
    </dgm:pt>
    <dgm:pt modelId="{13B6B47C-519B-4F21-9EB5-C673882CAB78}">
      <dgm:prSet phldrT="[Text]"/>
      <dgm:spPr/>
      <dgm:t>
        <a:bodyPr/>
        <a:lstStyle/>
        <a:p>
          <a:r>
            <a:rPr lang="en-US" dirty="0" smtClean="0"/>
            <a:t>METHODOLOGY/APPROACH</a:t>
          </a:r>
          <a:endParaRPr lang="en-GB" dirty="0"/>
        </a:p>
      </dgm:t>
    </dgm:pt>
    <dgm:pt modelId="{FA35393C-8FE1-4C9D-8BAE-E3255F9097F8}" type="parTrans" cxnId="{B1228CDB-0350-417E-BB0D-2BEA5E71A439}">
      <dgm:prSet/>
      <dgm:spPr/>
      <dgm:t>
        <a:bodyPr/>
        <a:lstStyle/>
        <a:p>
          <a:endParaRPr lang="en-GB"/>
        </a:p>
      </dgm:t>
    </dgm:pt>
    <dgm:pt modelId="{47162900-5313-4F42-87C9-81959D12252B}" type="sibTrans" cxnId="{B1228CDB-0350-417E-BB0D-2BEA5E71A439}">
      <dgm:prSet/>
      <dgm:spPr/>
      <dgm:t>
        <a:bodyPr/>
        <a:lstStyle/>
        <a:p>
          <a:endParaRPr lang="en-GB"/>
        </a:p>
      </dgm:t>
    </dgm:pt>
    <dgm:pt modelId="{9BAFC9B7-9144-4AED-8C9E-CADB05A418B0}">
      <dgm:prSet phldrT="[Text]"/>
      <dgm:spPr/>
      <dgm:t>
        <a:bodyPr/>
        <a:lstStyle/>
        <a:p>
          <a:r>
            <a:rPr lang="en-US" dirty="0" smtClean="0"/>
            <a:t>3</a:t>
          </a:r>
          <a:endParaRPr lang="en-GB" dirty="0"/>
        </a:p>
      </dgm:t>
    </dgm:pt>
    <dgm:pt modelId="{6837164B-7377-4CDA-B89D-7A62A446E9CA}" type="parTrans" cxnId="{75A007E2-77C2-44D4-95BF-7E7005F7D2CA}">
      <dgm:prSet/>
      <dgm:spPr/>
      <dgm:t>
        <a:bodyPr/>
        <a:lstStyle/>
        <a:p>
          <a:endParaRPr lang="en-GB"/>
        </a:p>
      </dgm:t>
    </dgm:pt>
    <dgm:pt modelId="{8AEDE668-61C4-4CEA-8027-FC8FD610CF92}" type="sibTrans" cxnId="{75A007E2-77C2-44D4-95BF-7E7005F7D2CA}">
      <dgm:prSet/>
      <dgm:spPr/>
      <dgm:t>
        <a:bodyPr/>
        <a:lstStyle/>
        <a:p>
          <a:endParaRPr lang="en-GB"/>
        </a:p>
      </dgm:t>
    </dgm:pt>
    <dgm:pt modelId="{AC62B402-2C5B-4C15-B69D-C23031BC351B}">
      <dgm:prSet phldrT="[Text]"/>
      <dgm:spPr/>
      <dgm:t>
        <a:bodyPr/>
        <a:lstStyle/>
        <a:p>
          <a:r>
            <a:rPr lang="en-US" dirty="0" smtClean="0"/>
            <a:t>4</a:t>
          </a:r>
          <a:endParaRPr lang="en-GB" dirty="0"/>
        </a:p>
      </dgm:t>
    </dgm:pt>
    <dgm:pt modelId="{02CB4BF8-D76E-476A-B2DA-450EE9899330}" type="parTrans" cxnId="{FBACC3AD-77CA-4E05-AF95-CBFF13C20807}">
      <dgm:prSet/>
      <dgm:spPr/>
      <dgm:t>
        <a:bodyPr/>
        <a:lstStyle/>
        <a:p>
          <a:endParaRPr lang="en-GB"/>
        </a:p>
      </dgm:t>
    </dgm:pt>
    <dgm:pt modelId="{078B9805-C3D8-4928-8769-5A4C8B16EDE8}" type="sibTrans" cxnId="{FBACC3AD-77CA-4E05-AF95-CBFF13C20807}">
      <dgm:prSet/>
      <dgm:spPr/>
      <dgm:t>
        <a:bodyPr/>
        <a:lstStyle/>
        <a:p>
          <a:endParaRPr lang="en-GB"/>
        </a:p>
      </dgm:t>
    </dgm:pt>
    <dgm:pt modelId="{A01F0645-4BE6-4C75-BC63-04ADBF2068C7}">
      <dgm:prSet phldrT="[Text]"/>
      <dgm:spPr/>
      <dgm:t>
        <a:bodyPr/>
        <a:lstStyle/>
        <a:p>
          <a:r>
            <a:rPr lang="en-US" dirty="0" smtClean="0"/>
            <a:t>5</a:t>
          </a:r>
          <a:endParaRPr lang="en-GB" dirty="0"/>
        </a:p>
      </dgm:t>
    </dgm:pt>
    <dgm:pt modelId="{A861EAC4-FD7B-477A-918E-24938BC98D35}" type="parTrans" cxnId="{6518A0D2-5225-4621-8EC4-C97EEE6D65C0}">
      <dgm:prSet/>
      <dgm:spPr/>
      <dgm:t>
        <a:bodyPr/>
        <a:lstStyle/>
        <a:p>
          <a:endParaRPr lang="en-GB"/>
        </a:p>
      </dgm:t>
    </dgm:pt>
    <dgm:pt modelId="{89D57063-A495-425B-8A79-79B15D001E1B}" type="sibTrans" cxnId="{6518A0D2-5225-4621-8EC4-C97EEE6D65C0}">
      <dgm:prSet/>
      <dgm:spPr/>
      <dgm:t>
        <a:bodyPr/>
        <a:lstStyle/>
        <a:p>
          <a:endParaRPr lang="en-GB"/>
        </a:p>
      </dgm:t>
    </dgm:pt>
    <dgm:pt modelId="{A9CFC15A-7E74-464E-A8EA-697E3AB245F1}">
      <dgm:prSet phldrT="[Text]"/>
      <dgm:spPr/>
      <dgm:t>
        <a:bodyPr/>
        <a:lstStyle/>
        <a:p>
          <a:r>
            <a:rPr lang="en-US" dirty="0" smtClean="0"/>
            <a:t>6</a:t>
          </a:r>
          <a:endParaRPr lang="en-GB" dirty="0"/>
        </a:p>
      </dgm:t>
    </dgm:pt>
    <dgm:pt modelId="{91C68416-6741-4CF4-B84D-0434CE8AAED1}" type="parTrans" cxnId="{65391EE8-F376-4C37-AC68-735D39E4C86B}">
      <dgm:prSet/>
      <dgm:spPr/>
      <dgm:t>
        <a:bodyPr/>
        <a:lstStyle/>
        <a:p>
          <a:endParaRPr lang="en-GB"/>
        </a:p>
      </dgm:t>
    </dgm:pt>
    <dgm:pt modelId="{9A7C01C4-0BAE-4696-9ADE-CB5CFCFEC3C3}" type="sibTrans" cxnId="{65391EE8-F376-4C37-AC68-735D39E4C86B}">
      <dgm:prSet/>
      <dgm:spPr/>
      <dgm:t>
        <a:bodyPr/>
        <a:lstStyle/>
        <a:p>
          <a:endParaRPr lang="en-GB"/>
        </a:p>
      </dgm:t>
    </dgm:pt>
    <dgm:pt modelId="{B7BAC524-9043-484F-A572-DCF6155DA1A7}">
      <dgm:prSet phldrT="[Text]"/>
      <dgm:spPr/>
      <dgm:t>
        <a:bodyPr/>
        <a:lstStyle/>
        <a:p>
          <a:r>
            <a:rPr lang="en-US" dirty="0" smtClean="0"/>
            <a:t>CHALLENGES</a:t>
          </a:r>
          <a:endParaRPr lang="en-GB" dirty="0"/>
        </a:p>
      </dgm:t>
    </dgm:pt>
    <dgm:pt modelId="{9662B95D-524E-4295-98FB-D75EEAB49377}" type="parTrans" cxnId="{8D6793B7-9BF1-4E65-B90C-24B331E539B5}">
      <dgm:prSet/>
      <dgm:spPr/>
      <dgm:t>
        <a:bodyPr/>
        <a:lstStyle/>
        <a:p>
          <a:endParaRPr lang="en-GB"/>
        </a:p>
      </dgm:t>
    </dgm:pt>
    <dgm:pt modelId="{D0D285AC-6F26-427E-84CE-A6FA8D05CE2C}" type="sibTrans" cxnId="{8D6793B7-9BF1-4E65-B90C-24B331E539B5}">
      <dgm:prSet/>
      <dgm:spPr/>
      <dgm:t>
        <a:bodyPr/>
        <a:lstStyle/>
        <a:p>
          <a:endParaRPr lang="en-GB"/>
        </a:p>
      </dgm:t>
    </dgm:pt>
    <dgm:pt modelId="{1C005829-29C0-4DDD-BC83-74D0C29F29CF}">
      <dgm:prSet phldrT="[Text]"/>
      <dgm:spPr/>
      <dgm:t>
        <a:bodyPr/>
        <a:lstStyle/>
        <a:p>
          <a:r>
            <a:rPr lang="en-US" dirty="0" smtClean="0"/>
            <a:t>POLICY ALIGHNMENT</a:t>
          </a:r>
          <a:endParaRPr lang="en-GB" dirty="0"/>
        </a:p>
      </dgm:t>
    </dgm:pt>
    <dgm:pt modelId="{53C5C2ED-7AF2-4E57-A9E5-FB80F0AC3934}" type="parTrans" cxnId="{9C183A8A-C6E0-46DC-A886-4D170C23E2B7}">
      <dgm:prSet/>
      <dgm:spPr/>
      <dgm:t>
        <a:bodyPr/>
        <a:lstStyle/>
        <a:p>
          <a:endParaRPr lang="en-GB"/>
        </a:p>
      </dgm:t>
    </dgm:pt>
    <dgm:pt modelId="{95482A6B-6725-4949-BD0C-F8EC8764C051}" type="sibTrans" cxnId="{9C183A8A-C6E0-46DC-A886-4D170C23E2B7}">
      <dgm:prSet/>
      <dgm:spPr/>
      <dgm:t>
        <a:bodyPr/>
        <a:lstStyle/>
        <a:p>
          <a:endParaRPr lang="en-GB"/>
        </a:p>
      </dgm:t>
    </dgm:pt>
    <dgm:pt modelId="{332EA9FB-1714-4418-9814-D07105894213}">
      <dgm:prSet phldrT="[Text]"/>
      <dgm:spPr/>
      <dgm:t>
        <a:bodyPr/>
        <a:lstStyle/>
        <a:p>
          <a:r>
            <a:rPr lang="en-US" dirty="0" smtClean="0"/>
            <a:t>ALIGNMENT</a:t>
          </a:r>
          <a:endParaRPr lang="en-GB" dirty="0"/>
        </a:p>
      </dgm:t>
    </dgm:pt>
    <dgm:pt modelId="{0AC6F289-E3C9-4C97-8626-02777CD3A238}" type="parTrans" cxnId="{3FC044F0-7445-4F7A-A99D-E27D98C851C8}">
      <dgm:prSet/>
      <dgm:spPr/>
      <dgm:t>
        <a:bodyPr/>
        <a:lstStyle/>
        <a:p>
          <a:endParaRPr lang="en-GB"/>
        </a:p>
      </dgm:t>
    </dgm:pt>
    <dgm:pt modelId="{5693E0D0-A78B-4391-AC9B-8CD161C0E628}" type="sibTrans" cxnId="{3FC044F0-7445-4F7A-A99D-E27D98C851C8}">
      <dgm:prSet/>
      <dgm:spPr/>
      <dgm:t>
        <a:bodyPr/>
        <a:lstStyle/>
        <a:p>
          <a:endParaRPr lang="en-GB"/>
        </a:p>
      </dgm:t>
    </dgm:pt>
    <dgm:pt modelId="{B827BD7F-D51B-4F84-810E-F4F3FECC75FA}">
      <dgm:prSet phldrT="[Text]"/>
      <dgm:spPr/>
      <dgm:t>
        <a:bodyPr/>
        <a:lstStyle/>
        <a:p>
          <a:r>
            <a:rPr lang="en-US" dirty="0" smtClean="0"/>
            <a:t>7</a:t>
          </a:r>
          <a:endParaRPr lang="en-GB" dirty="0"/>
        </a:p>
      </dgm:t>
    </dgm:pt>
    <dgm:pt modelId="{A4212D37-51FC-47D8-9A26-F0FEACD73889}" type="parTrans" cxnId="{EFB8173F-80F7-4283-9643-040463FBB0CC}">
      <dgm:prSet/>
      <dgm:spPr/>
      <dgm:t>
        <a:bodyPr/>
        <a:lstStyle/>
        <a:p>
          <a:endParaRPr lang="en-GB"/>
        </a:p>
      </dgm:t>
    </dgm:pt>
    <dgm:pt modelId="{FDC0B66A-47E3-40D6-B0D1-7E89CA9779D9}" type="sibTrans" cxnId="{EFB8173F-80F7-4283-9643-040463FBB0CC}">
      <dgm:prSet/>
      <dgm:spPr/>
      <dgm:t>
        <a:bodyPr/>
        <a:lstStyle/>
        <a:p>
          <a:endParaRPr lang="en-GB"/>
        </a:p>
      </dgm:t>
    </dgm:pt>
    <dgm:pt modelId="{E0CCE353-1F2B-420A-8BC5-8CEA8B613B30}">
      <dgm:prSet phldrT="[Text]"/>
      <dgm:spPr/>
      <dgm:t>
        <a:bodyPr/>
        <a:lstStyle/>
        <a:p>
          <a:r>
            <a:rPr lang="en-US" dirty="0" smtClean="0"/>
            <a:t>8</a:t>
          </a:r>
          <a:endParaRPr lang="en-GB" dirty="0"/>
        </a:p>
      </dgm:t>
    </dgm:pt>
    <dgm:pt modelId="{12297D0E-12FB-4517-9120-DB694CDA3BC6}" type="parTrans" cxnId="{2CDC68F3-9F8F-44BC-86DC-1143E94ED616}">
      <dgm:prSet/>
      <dgm:spPr/>
      <dgm:t>
        <a:bodyPr/>
        <a:lstStyle/>
        <a:p>
          <a:endParaRPr lang="en-GB"/>
        </a:p>
      </dgm:t>
    </dgm:pt>
    <dgm:pt modelId="{DA0EA507-B693-49AC-A47D-17585C5A2696}" type="sibTrans" cxnId="{2CDC68F3-9F8F-44BC-86DC-1143E94ED616}">
      <dgm:prSet/>
      <dgm:spPr/>
      <dgm:t>
        <a:bodyPr/>
        <a:lstStyle/>
        <a:p>
          <a:endParaRPr lang="en-GB"/>
        </a:p>
      </dgm:t>
    </dgm:pt>
    <dgm:pt modelId="{993F3A0B-433A-4B6F-909B-5FE2811BD538}">
      <dgm:prSet phldrT="[Text]"/>
      <dgm:spPr/>
      <dgm:t>
        <a:bodyPr/>
        <a:lstStyle/>
        <a:p>
          <a:r>
            <a:rPr lang="en-US" dirty="0" smtClean="0"/>
            <a:t>9</a:t>
          </a:r>
          <a:endParaRPr lang="en-GB" dirty="0"/>
        </a:p>
      </dgm:t>
    </dgm:pt>
    <dgm:pt modelId="{925074AF-AEE3-4B53-A207-1A4C552B51E4}" type="parTrans" cxnId="{C27F8B29-6D1C-4938-BD1F-B630B9264BDA}">
      <dgm:prSet/>
      <dgm:spPr/>
      <dgm:t>
        <a:bodyPr/>
        <a:lstStyle/>
        <a:p>
          <a:endParaRPr lang="en-GB"/>
        </a:p>
      </dgm:t>
    </dgm:pt>
    <dgm:pt modelId="{865AC556-833F-4836-BCA7-3CB1B6A6E71E}" type="sibTrans" cxnId="{C27F8B29-6D1C-4938-BD1F-B630B9264BDA}">
      <dgm:prSet/>
      <dgm:spPr/>
      <dgm:t>
        <a:bodyPr/>
        <a:lstStyle/>
        <a:p>
          <a:endParaRPr lang="en-GB"/>
        </a:p>
      </dgm:t>
    </dgm:pt>
    <dgm:pt modelId="{FF69FC7F-39E2-4E5E-8EAE-4C95DD77FDBE}">
      <dgm:prSet phldrT="[Text]"/>
      <dgm:spPr/>
      <dgm:t>
        <a:bodyPr/>
        <a:lstStyle/>
        <a:p>
          <a:r>
            <a:rPr lang="en-US" dirty="0" smtClean="0"/>
            <a:t>STRATEGIC FRAMEWORK</a:t>
          </a:r>
          <a:endParaRPr lang="en-GB" dirty="0"/>
        </a:p>
      </dgm:t>
    </dgm:pt>
    <dgm:pt modelId="{3A579678-2B3D-498B-8D52-6A571F1B3280}" type="parTrans" cxnId="{10F3757C-7AF1-4DF6-B57B-136ED167B7A4}">
      <dgm:prSet/>
      <dgm:spPr/>
      <dgm:t>
        <a:bodyPr/>
        <a:lstStyle/>
        <a:p>
          <a:endParaRPr lang="en-GB"/>
        </a:p>
      </dgm:t>
    </dgm:pt>
    <dgm:pt modelId="{F955FC56-46E4-433F-A702-0F078C1EEEBF}" type="sibTrans" cxnId="{10F3757C-7AF1-4DF6-B57B-136ED167B7A4}">
      <dgm:prSet/>
      <dgm:spPr/>
      <dgm:t>
        <a:bodyPr/>
        <a:lstStyle/>
        <a:p>
          <a:endParaRPr lang="en-GB"/>
        </a:p>
      </dgm:t>
    </dgm:pt>
    <dgm:pt modelId="{E1FA2A88-7B3C-4578-8635-F7B063F83BB9}">
      <dgm:prSet phldrT="[Text]"/>
      <dgm:spPr/>
      <dgm:t>
        <a:bodyPr/>
        <a:lstStyle/>
        <a:p>
          <a:r>
            <a:rPr lang="en-US" dirty="0" smtClean="0"/>
            <a:t>PILLAR FOCUS</a:t>
          </a:r>
          <a:endParaRPr lang="en-GB" dirty="0"/>
        </a:p>
      </dgm:t>
    </dgm:pt>
    <dgm:pt modelId="{6B1D82A9-4AFB-4229-AB0B-2686A614B5DD}" type="parTrans" cxnId="{96E6205B-4689-42D4-A8DB-9C5298DC6811}">
      <dgm:prSet/>
      <dgm:spPr/>
      <dgm:t>
        <a:bodyPr/>
        <a:lstStyle/>
        <a:p>
          <a:endParaRPr lang="en-GB"/>
        </a:p>
      </dgm:t>
    </dgm:pt>
    <dgm:pt modelId="{87AC4E30-C5F9-4750-AF7B-78D1306FEE8D}" type="sibTrans" cxnId="{96E6205B-4689-42D4-A8DB-9C5298DC6811}">
      <dgm:prSet/>
      <dgm:spPr/>
      <dgm:t>
        <a:bodyPr/>
        <a:lstStyle/>
        <a:p>
          <a:endParaRPr lang="en-GB"/>
        </a:p>
      </dgm:t>
    </dgm:pt>
    <dgm:pt modelId="{4F6A77D3-5348-43E3-B56E-C6BED16D68BA}">
      <dgm:prSet phldrT="[Text]"/>
      <dgm:spPr/>
      <dgm:t>
        <a:bodyPr/>
        <a:lstStyle/>
        <a:p>
          <a:r>
            <a:rPr lang="en-US" dirty="0" smtClean="0"/>
            <a:t>10</a:t>
          </a:r>
          <a:endParaRPr lang="en-GB" dirty="0"/>
        </a:p>
      </dgm:t>
    </dgm:pt>
    <dgm:pt modelId="{D2CD4736-999A-4BED-9267-8AEF7DD833EF}" type="parTrans" cxnId="{6DDE0777-E73D-4A0A-B09F-90A21ECCE67C}">
      <dgm:prSet/>
      <dgm:spPr/>
      <dgm:t>
        <a:bodyPr/>
        <a:lstStyle/>
        <a:p>
          <a:endParaRPr lang="en-GB"/>
        </a:p>
      </dgm:t>
    </dgm:pt>
    <dgm:pt modelId="{F44F61AC-0CC1-472F-9183-0BAC183D267E}" type="sibTrans" cxnId="{6DDE0777-E73D-4A0A-B09F-90A21ECCE67C}">
      <dgm:prSet/>
      <dgm:spPr/>
      <dgm:t>
        <a:bodyPr/>
        <a:lstStyle/>
        <a:p>
          <a:endParaRPr lang="en-GB"/>
        </a:p>
      </dgm:t>
    </dgm:pt>
    <dgm:pt modelId="{7BCB3712-DFB5-437D-9E46-0361079AD702}">
      <dgm:prSet phldrT="[Text]"/>
      <dgm:spPr/>
      <dgm:t>
        <a:bodyPr/>
        <a:lstStyle/>
        <a:p>
          <a:r>
            <a:rPr lang="en-US" dirty="0" smtClean="0"/>
            <a:t>IMPLEMENTATION</a:t>
          </a:r>
          <a:endParaRPr lang="en-GB" dirty="0"/>
        </a:p>
      </dgm:t>
    </dgm:pt>
    <dgm:pt modelId="{1B5DC478-1BFB-434F-BBE0-33B5DBB57067}" type="parTrans" cxnId="{4B869380-7800-46A1-9F95-6C04C1846AF9}">
      <dgm:prSet/>
      <dgm:spPr/>
      <dgm:t>
        <a:bodyPr/>
        <a:lstStyle/>
        <a:p>
          <a:endParaRPr lang="en-GB"/>
        </a:p>
      </dgm:t>
    </dgm:pt>
    <dgm:pt modelId="{1DCA32E2-0765-47D4-98D0-2365C04EE43F}" type="sibTrans" cxnId="{4B869380-7800-46A1-9F95-6C04C1846AF9}">
      <dgm:prSet/>
      <dgm:spPr/>
      <dgm:t>
        <a:bodyPr/>
        <a:lstStyle/>
        <a:p>
          <a:endParaRPr lang="en-GB"/>
        </a:p>
      </dgm:t>
    </dgm:pt>
    <dgm:pt modelId="{26203328-9000-42E9-96B1-EAAA7D5A8925}">
      <dgm:prSet phldrT="[Text]"/>
      <dgm:spPr/>
      <dgm:t>
        <a:bodyPr/>
        <a:lstStyle/>
        <a:p>
          <a:r>
            <a:rPr lang="en-US" dirty="0" smtClean="0"/>
            <a:t>MONITORING &amp; EVALUATION</a:t>
          </a:r>
          <a:endParaRPr lang="en-GB" dirty="0"/>
        </a:p>
      </dgm:t>
    </dgm:pt>
    <dgm:pt modelId="{2AA2CCD7-3F7A-4392-948E-D62B4ED2A6CB}" type="parTrans" cxnId="{85E9579F-1CD8-4917-9D1A-37C28EF1A371}">
      <dgm:prSet/>
      <dgm:spPr/>
      <dgm:t>
        <a:bodyPr/>
        <a:lstStyle/>
        <a:p>
          <a:endParaRPr lang="en-GB"/>
        </a:p>
      </dgm:t>
    </dgm:pt>
    <dgm:pt modelId="{D3C3E66A-6770-4313-AE1F-0236E4C99BEF}" type="sibTrans" cxnId="{85E9579F-1CD8-4917-9D1A-37C28EF1A371}">
      <dgm:prSet/>
      <dgm:spPr/>
      <dgm:t>
        <a:bodyPr/>
        <a:lstStyle/>
        <a:p>
          <a:endParaRPr lang="en-GB"/>
        </a:p>
      </dgm:t>
    </dgm:pt>
    <dgm:pt modelId="{249C301C-C707-4A1E-AA4C-92D513081525}" type="pres">
      <dgm:prSet presAssocID="{67275E31-B2C2-4A28-92DD-11D786C506D1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F4ED76E5-2666-4602-B4EC-198DCA7EF4AB}" type="pres">
      <dgm:prSet presAssocID="{D78B5756-6E32-407B-985F-7BB35076BCBC}" presName="composite" presStyleCnt="0"/>
      <dgm:spPr/>
    </dgm:pt>
    <dgm:pt modelId="{F6575BE3-9383-4E49-976D-A8F186E9E45E}" type="pres">
      <dgm:prSet presAssocID="{D78B5756-6E32-407B-985F-7BB35076BCBC}" presName="parentText" presStyleLbl="alignNode1" presStyleIdx="0" presStyleCnt="1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3BEA6BE-BE4A-4A49-B07D-1E4B91218DDA}" type="pres">
      <dgm:prSet presAssocID="{D78B5756-6E32-407B-985F-7BB35076BCBC}" presName="descendantText" presStyleLbl="alignAcc1" presStyleIdx="0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363C7FA-BC24-496C-9C82-DB646D232E57}" type="pres">
      <dgm:prSet presAssocID="{F3E34BF1-EC04-4894-8C79-96F9DFF20CB4}" presName="sp" presStyleCnt="0"/>
      <dgm:spPr/>
    </dgm:pt>
    <dgm:pt modelId="{2DDC2500-1B39-4693-9185-98A8B908260D}" type="pres">
      <dgm:prSet presAssocID="{6C1E7D51-ED8D-43D6-84F5-3B26697DA4DB}" presName="composite" presStyleCnt="0"/>
      <dgm:spPr/>
    </dgm:pt>
    <dgm:pt modelId="{973972D5-F1B4-4F5B-872E-6A3FADF2F98B}" type="pres">
      <dgm:prSet presAssocID="{6C1E7D51-ED8D-43D6-84F5-3B26697DA4DB}" presName="parentText" presStyleLbl="alignNode1" presStyleIdx="1" presStyleCnt="1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363F0B2-30F5-4B7C-A1C1-9B9093F67752}" type="pres">
      <dgm:prSet presAssocID="{6C1E7D51-ED8D-43D6-84F5-3B26697DA4DB}" presName="descendantText" presStyleLbl="alignAcc1" presStyleIdx="1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830C6F5-63C6-4D0E-8648-3F6E25BAC615}" type="pres">
      <dgm:prSet presAssocID="{8BEFCF2B-0090-4491-B605-68F4896C49A9}" presName="sp" presStyleCnt="0"/>
      <dgm:spPr/>
    </dgm:pt>
    <dgm:pt modelId="{CB1330D2-CE8F-4177-B5F0-100B9BC16B09}" type="pres">
      <dgm:prSet presAssocID="{9BAFC9B7-9144-4AED-8C9E-CADB05A418B0}" presName="composite" presStyleCnt="0"/>
      <dgm:spPr/>
    </dgm:pt>
    <dgm:pt modelId="{0605E218-4009-4972-B225-6D01D6683D61}" type="pres">
      <dgm:prSet presAssocID="{9BAFC9B7-9144-4AED-8C9E-CADB05A418B0}" presName="parentText" presStyleLbl="alignNode1" presStyleIdx="2" presStyleCnt="1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E8D0D84-2811-4C4E-9EFB-937B743B3105}" type="pres">
      <dgm:prSet presAssocID="{9BAFC9B7-9144-4AED-8C9E-CADB05A418B0}" presName="descendantText" presStyleLbl="alignAcc1" presStyleIdx="2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44CCBE9-5CB8-425A-97D6-8B364B316A9F}" type="pres">
      <dgm:prSet presAssocID="{8AEDE668-61C4-4CEA-8027-FC8FD610CF92}" presName="sp" presStyleCnt="0"/>
      <dgm:spPr/>
    </dgm:pt>
    <dgm:pt modelId="{FB7DE421-6172-482A-89F8-7B69537D8730}" type="pres">
      <dgm:prSet presAssocID="{AC62B402-2C5B-4C15-B69D-C23031BC351B}" presName="composite" presStyleCnt="0"/>
      <dgm:spPr/>
    </dgm:pt>
    <dgm:pt modelId="{B733E233-DB48-4CDD-9BCF-048050702180}" type="pres">
      <dgm:prSet presAssocID="{AC62B402-2C5B-4C15-B69D-C23031BC351B}" presName="parentText" presStyleLbl="alignNode1" presStyleIdx="3" presStyleCnt="1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D8FA867-EA4B-4517-ABDC-CA58C33F6A1A}" type="pres">
      <dgm:prSet presAssocID="{AC62B402-2C5B-4C15-B69D-C23031BC351B}" presName="descendantText" presStyleLbl="alignAcc1" presStyleIdx="3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C02BB30-69F9-4AF1-A0BE-B38889778D03}" type="pres">
      <dgm:prSet presAssocID="{078B9805-C3D8-4928-8769-5A4C8B16EDE8}" presName="sp" presStyleCnt="0"/>
      <dgm:spPr/>
    </dgm:pt>
    <dgm:pt modelId="{40C796E8-E9FE-4F05-A6CE-9E9DBE2470BB}" type="pres">
      <dgm:prSet presAssocID="{A01F0645-4BE6-4C75-BC63-04ADBF2068C7}" presName="composite" presStyleCnt="0"/>
      <dgm:spPr/>
    </dgm:pt>
    <dgm:pt modelId="{01122F64-C77B-4D86-B7FA-8388FDB6D260}" type="pres">
      <dgm:prSet presAssocID="{A01F0645-4BE6-4C75-BC63-04ADBF2068C7}" presName="parentText" presStyleLbl="alignNode1" presStyleIdx="4" presStyleCnt="1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BF75BAF-5DE4-4FC9-8BCB-33AA91587736}" type="pres">
      <dgm:prSet presAssocID="{A01F0645-4BE6-4C75-BC63-04ADBF2068C7}" presName="descendantText" presStyleLbl="alignAcc1" presStyleIdx="4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844856C-387A-4C4A-8ADC-A38995443BC9}" type="pres">
      <dgm:prSet presAssocID="{89D57063-A495-425B-8A79-79B15D001E1B}" presName="sp" presStyleCnt="0"/>
      <dgm:spPr/>
    </dgm:pt>
    <dgm:pt modelId="{A1CD3615-611B-4076-9371-8168BF22C3C3}" type="pres">
      <dgm:prSet presAssocID="{A9CFC15A-7E74-464E-A8EA-697E3AB245F1}" presName="composite" presStyleCnt="0"/>
      <dgm:spPr/>
    </dgm:pt>
    <dgm:pt modelId="{A371CB7F-B5D0-4410-982E-0A851211038F}" type="pres">
      <dgm:prSet presAssocID="{A9CFC15A-7E74-464E-A8EA-697E3AB245F1}" presName="parentText" presStyleLbl="alignNode1" presStyleIdx="5" presStyleCnt="1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0596114A-DB7A-4484-93B2-8283FDCBA84F}" type="pres">
      <dgm:prSet presAssocID="{A9CFC15A-7E74-464E-A8EA-697E3AB245F1}" presName="descendantText" presStyleLbl="alignAcc1" presStyleIdx="5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5FAB925-A500-4E16-94B1-8B5EFC35F114}" type="pres">
      <dgm:prSet presAssocID="{9A7C01C4-0BAE-4696-9ADE-CB5CFCFEC3C3}" presName="sp" presStyleCnt="0"/>
      <dgm:spPr/>
    </dgm:pt>
    <dgm:pt modelId="{B2C8C7AC-3457-4C74-8CC1-0DDA84F36BF4}" type="pres">
      <dgm:prSet presAssocID="{B827BD7F-D51B-4F84-810E-F4F3FECC75FA}" presName="composite" presStyleCnt="0"/>
      <dgm:spPr/>
    </dgm:pt>
    <dgm:pt modelId="{AE2CCC30-F9F9-4B5F-8E09-47F30A3F9CC8}" type="pres">
      <dgm:prSet presAssocID="{B827BD7F-D51B-4F84-810E-F4F3FECC75FA}" presName="parentText" presStyleLbl="alignNode1" presStyleIdx="6" presStyleCnt="1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5735500-02D4-47C9-85F8-6CAF6C89B93A}" type="pres">
      <dgm:prSet presAssocID="{B827BD7F-D51B-4F84-810E-F4F3FECC75FA}" presName="descendantText" presStyleLbl="alignAcc1" presStyleIdx="6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6ABA470-77E6-4D86-AF11-ADE534E9144D}" type="pres">
      <dgm:prSet presAssocID="{FDC0B66A-47E3-40D6-B0D1-7E89CA9779D9}" presName="sp" presStyleCnt="0"/>
      <dgm:spPr/>
    </dgm:pt>
    <dgm:pt modelId="{4B22396E-4AA5-4566-AB1E-89C241C59B9A}" type="pres">
      <dgm:prSet presAssocID="{E0CCE353-1F2B-420A-8BC5-8CEA8B613B30}" presName="composite" presStyleCnt="0"/>
      <dgm:spPr/>
    </dgm:pt>
    <dgm:pt modelId="{76E6DE16-3FE4-48C7-971B-ADB970C9C615}" type="pres">
      <dgm:prSet presAssocID="{E0CCE353-1F2B-420A-8BC5-8CEA8B613B30}" presName="parentText" presStyleLbl="alignNode1" presStyleIdx="7" presStyleCnt="1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2C6DA2E-69FE-4794-80FB-275A9A4D6B81}" type="pres">
      <dgm:prSet presAssocID="{E0CCE353-1F2B-420A-8BC5-8CEA8B613B30}" presName="descendantText" presStyleLbl="alignAcc1" presStyleIdx="7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FFDBB1D-71CC-43A6-A27F-C20FB2B5AFD0}" type="pres">
      <dgm:prSet presAssocID="{DA0EA507-B693-49AC-A47D-17585C5A2696}" presName="sp" presStyleCnt="0"/>
      <dgm:spPr/>
    </dgm:pt>
    <dgm:pt modelId="{DE131E72-0A36-4F7F-AB16-ED0C2CF6F4AC}" type="pres">
      <dgm:prSet presAssocID="{993F3A0B-433A-4B6F-909B-5FE2811BD538}" presName="composite" presStyleCnt="0"/>
      <dgm:spPr/>
    </dgm:pt>
    <dgm:pt modelId="{91462113-2009-4821-80B3-A4FF77EF19C1}" type="pres">
      <dgm:prSet presAssocID="{993F3A0B-433A-4B6F-909B-5FE2811BD538}" presName="parentText" presStyleLbl="alignNode1" presStyleIdx="8" presStyleCnt="1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C75A2BF-64BF-405C-BA9D-2ED4C962A729}" type="pres">
      <dgm:prSet presAssocID="{993F3A0B-433A-4B6F-909B-5FE2811BD538}" presName="descendantText" presStyleLbl="alignAcc1" presStyleIdx="8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7F4FB78-023B-4BA5-B55B-F64C5A6B8713}" type="pres">
      <dgm:prSet presAssocID="{865AC556-833F-4836-BCA7-3CB1B6A6E71E}" presName="sp" presStyleCnt="0"/>
      <dgm:spPr/>
    </dgm:pt>
    <dgm:pt modelId="{F2980DEC-2C0D-4D7E-9ACB-3D89F5C2ECFB}" type="pres">
      <dgm:prSet presAssocID="{4F6A77D3-5348-43E3-B56E-C6BED16D68BA}" presName="composite" presStyleCnt="0"/>
      <dgm:spPr/>
    </dgm:pt>
    <dgm:pt modelId="{C3D09A2B-829B-4FEF-B618-FB57FE756EAB}" type="pres">
      <dgm:prSet presAssocID="{4F6A77D3-5348-43E3-B56E-C6BED16D68BA}" presName="parentText" presStyleLbl="alignNode1" presStyleIdx="9" presStyleCnt="10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F91CD46-5622-4ECF-8872-9DFEBE862F36}" type="pres">
      <dgm:prSet presAssocID="{4F6A77D3-5348-43E3-B56E-C6BED16D68BA}" presName="descendantText" presStyleLbl="alignAcc1" presStyleIdx="9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99B06714-5223-42CF-BF18-3CAB63F479C7}" type="presOf" srcId="{FF69FC7F-39E2-4E5E-8EAE-4C95DD77FDBE}" destId="{25735500-02D4-47C9-85F8-6CAF6C89B93A}" srcOrd="0" destOrd="0" presId="urn:microsoft.com/office/officeart/2005/8/layout/chevron2"/>
    <dgm:cxn modelId="{2CDC68F3-9F8F-44BC-86DC-1143E94ED616}" srcId="{67275E31-B2C2-4A28-92DD-11D786C506D1}" destId="{E0CCE353-1F2B-420A-8BC5-8CEA8B613B30}" srcOrd="7" destOrd="0" parTransId="{12297D0E-12FB-4517-9120-DB694CDA3BC6}" sibTransId="{DA0EA507-B693-49AC-A47D-17585C5A2696}"/>
    <dgm:cxn modelId="{F2901DEE-AE3B-4053-B9AF-E79C284EAE1E}" type="presOf" srcId="{9BAFC9B7-9144-4AED-8C9E-CADB05A418B0}" destId="{0605E218-4009-4972-B225-6D01D6683D61}" srcOrd="0" destOrd="0" presId="urn:microsoft.com/office/officeart/2005/8/layout/chevron2"/>
    <dgm:cxn modelId="{D8AE776E-D760-4408-9C2B-65ADD9B877A4}" srcId="{6C1E7D51-ED8D-43D6-84F5-3B26697DA4DB}" destId="{C381326F-EF64-471A-B9D3-86D14F6485ED}" srcOrd="0" destOrd="0" parTransId="{E50C5258-62C3-445E-B904-395D0E4EEF86}" sibTransId="{71EDC719-A5EF-4875-AAA4-C97996E00494}"/>
    <dgm:cxn modelId="{A89BDDD4-ABB0-4295-9A03-42D5B2896DD9}" type="presOf" srcId="{1C005829-29C0-4DDD-BC83-74D0C29F29CF}" destId="{8D8FA867-EA4B-4517-ABDC-CA58C33F6A1A}" srcOrd="0" destOrd="0" presId="urn:microsoft.com/office/officeart/2005/8/layout/chevron2"/>
    <dgm:cxn modelId="{3FC044F0-7445-4F7A-A99D-E27D98C851C8}" srcId="{A01F0645-4BE6-4C75-BC63-04ADBF2068C7}" destId="{332EA9FB-1714-4418-9814-D07105894213}" srcOrd="0" destOrd="0" parTransId="{0AC6F289-E3C9-4C97-8626-02777CD3A238}" sibTransId="{5693E0D0-A78B-4391-AC9B-8CD161C0E628}"/>
    <dgm:cxn modelId="{1E785438-FD8F-427D-BEBD-FD1CC9A624EB}" type="presOf" srcId="{AC62B402-2C5B-4C15-B69D-C23031BC351B}" destId="{B733E233-DB48-4CDD-9BCF-048050702180}" srcOrd="0" destOrd="0" presId="urn:microsoft.com/office/officeart/2005/8/layout/chevron2"/>
    <dgm:cxn modelId="{40FC7245-A3DD-43B0-950C-AF911D70BF48}" type="presOf" srcId="{A9CFC15A-7E74-464E-A8EA-697E3AB245F1}" destId="{A371CB7F-B5D0-4410-982E-0A851211038F}" srcOrd="0" destOrd="0" presId="urn:microsoft.com/office/officeart/2005/8/layout/chevron2"/>
    <dgm:cxn modelId="{65391EE8-F376-4C37-AC68-735D39E4C86B}" srcId="{67275E31-B2C2-4A28-92DD-11D786C506D1}" destId="{A9CFC15A-7E74-464E-A8EA-697E3AB245F1}" srcOrd="5" destOrd="0" parTransId="{91C68416-6741-4CF4-B84D-0434CE8AAED1}" sibTransId="{9A7C01C4-0BAE-4696-9ADE-CB5CFCFEC3C3}"/>
    <dgm:cxn modelId="{51AC5491-957E-4050-A37E-90E00E156462}" type="presOf" srcId="{C381326F-EF64-471A-B9D3-86D14F6485ED}" destId="{8363F0B2-30F5-4B7C-A1C1-9B9093F67752}" srcOrd="0" destOrd="0" presId="urn:microsoft.com/office/officeart/2005/8/layout/chevron2"/>
    <dgm:cxn modelId="{F09E6B53-D7AE-4937-9606-8B3343E3E64D}" type="presOf" srcId="{13B6B47C-519B-4F21-9EB5-C673882CAB78}" destId="{0596114A-DB7A-4484-93B2-8283FDCBA84F}" srcOrd="0" destOrd="0" presId="urn:microsoft.com/office/officeart/2005/8/layout/chevron2"/>
    <dgm:cxn modelId="{B1228CDB-0350-417E-BB0D-2BEA5E71A439}" srcId="{A9CFC15A-7E74-464E-A8EA-697E3AB245F1}" destId="{13B6B47C-519B-4F21-9EB5-C673882CAB78}" srcOrd="0" destOrd="0" parTransId="{FA35393C-8FE1-4C9D-8BAE-E3255F9097F8}" sibTransId="{47162900-5313-4F42-87C9-81959D12252B}"/>
    <dgm:cxn modelId="{EFB8173F-80F7-4283-9643-040463FBB0CC}" srcId="{67275E31-B2C2-4A28-92DD-11D786C506D1}" destId="{B827BD7F-D51B-4F84-810E-F4F3FECC75FA}" srcOrd="6" destOrd="0" parTransId="{A4212D37-51FC-47D8-9A26-F0FEACD73889}" sibTransId="{FDC0B66A-47E3-40D6-B0D1-7E89CA9779D9}"/>
    <dgm:cxn modelId="{EBD07EEA-F5CB-4406-9B0E-8BD4962F3CB6}" type="presOf" srcId="{E1FA2A88-7B3C-4578-8635-F7B063F83BB9}" destId="{A2C6DA2E-69FE-4794-80FB-275A9A4D6B81}" srcOrd="0" destOrd="0" presId="urn:microsoft.com/office/officeart/2005/8/layout/chevron2"/>
    <dgm:cxn modelId="{C27F8B29-6D1C-4938-BD1F-B630B9264BDA}" srcId="{67275E31-B2C2-4A28-92DD-11D786C506D1}" destId="{993F3A0B-433A-4B6F-909B-5FE2811BD538}" srcOrd="8" destOrd="0" parTransId="{925074AF-AEE3-4B53-A207-1A4C552B51E4}" sibTransId="{865AC556-833F-4836-BCA7-3CB1B6A6E71E}"/>
    <dgm:cxn modelId="{8D6793B7-9BF1-4E65-B90C-24B331E539B5}" srcId="{9BAFC9B7-9144-4AED-8C9E-CADB05A418B0}" destId="{B7BAC524-9043-484F-A572-DCF6155DA1A7}" srcOrd="0" destOrd="0" parTransId="{9662B95D-524E-4295-98FB-D75EEAB49377}" sibTransId="{D0D285AC-6F26-427E-84CE-A6FA8D05CE2C}"/>
    <dgm:cxn modelId="{A59C6727-23B8-4451-B1F7-10E5436217EE}" type="presOf" srcId="{A01F0645-4BE6-4C75-BC63-04ADBF2068C7}" destId="{01122F64-C77B-4D86-B7FA-8388FDB6D260}" srcOrd="0" destOrd="0" presId="urn:microsoft.com/office/officeart/2005/8/layout/chevron2"/>
    <dgm:cxn modelId="{2990CAFC-3036-4E4F-B5D2-9F4F158C90E9}" type="presOf" srcId="{26203328-9000-42E9-96B1-EAAA7D5A8925}" destId="{EF91CD46-5622-4ECF-8872-9DFEBE862F36}" srcOrd="0" destOrd="0" presId="urn:microsoft.com/office/officeart/2005/8/layout/chevron2"/>
    <dgm:cxn modelId="{EAE7AC34-9C1C-4ED2-9000-7EC02CB90660}" type="presOf" srcId="{E0CCE353-1F2B-420A-8BC5-8CEA8B613B30}" destId="{76E6DE16-3FE4-48C7-971B-ADB970C9C615}" srcOrd="0" destOrd="0" presId="urn:microsoft.com/office/officeart/2005/8/layout/chevron2"/>
    <dgm:cxn modelId="{C67A66BC-7423-428B-B3E9-736A28756177}" type="presOf" srcId="{724F8ECD-45F2-4205-A25E-63995DCF102B}" destId="{43BEA6BE-BE4A-4A49-B07D-1E4B91218DDA}" srcOrd="0" destOrd="0" presId="urn:microsoft.com/office/officeart/2005/8/layout/chevron2"/>
    <dgm:cxn modelId="{65C3758C-B8B5-4C8C-887C-C80D8A3FE35F}" type="presOf" srcId="{B827BD7F-D51B-4F84-810E-F4F3FECC75FA}" destId="{AE2CCC30-F9F9-4B5F-8E09-47F30A3F9CC8}" srcOrd="0" destOrd="0" presId="urn:microsoft.com/office/officeart/2005/8/layout/chevron2"/>
    <dgm:cxn modelId="{85E9579F-1CD8-4917-9D1A-37C28EF1A371}" srcId="{4F6A77D3-5348-43E3-B56E-C6BED16D68BA}" destId="{26203328-9000-42E9-96B1-EAAA7D5A8925}" srcOrd="0" destOrd="0" parTransId="{2AA2CCD7-3F7A-4392-948E-D62B4ED2A6CB}" sibTransId="{D3C3E66A-6770-4313-AE1F-0236E4C99BEF}"/>
    <dgm:cxn modelId="{6DDE0777-E73D-4A0A-B09F-90A21ECCE67C}" srcId="{67275E31-B2C2-4A28-92DD-11D786C506D1}" destId="{4F6A77D3-5348-43E3-B56E-C6BED16D68BA}" srcOrd="9" destOrd="0" parTransId="{D2CD4736-999A-4BED-9267-8AEF7DD833EF}" sibTransId="{F44F61AC-0CC1-472F-9183-0BAC183D267E}"/>
    <dgm:cxn modelId="{1567EF0D-3171-4866-8E6E-C09354CAB3B8}" type="presOf" srcId="{332EA9FB-1714-4418-9814-D07105894213}" destId="{CBF75BAF-5DE4-4FC9-8BCB-33AA91587736}" srcOrd="0" destOrd="0" presId="urn:microsoft.com/office/officeart/2005/8/layout/chevron2"/>
    <dgm:cxn modelId="{D7935743-3FE1-41F4-A59C-97C73F0DEF67}" type="presOf" srcId="{B7BAC524-9043-484F-A572-DCF6155DA1A7}" destId="{BE8D0D84-2811-4C4E-9EFB-937B743B3105}" srcOrd="0" destOrd="0" presId="urn:microsoft.com/office/officeart/2005/8/layout/chevron2"/>
    <dgm:cxn modelId="{DA806290-C704-48A1-B1D6-63D131984587}" type="presOf" srcId="{4F6A77D3-5348-43E3-B56E-C6BED16D68BA}" destId="{C3D09A2B-829B-4FEF-B618-FB57FE756EAB}" srcOrd="0" destOrd="0" presId="urn:microsoft.com/office/officeart/2005/8/layout/chevron2"/>
    <dgm:cxn modelId="{75A007E2-77C2-44D4-95BF-7E7005F7D2CA}" srcId="{67275E31-B2C2-4A28-92DD-11D786C506D1}" destId="{9BAFC9B7-9144-4AED-8C9E-CADB05A418B0}" srcOrd="2" destOrd="0" parTransId="{6837164B-7377-4CDA-B89D-7A62A446E9CA}" sibTransId="{8AEDE668-61C4-4CEA-8027-FC8FD610CF92}"/>
    <dgm:cxn modelId="{10F3757C-7AF1-4DF6-B57B-136ED167B7A4}" srcId="{B827BD7F-D51B-4F84-810E-F4F3FECC75FA}" destId="{FF69FC7F-39E2-4E5E-8EAE-4C95DD77FDBE}" srcOrd="0" destOrd="0" parTransId="{3A579678-2B3D-498B-8D52-6A571F1B3280}" sibTransId="{F955FC56-46E4-433F-A702-0F078C1EEEBF}"/>
    <dgm:cxn modelId="{8D30CD02-6CF4-4D11-AAD0-1C4DEE3DAAB4}" type="presOf" srcId="{67275E31-B2C2-4A28-92DD-11D786C506D1}" destId="{249C301C-C707-4A1E-AA4C-92D513081525}" srcOrd="0" destOrd="0" presId="urn:microsoft.com/office/officeart/2005/8/layout/chevron2"/>
    <dgm:cxn modelId="{29C5E6CF-9880-4E0F-9BA5-418A4C125480}" srcId="{D78B5756-6E32-407B-985F-7BB35076BCBC}" destId="{724F8ECD-45F2-4205-A25E-63995DCF102B}" srcOrd="0" destOrd="0" parTransId="{5872381F-A2FE-4148-B94C-BF2D5CE94941}" sibTransId="{06E84DE7-4A70-44D5-BEDC-BB2A341A3AEF}"/>
    <dgm:cxn modelId="{11269271-531C-42D7-8063-F0B64574FE14}" type="presOf" srcId="{7BCB3712-DFB5-437D-9E46-0361079AD702}" destId="{8C75A2BF-64BF-405C-BA9D-2ED4C962A729}" srcOrd="0" destOrd="0" presId="urn:microsoft.com/office/officeart/2005/8/layout/chevron2"/>
    <dgm:cxn modelId="{1320107F-5F1E-4821-965D-5EF850DE672C}" type="presOf" srcId="{993F3A0B-433A-4B6F-909B-5FE2811BD538}" destId="{91462113-2009-4821-80B3-A4FF77EF19C1}" srcOrd="0" destOrd="0" presId="urn:microsoft.com/office/officeart/2005/8/layout/chevron2"/>
    <dgm:cxn modelId="{4B869380-7800-46A1-9F95-6C04C1846AF9}" srcId="{993F3A0B-433A-4B6F-909B-5FE2811BD538}" destId="{7BCB3712-DFB5-437D-9E46-0361079AD702}" srcOrd="0" destOrd="0" parTransId="{1B5DC478-1BFB-434F-BBE0-33B5DBB57067}" sibTransId="{1DCA32E2-0765-47D4-98D0-2365C04EE43F}"/>
    <dgm:cxn modelId="{9C183A8A-C6E0-46DC-A886-4D170C23E2B7}" srcId="{AC62B402-2C5B-4C15-B69D-C23031BC351B}" destId="{1C005829-29C0-4DDD-BC83-74D0C29F29CF}" srcOrd="0" destOrd="0" parTransId="{53C5C2ED-7AF2-4E57-A9E5-FB80F0AC3934}" sibTransId="{95482A6B-6725-4949-BD0C-F8EC8764C051}"/>
    <dgm:cxn modelId="{96E6205B-4689-42D4-A8DB-9C5298DC6811}" srcId="{E0CCE353-1F2B-420A-8BC5-8CEA8B613B30}" destId="{E1FA2A88-7B3C-4578-8635-F7B063F83BB9}" srcOrd="0" destOrd="0" parTransId="{6B1D82A9-4AFB-4229-AB0B-2686A614B5DD}" sibTransId="{87AC4E30-C5F9-4750-AF7B-78D1306FEE8D}"/>
    <dgm:cxn modelId="{AD7B1910-517F-4B5C-B5EF-6BD0A4856810}" srcId="{67275E31-B2C2-4A28-92DD-11D786C506D1}" destId="{D78B5756-6E32-407B-985F-7BB35076BCBC}" srcOrd="0" destOrd="0" parTransId="{94EDD684-48E2-4D21-98AC-906DDDB97738}" sibTransId="{F3E34BF1-EC04-4894-8C79-96F9DFF20CB4}"/>
    <dgm:cxn modelId="{B146380D-6038-4F77-B5A6-88A6E1C2CF7C}" srcId="{67275E31-B2C2-4A28-92DD-11D786C506D1}" destId="{6C1E7D51-ED8D-43D6-84F5-3B26697DA4DB}" srcOrd="1" destOrd="0" parTransId="{DC2244F5-F9EA-4CD6-B701-781C6668E50B}" sibTransId="{8BEFCF2B-0090-4491-B605-68F4896C49A9}"/>
    <dgm:cxn modelId="{1CB3DF5F-3242-4147-9D77-9A664A341DC7}" type="presOf" srcId="{6C1E7D51-ED8D-43D6-84F5-3B26697DA4DB}" destId="{973972D5-F1B4-4F5B-872E-6A3FADF2F98B}" srcOrd="0" destOrd="0" presId="urn:microsoft.com/office/officeart/2005/8/layout/chevron2"/>
    <dgm:cxn modelId="{FBACC3AD-77CA-4E05-AF95-CBFF13C20807}" srcId="{67275E31-B2C2-4A28-92DD-11D786C506D1}" destId="{AC62B402-2C5B-4C15-B69D-C23031BC351B}" srcOrd="3" destOrd="0" parTransId="{02CB4BF8-D76E-476A-B2DA-450EE9899330}" sibTransId="{078B9805-C3D8-4928-8769-5A4C8B16EDE8}"/>
    <dgm:cxn modelId="{6518A0D2-5225-4621-8EC4-C97EEE6D65C0}" srcId="{67275E31-B2C2-4A28-92DD-11D786C506D1}" destId="{A01F0645-4BE6-4C75-BC63-04ADBF2068C7}" srcOrd="4" destOrd="0" parTransId="{A861EAC4-FD7B-477A-918E-24938BC98D35}" sibTransId="{89D57063-A495-425B-8A79-79B15D001E1B}"/>
    <dgm:cxn modelId="{75BF4E99-19ED-406D-BAC6-291CB34B30A3}" type="presOf" srcId="{D78B5756-6E32-407B-985F-7BB35076BCBC}" destId="{F6575BE3-9383-4E49-976D-A8F186E9E45E}" srcOrd="0" destOrd="0" presId="urn:microsoft.com/office/officeart/2005/8/layout/chevron2"/>
    <dgm:cxn modelId="{9E6ED265-8EF0-434C-9B85-0B46F65B0706}" type="presParOf" srcId="{249C301C-C707-4A1E-AA4C-92D513081525}" destId="{F4ED76E5-2666-4602-B4EC-198DCA7EF4AB}" srcOrd="0" destOrd="0" presId="urn:microsoft.com/office/officeart/2005/8/layout/chevron2"/>
    <dgm:cxn modelId="{5E888CA8-9A39-41E1-943D-EDEDFFF102F1}" type="presParOf" srcId="{F4ED76E5-2666-4602-B4EC-198DCA7EF4AB}" destId="{F6575BE3-9383-4E49-976D-A8F186E9E45E}" srcOrd="0" destOrd="0" presId="urn:microsoft.com/office/officeart/2005/8/layout/chevron2"/>
    <dgm:cxn modelId="{A117C3B8-256F-4EDF-831E-8F219454050A}" type="presParOf" srcId="{F4ED76E5-2666-4602-B4EC-198DCA7EF4AB}" destId="{43BEA6BE-BE4A-4A49-B07D-1E4B91218DDA}" srcOrd="1" destOrd="0" presId="urn:microsoft.com/office/officeart/2005/8/layout/chevron2"/>
    <dgm:cxn modelId="{A81AAF3E-085C-46AA-AF9A-850913A4286D}" type="presParOf" srcId="{249C301C-C707-4A1E-AA4C-92D513081525}" destId="{F363C7FA-BC24-496C-9C82-DB646D232E57}" srcOrd="1" destOrd="0" presId="urn:microsoft.com/office/officeart/2005/8/layout/chevron2"/>
    <dgm:cxn modelId="{CD275F5A-7641-4624-A7C9-359A0AAFD997}" type="presParOf" srcId="{249C301C-C707-4A1E-AA4C-92D513081525}" destId="{2DDC2500-1B39-4693-9185-98A8B908260D}" srcOrd="2" destOrd="0" presId="urn:microsoft.com/office/officeart/2005/8/layout/chevron2"/>
    <dgm:cxn modelId="{9E8A93E1-8F65-4DF4-93BB-4A2C363785E0}" type="presParOf" srcId="{2DDC2500-1B39-4693-9185-98A8B908260D}" destId="{973972D5-F1B4-4F5B-872E-6A3FADF2F98B}" srcOrd="0" destOrd="0" presId="urn:microsoft.com/office/officeart/2005/8/layout/chevron2"/>
    <dgm:cxn modelId="{8F29F7F5-6A64-4FCE-949A-596DE587F00D}" type="presParOf" srcId="{2DDC2500-1B39-4693-9185-98A8B908260D}" destId="{8363F0B2-30F5-4B7C-A1C1-9B9093F67752}" srcOrd="1" destOrd="0" presId="urn:microsoft.com/office/officeart/2005/8/layout/chevron2"/>
    <dgm:cxn modelId="{29F0D1A3-96B8-4FDC-9C19-D108C65994DE}" type="presParOf" srcId="{249C301C-C707-4A1E-AA4C-92D513081525}" destId="{9830C6F5-63C6-4D0E-8648-3F6E25BAC615}" srcOrd="3" destOrd="0" presId="urn:microsoft.com/office/officeart/2005/8/layout/chevron2"/>
    <dgm:cxn modelId="{4C4534D3-70CD-4E63-99B4-F5B2B970C1CB}" type="presParOf" srcId="{249C301C-C707-4A1E-AA4C-92D513081525}" destId="{CB1330D2-CE8F-4177-B5F0-100B9BC16B09}" srcOrd="4" destOrd="0" presId="urn:microsoft.com/office/officeart/2005/8/layout/chevron2"/>
    <dgm:cxn modelId="{34AB4691-3C73-4D2D-B71E-38F1199095ED}" type="presParOf" srcId="{CB1330D2-CE8F-4177-B5F0-100B9BC16B09}" destId="{0605E218-4009-4972-B225-6D01D6683D61}" srcOrd="0" destOrd="0" presId="urn:microsoft.com/office/officeart/2005/8/layout/chevron2"/>
    <dgm:cxn modelId="{FDF42985-95E5-40D8-AB17-7D3A0053B495}" type="presParOf" srcId="{CB1330D2-CE8F-4177-B5F0-100B9BC16B09}" destId="{BE8D0D84-2811-4C4E-9EFB-937B743B3105}" srcOrd="1" destOrd="0" presId="urn:microsoft.com/office/officeart/2005/8/layout/chevron2"/>
    <dgm:cxn modelId="{25F721E4-48FE-4B60-A998-1D0D9E3FF6FA}" type="presParOf" srcId="{249C301C-C707-4A1E-AA4C-92D513081525}" destId="{F44CCBE9-5CB8-425A-97D6-8B364B316A9F}" srcOrd="5" destOrd="0" presId="urn:microsoft.com/office/officeart/2005/8/layout/chevron2"/>
    <dgm:cxn modelId="{444FD356-52F7-4D37-893B-7843FC99C32A}" type="presParOf" srcId="{249C301C-C707-4A1E-AA4C-92D513081525}" destId="{FB7DE421-6172-482A-89F8-7B69537D8730}" srcOrd="6" destOrd="0" presId="urn:microsoft.com/office/officeart/2005/8/layout/chevron2"/>
    <dgm:cxn modelId="{54650669-8A65-49A4-A73A-023EA2916317}" type="presParOf" srcId="{FB7DE421-6172-482A-89F8-7B69537D8730}" destId="{B733E233-DB48-4CDD-9BCF-048050702180}" srcOrd="0" destOrd="0" presId="urn:microsoft.com/office/officeart/2005/8/layout/chevron2"/>
    <dgm:cxn modelId="{FA8182D0-6CD4-4BE5-93F6-C8786C09752F}" type="presParOf" srcId="{FB7DE421-6172-482A-89F8-7B69537D8730}" destId="{8D8FA867-EA4B-4517-ABDC-CA58C33F6A1A}" srcOrd="1" destOrd="0" presId="urn:microsoft.com/office/officeart/2005/8/layout/chevron2"/>
    <dgm:cxn modelId="{44124A3A-07DF-406D-9A79-DF70AC82D316}" type="presParOf" srcId="{249C301C-C707-4A1E-AA4C-92D513081525}" destId="{3C02BB30-69F9-4AF1-A0BE-B38889778D03}" srcOrd="7" destOrd="0" presId="urn:microsoft.com/office/officeart/2005/8/layout/chevron2"/>
    <dgm:cxn modelId="{964439DE-80AC-4E8F-B2C2-9DB14C9EA1B9}" type="presParOf" srcId="{249C301C-C707-4A1E-AA4C-92D513081525}" destId="{40C796E8-E9FE-4F05-A6CE-9E9DBE2470BB}" srcOrd="8" destOrd="0" presId="urn:microsoft.com/office/officeart/2005/8/layout/chevron2"/>
    <dgm:cxn modelId="{FF479600-10B1-4066-9C0D-621FC74C97F0}" type="presParOf" srcId="{40C796E8-E9FE-4F05-A6CE-9E9DBE2470BB}" destId="{01122F64-C77B-4D86-B7FA-8388FDB6D260}" srcOrd="0" destOrd="0" presId="urn:microsoft.com/office/officeart/2005/8/layout/chevron2"/>
    <dgm:cxn modelId="{95EA46B0-BCAF-4125-9E2B-60E4934F8A7C}" type="presParOf" srcId="{40C796E8-E9FE-4F05-A6CE-9E9DBE2470BB}" destId="{CBF75BAF-5DE4-4FC9-8BCB-33AA91587736}" srcOrd="1" destOrd="0" presId="urn:microsoft.com/office/officeart/2005/8/layout/chevron2"/>
    <dgm:cxn modelId="{A62660DC-AFD3-4464-B9F3-9E3781DA861D}" type="presParOf" srcId="{249C301C-C707-4A1E-AA4C-92D513081525}" destId="{4844856C-387A-4C4A-8ADC-A38995443BC9}" srcOrd="9" destOrd="0" presId="urn:microsoft.com/office/officeart/2005/8/layout/chevron2"/>
    <dgm:cxn modelId="{7E21CE42-9784-48E5-9BF8-5AD8EF1FEA7E}" type="presParOf" srcId="{249C301C-C707-4A1E-AA4C-92D513081525}" destId="{A1CD3615-611B-4076-9371-8168BF22C3C3}" srcOrd="10" destOrd="0" presId="urn:microsoft.com/office/officeart/2005/8/layout/chevron2"/>
    <dgm:cxn modelId="{D926D403-566F-4172-A861-44CF8780BF04}" type="presParOf" srcId="{A1CD3615-611B-4076-9371-8168BF22C3C3}" destId="{A371CB7F-B5D0-4410-982E-0A851211038F}" srcOrd="0" destOrd="0" presId="urn:microsoft.com/office/officeart/2005/8/layout/chevron2"/>
    <dgm:cxn modelId="{79158831-159F-4696-9567-FF5D300ED41A}" type="presParOf" srcId="{A1CD3615-611B-4076-9371-8168BF22C3C3}" destId="{0596114A-DB7A-4484-93B2-8283FDCBA84F}" srcOrd="1" destOrd="0" presId="urn:microsoft.com/office/officeart/2005/8/layout/chevron2"/>
    <dgm:cxn modelId="{41B9671C-675D-4D4C-9D16-AA606336FE8F}" type="presParOf" srcId="{249C301C-C707-4A1E-AA4C-92D513081525}" destId="{F5FAB925-A500-4E16-94B1-8B5EFC35F114}" srcOrd="11" destOrd="0" presId="urn:microsoft.com/office/officeart/2005/8/layout/chevron2"/>
    <dgm:cxn modelId="{7B121F80-48E8-45A3-94B2-639B58C989D8}" type="presParOf" srcId="{249C301C-C707-4A1E-AA4C-92D513081525}" destId="{B2C8C7AC-3457-4C74-8CC1-0DDA84F36BF4}" srcOrd="12" destOrd="0" presId="urn:microsoft.com/office/officeart/2005/8/layout/chevron2"/>
    <dgm:cxn modelId="{20F361D7-7E23-49A0-82E6-B6A5DCE4CD31}" type="presParOf" srcId="{B2C8C7AC-3457-4C74-8CC1-0DDA84F36BF4}" destId="{AE2CCC30-F9F9-4B5F-8E09-47F30A3F9CC8}" srcOrd="0" destOrd="0" presId="urn:microsoft.com/office/officeart/2005/8/layout/chevron2"/>
    <dgm:cxn modelId="{394BA5FF-536F-49E0-865E-598DA3D95162}" type="presParOf" srcId="{B2C8C7AC-3457-4C74-8CC1-0DDA84F36BF4}" destId="{25735500-02D4-47C9-85F8-6CAF6C89B93A}" srcOrd="1" destOrd="0" presId="urn:microsoft.com/office/officeart/2005/8/layout/chevron2"/>
    <dgm:cxn modelId="{DB9BDA69-033E-406D-8ED4-5537CD75180F}" type="presParOf" srcId="{249C301C-C707-4A1E-AA4C-92D513081525}" destId="{D6ABA470-77E6-4D86-AF11-ADE534E9144D}" srcOrd="13" destOrd="0" presId="urn:microsoft.com/office/officeart/2005/8/layout/chevron2"/>
    <dgm:cxn modelId="{6EB6C04B-02F3-4C37-8F0B-E70E304CD03A}" type="presParOf" srcId="{249C301C-C707-4A1E-AA4C-92D513081525}" destId="{4B22396E-4AA5-4566-AB1E-89C241C59B9A}" srcOrd="14" destOrd="0" presId="urn:microsoft.com/office/officeart/2005/8/layout/chevron2"/>
    <dgm:cxn modelId="{2177C296-7FF1-4F0D-AEEF-B30E06FC8195}" type="presParOf" srcId="{4B22396E-4AA5-4566-AB1E-89C241C59B9A}" destId="{76E6DE16-3FE4-48C7-971B-ADB970C9C615}" srcOrd="0" destOrd="0" presId="urn:microsoft.com/office/officeart/2005/8/layout/chevron2"/>
    <dgm:cxn modelId="{7C976C05-AA76-4399-99BA-2135A3CCF6E6}" type="presParOf" srcId="{4B22396E-4AA5-4566-AB1E-89C241C59B9A}" destId="{A2C6DA2E-69FE-4794-80FB-275A9A4D6B81}" srcOrd="1" destOrd="0" presId="urn:microsoft.com/office/officeart/2005/8/layout/chevron2"/>
    <dgm:cxn modelId="{0779B4F7-EF40-4C8D-B762-FB44DEF0B0D4}" type="presParOf" srcId="{249C301C-C707-4A1E-AA4C-92D513081525}" destId="{1FFDBB1D-71CC-43A6-A27F-C20FB2B5AFD0}" srcOrd="15" destOrd="0" presId="urn:microsoft.com/office/officeart/2005/8/layout/chevron2"/>
    <dgm:cxn modelId="{EE4CCF27-0C5B-418B-83E3-7359D1AAADB5}" type="presParOf" srcId="{249C301C-C707-4A1E-AA4C-92D513081525}" destId="{DE131E72-0A36-4F7F-AB16-ED0C2CF6F4AC}" srcOrd="16" destOrd="0" presId="urn:microsoft.com/office/officeart/2005/8/layout/chevron2"/>
    <dgm:cxn modelId="{86357FDA-AFD5-4171-BA60-09EFB346128C}" type="presParOf" srcId="{DE131E72-0A36-4F7F-AB16-ED0C2CF6F4AC}" destId="{91462113-2009-4821-80B3-A4FF77EF19C1}" srcOrd="0" destOrd="0" presId="urn:microsoft.com/office/officeart/2005/8/layout/chevron2"/>
    <dgm:cxn modelId="{585E626D-7962-4DC0-BA30-310468679A84}" type="presParOf" srcId="{DE131E72-0A36-4F7F-AB16-ED0C2CF6F4AC}" destId="{8C75A2BF-64BF-405C-BA9D-2ED4C962A729}" srcOrd="1" destOrd="0" presId="urn:microsoft.com/office/officeart/2005/8/layout/chevron2"/>
    <dgm:cxn modelId="{C7EBC1E5-3ABD-4200-BE8E-72F0071F43CC}" type="presParOf" srcId="{249C301C-C707-4A1E-AA4C-92D513081525}" destId="{37F4FB78-023B-4BA5-B55B-F64C5A6B8713}" srcOrd="17" destOrd="0" presId="urn:microsoft.com/office/officeart/2005/8/layout/chevron2"/>
    <dgm:cxn modelId="{87D044FF-E899-427F-90E1-973B6CB7BCF2}" type="presParOf" srcId="{249C301C-C707-4A1E-AA4C-92D513081525}" destId="{F2980DEC-2C0D-4D7E-9ACB-3D89F5C2ECFB}" srcOrd="18" destOrd="0" presId="urn:microsoft.com/office/officeart/2005/8/layout/chevron2"/>
    <dgm:cxn modelId="{F0DE1B5E-FCD7-431B-B48C-1730CD80B744}" type="presParOf" srcId="{F2980DEC-2C0D-4D7E-9ACB-3D89F5C2ECFB}" destId="{C3D09A2B-829B-4FEF-B618-FB57FE756EAB}" srcOrd="0" destOrd="0" presId="urn:microsoft.com/office/officeart/2005/8/layout/chevron2"/>
    <dgm:cxn modelId="{E51E34E4-7215-4457-8BE3-3A53CEEDA83D}" type="presParOf" srcId="{F2980DEC-2C0D-4D7E-9ACB-3D89F5C2ECFB}" destId="{EF91CD46-5622-4ECF-8872-9DFEBE862F3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FDD9FE-5A66-4CE8-B202-B2046CF61F68}" type="doc">
      <dgm:prSet loTypeId="urn:microsoft.com/office/officeart/2005/8/layout/hList7" loCatId="process" qsTypeId="urn:microsoft.com/office/officeart/2005/8/quickstyle/simple1" qsCatId="simple" csTypeId="urn:microsoft.com/office/officeart/2005/8/colors/accent1_2" csCatId="accent1" phldr="1"/>
      <dgm:spPr/>
    </dgm:pt>
    <dgm:pt modelId="{6E25C3CC-5BD0-46C3-AA02-9C87CD0899BA}">
      <dgm:prSet phldrT="[Text]" custT="1"/>
      <dgm:spPr/>
      <dgm:t>
        <a:bodyPr/>
        <a:lstStyle/>
        <a:p>
          <a:pPr algn="ctr"/>
          <a:endParaRPr lang="en-GB" sz="2000" dirty="0" smtClean="0"/>
        </a:p>
        <a:p>
          <a:pPr algn="l"/>
          <a:r>
            <a:rPr lang="en-GB" sz="1600" dirty="0" smtClean="0"/>
            <a:t>To empower Namibians to thrive in a digital era by strategically leveraging digital innovations for national development.</a:t>
          </a:r>
          <a:endParaRPr lang="en-GB" sz="1600" dirty="0"/>
        </a:p>
      </dgm:t>
    </dgm:pt>
    <dgm:pt modelId="{2D5E7678-9DCA-4042-8F3A-33B4BC682AC5}" type="parTrans" cxnId="{C5DEE2FF-CE26-4E25-9B17-479A9ACF18B4}">
      <dgm:prSet/>
      <dgm:spPr/>
      <dgm:t>
        <a:bodyPr/>
        <a:lstStyle/>
        <a:p>
          <a:endParaRPr lang="en-GB"/>
        </a:p>
      </dgm:t>
    </dgm:pt>
    <dgm:pt modelId="{0DD89CC8-FCFC-4714-A07E-F7C06723BCC9}" type="sibTrans" cxnId="{C5DEE2FF-CE26-4E25-9B17-479A9ACF18B4}">
      <dgm:prSet/>
      <dgm:spPr/>
      <dgm:t>
        <a:bodyPr/>
        <a:lstStyle/>
        <a:p>
          <a:endParaRPr lang="en-GB"/>
        </a:p>
      </dgm:t>
    </dgm:pt>
    <dgm:pt modelId="{B49E091D-F94D-4217-8CBD-AFD90F08D908}">
      <dgm:prSet phldrT="[Text]" custT="1"/>
      <dgm:spPr/>
      <dgm:t>
        <a:bodyPr/>
        <a:lstStyle/>
        <a:p>
          <a:pPr algn="l"/>
          <a:r>
            <a:rPr lang="en-US" sz="1400" dirty="0" smtClean="0"/>
            <a:t>1</a:t>
          </a:r>
          <a:r>
            <a:rPr lang="en-US" sz="1400" dirty="0" smtClean="0"/>
            <a:t>. To </a:t>
          </a:r>
          <a:r>
            <a:rPr lang="en-GB" sz="1400" dirty="0" smtClean="0"/>
            <a:t>create a roadmap. </a:t>
          </a:r>
        </a:p>
        <a:p>
          <a:pPr algn="l"/>
          <a:r>
            <a:rPr lang="en-US" sz="1400" dirty="0" smtClean="0"/>
            <a:t>2. To </a:t>
          </a:r>
          <a:r>
            <a:rPr lang="en-GB" sz="1400" dirty="0" smtClean="0"/>
            <a:t>bridge the digital divide.</a:t>
          </a:r>
        </a:p>
        <a:p>
          <a:pPr algn="l"/>
          <a:r>
            <a:rPr lang="en-GB" sz="1400" dirty="0" smtClean="0"/>
            <a:t>3. To promote  digital literacy.</a:t>
          </a:r>
        </a:p>
        <a:p>
          <a:pPr algn="l"/>
          <a:r>
            <a:rPr lang="en-GB" sz="1400" dirty="0" smtClean="0"/>
            <a:t>4. To </a:t>
          </a:r>
          <a:r>
            <a:rPr lang="en-GB" sz="1400" dirty="0" smtClean="0"/>
            <a:t>provide  </a:t>
          </a:r>
          <a:r>
            <a:rPr lang="en-GB" sz="1400" dirty="0" smtClean="0"/>
            <a:t>citizen-centric digital public services.</a:t>
          </a:r>
        </a:p>
        <a:p>
          <a:pPr algn="l"/>
          <a:r>
            <a:rPr lang="en-GB" sz="1400" dirty="0" smtClean="0"/>
            <a:t>5. Create opportunities for all </a:t>
          </a:r>
          <a:endParaRPr lang="en-GB" sz="1400" dirty="0"/>
        </a:p>
      </dgm:t>
    </dgm:pt>
    <dgm:pt modelId="{A34814DC-1F31-40DD-B14E-8E1DE5F17C04}" type="parTrans" cxnId="{363A8B6C-207D-4587-BFAC-DC39D6587E9D}">
      <dgm:prSet/>
      <dgm:spPr/>
      <dgm:t>
        <a:bodyPr/>
        <a:lstStyle/>
        <a:p>
          <a:endParaRPr lang="en-GB"/>
        </a:p>
      </dgm:t>
    </dgm:pt>
    <dgm:pt modelId="{B494E6B6-02C6-4FEA-AA8D-7A19973EDD2C}" type="sibTrans" cxnId="{363A8B6C-207D-4587-BFAC-DC39D6587E9D}">
      <dgm:prSet/>
      <dgm:spPr/>
      <dgm:t>
        <a:bodyPr/>
        <a:lstStyle/>
        <a:p>
          <a:endParaRPr lang="en-GB"/>
        </a:p>
      </dgm:t>
    </dgm:pt>
    <dgm:pt modelId="{9051A82E-218F-4A72-8A8F-93E16EFE5E5F}">
      <dgm:prSet phldrT="[Text]" custT="1"/>
      <dgm:spPr/>
      <dgm:t>
        <a:bodyPr/>
        <a:lstStyle/>
        <a:p>
          <a:pPr algn="l"/>
          <a:r>
            <a:rPr lang="en-US" sz="1600" dirty="0" smtClean="0"/>
            <a:t>1. Whole of Society</a:t>
          </a:r>
        </a:p>
        <a:p>
          <a:pPr algn="l"/>
          <a:r>
            <a:rPr lang="en-US" sz="1600" dirty="0" smtClean="0"/>
            <a:t>2. Sustainability</a:t>
          </a:r>
        </a:p>
        <a:p>
          <a:pPr algn="l"/>
          <a:r>
            <a:rPr lang="en-US" sz="1600" dirty="0" smtClean="0"/>
            <a:t>3. Agility</a:t>
          </a:r>
          <a:endParaRPr lang="en-GB" sz="1600" dirty="0"/>
        </a:p>
      </dgm:t>
    </dgm:pt>
    <dgm:pt modelId="{5D830352-E726-4925-835E-5D2B71974C82}" type="parTrans" cxnId="{8A57D222-26B5-45E2-8EC6-DFC11E9388F5}">
      <dgm:prSet/>
      <dgm:spPr/>
      <dgm:t>
        <a:bodyPr/>
        <a:lstStyle/>
        <a:p>
          <a:endParaRPr lang="en-GB"/>
        </a:p>
      </dgm:t>
    </dgm:pt>
    <dgm:pt modelId="{DA896E68-9C29-4AC9-BCB0-8E9D13819477}" type="sibTrans" cxnId="{8A57D222-26B5-45E2-8EC6-DFC11E9388F5}">
      <dgm:prSet/>
      <dgm:spPr/>
      <dgm:t>
        <a:bodyPr/>
        <a:lstStyle/>
        <a:p>
          <a:endParaRPr lang="en-GB"/>
        </a:p>
      </dgm:t>
    </dgm:pt>
    <dgm:pt modelId="{E1719566-C792-4E69-A14F-F6A21DBDB80F}" type="pres">
      <dgm:prSet presAssocID="{FBFDD9FE-5A66-4CE8-B202-B2046CF61F68}" presName="Name0" presStyleCnt="0">
        <dgm:presLayoutVars>
          <dgm:dir/>
          <dgm:resizeHandles val="exact"/>
        </dgm:presLayoutVars>
      </dgm:prSet>
      <dgm:spPr/>
    </dgm:pt>
    <dgm:pt modelId="{9786A00F-18B3-4209-8AB5-591DAA953A07}" type="pres">
      <dgm:prSet presAssocID="{FBFDD9FE-5A66-4CE8-B202-B2046CF61F68}" presName="fgShape" presStyleLbl="fgShp" presStyleIdx="0" presStyleCnt="1" custScaleX="98578" custScaleY="55898" custLinFactNeighborY="55384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</dgm:pt>
    <dgm:pt modelId="{5974DE72-E433-4758-8A56-E91899AC4E95}" type="pres">
      <dgm:prSet presAssocID="{FBFDD9FE-5A66-4CE8-B202-B2046CF61F68}" presName="linComp" presStyleCnt="0"/>
      <dgm:spPr/>
    </dgm:pt>
    <dgm:pt modelId="{898EB23E-D022-49AC-A98D-6249771025E2}" type="pres">
      <dgm:prSet presAssocID="{6E25C3CC-5BD0-46C3-AA02-9C87CD0899BA}" presName="compNode" presStyleCnt="0"/>
      <dgm:spPr/>
    </dgm:pt>
    <dgm:pt modelId="{6F85D658-FC94-4B57-82F7-E39D7D692104}" type="pres">
      <dgm:prSet presAssocID="{6E25C3CC-5BD0-46C3-AA02-9C87CD0899BA}" presName="bkgdShape" presStyleLbl="node1" presStyleIdx="0" presStyleCnt="3" custLinFactNeighborX="-64" custLinFactNeighborY="-19115"/>
      <dgm:spPr/>
      <dgm:t>
        <a:bodyPr/>
        <a:lstStyle/>
        <a:p>
          <a:endParaRPr lang="en-GB"/>
        </a:p>
      </dgm:t>
    </dgm:pt>
    <dgm:pt modelId="{FA012464-06F7-44F8-A9AE-187B570A32B6}" type="pres">
      <dgm:prSet presAssocID="{6E25C3CC-5BD0-46C3-AA02-9C87CD0899BA}" presName="nodeTx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99FC34C-0013-40A5-8D2B-ABF1CDA2F410}" type="pres">
      <dgm:prSet presAssocID="{6E25C3CC-5BD0-46C3-AA02-9C87CD0899BA}" presName="invisiNode" presStyleLbl="node1" presStyleIdx="0" presStyleCnt="3"/>
      <dgm:spPr/>
    </dgm:pt>
    <dgm:pt modelId="{3058AA85-BF28-47FF-9D84-9AF5F3252E2B}" type="pres">
      <dgm:prSet presAssocID="{6E25C3CC-5BD0-46C3-AA02-9C87CD0899BA}" presName="imagNode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</dgm:pt>
    <dgm:pt modelId="{D0BDD37B-21E8-4492-8D00-2A3D101B797E}" type="pres">
      <dgm:prSet presAssocID="{0DD89CC8-FCFC-4714-A07E-F7C06723BCC9}" presName="sibTrans" presStyleLbl="sibTrans2D1" presStyleIdx="0" presStyleCnt="0"/>
      <dgm:spPr/>
      <dgm:t>
        <a:bodyPr/>
        <a:lstStyle/>
        <a:p>
          <a:endParaRPr lang="en-GB"/>
        </a:p>
      </dgm:t>
    </dgm:pt>
    <dgm:pt modelId="{B2252150-A2C8-442D-A01A-A409F4C20497}" type="pres">
      <dgm:prSet presAssocID="{B49E091D-F94D-4217-8CBD-AFD90F08D908}" presName="compNode" presStyleCnt="0"/>
      <dgm:spPr/>
    </dgm:pt>
    <dgm:pt modelId="{DC1E9112-8B24-4F96-8F02-8CEA5F7C6EC4}" type="pres">
      <dgm:prSet presAssocID="{B49E091D-F94D-4217-8CBD-AFD90F08D908}" presName="bkgdShape" presStyleLbl="node1" presStyleIdx="1" presStyleCnt="3"/>
      <dgm:spPr/>
      <dgm:t>
        <a:bodyPr/>
        <a:lstStyle/>
        <a:p>
          <a:endParaRPr lang="en-GB"/>
        </a:p>
      </dgm:t>
    </dgm:pt>
    <dgm:pt modelId="{460B8E44-2324-4241-A91F-57C0C4AE7AE8}" type="pres">
      <dgm:prSet presAssocID="{B49E091D-F94D-4217-8CBD-AFD90F08D908}" presName="nodeT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C5396C2-A20C-41E7-87C7-DCEC9A516EDB}" type="pres">
      <dgm:prSet presAssocID="{B49E091D-F94D-4217-8CBD-AFD90F08D908}" presName="invisiNode" presStyleLbl="node1" presStyleIdx="1" presStyleCnt="3"/>
      <dgm:spPr/>
    </dgm:pt>
    <dgm:pt modelId="{D3A5CF25-9F6B-42D1-87E5-D70A6D29DFD8}" type="pres">
      <dgm:prSet presAssocID="{B49E091D-F94D-4217-8CBD-AFD90F08D908}" presName="imagNode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412BAB11-906F-45FF-B0C9-62E1216BFF8F}" type="pres">
      <dgm:prSet presAssocID="{B494E6B6-02C6-4FEA-AA8D-7A19973EDD2C}" presName="sibTrans" presStyleLbl="sibTrans2D1" presStyleIdx="0" presStyleCnt="0"/>
      <dgm:spPr/>
      <dgm:t>
        <a:bodyPr/>
        <a:lstStyle/>
        <a:p>
          <a:endParaRPr lang="en-GB"/>
        </a:p>
      </dgm:t>
    </dgm:pt>
    <dgm:pt modelId="{2AB2E98E-FA33-4A7E-9EF6-A0EABDFC0C29}" type="pres">
      <dgm:prSet presAssocID="{9051A82E-218F-4A72-8A8F-93E16EFE5E5F}" presName="compNode" presStyleCnt="0"/>
      <dgm:spPr/>
    </dgm:pt>
    <dgm:pt modelId="{5DE920BF-85C2-495A-8409-1DE7271ACA05}" type="pres">
      <dgm:prSet presAssocID="{9051A82E-218F-4A72-8A8F-93E16EFE5E5F}" presName="bkgdShape" presStyleLbl="node1" presStyleIdx="2" presStyleCnt="3"/>
      <dgm:spPr/>
      <dgm:t>
        <a:bodyPr/>
        <a:lstStyle/>
        <a:p>
          <a:endParaRPr lang="en-GB"/>
        </a:p>
      </dgm:t>
    </dgm:pt>
    <dgm:pt modelId="{CA371EE9-7D75-432E-B267-DDAC605734F6}" type="pres">
      <dgm:prSet presAssocID="{9051A82E-218F-4A72-8A8F-93E16EFE5E5F}" presName="nodeT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EDCE4A8-677B-42AC-BBB0-11D5F81A004B}" type="pres">
      <dgm:prSet presAssocID="{9051A82E-218F-4A72-8A8F-93E16EFE5E5F}" presName="invisiNode" presStyleLbl="node1" presStyleIdx="2" presStyleCnt="3"/>
      <dgm:spPr/>
    </dgm:pt>
    <dgm:pt modelId="{075F9ED4-75C0-4BF4-8F98-E283813DAEAB}" type="pres">
      <dgm:prSet presAssocID="{9051A82E-218F-4A72-8A8F-93E16EFE5E5F}" presName="imagNode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6CFF73A0-DF3C-4F31-854F-472C55E60C76}" type="presOf" srcId="{9051A82E-218F-4A72-8A8F-93E16EFE5E5F}" destId="{5DE920BF-85C2-495A-8409-1DE7271ACA05}" srcOrd="0" destOrd="0" presId="urn:microsoft.com/office/officeart/2005/8/layout/hList7"/>
    <dgm:cxn modelId="{74CE7FBC-42D0-435E-8776-6B3AA468B0FC}" type="presOf" srcId="{B49E091D-F94D-4217-8CBD-AFD90F08D908}" destId="{DC1E9112-8B24-4F96-8F02-8CEA5F7C6EC4}" srcOrd="0" destOrd="0" presId="urn:microsoft.com/office/officeart/2005/8/layout/hList7"/>
    <dgm:cxn modelId="{9CDEF82D-B9A4-4B61-98A8-892D685E3BAD}" type="presOf" srcId="{0DD89CC8-FCFC-4714-A07E-F7C06723BCC9}" destId="{D0BDD37B-21E8-4492-8D00-2A3D101B797E}" srcOrd="0" destOrd="0" presId="urn:microsoft.com/office/officeart/2005/8/layout/hList7"/>
    <dgm:cxn modelId="{363A8B6C-207D-4587-BFAC-DC39D6587E9D}" srcId="{FBFDD9FE-5A66-4CE8-B202-B2046CF61F68}" destId="{B49E091D-F94D-4217-8CBD-AFD90F08D908}" srcOrd="1" destOrd="0" parTransId="{A34814DC-1F31-40DD-B14E-8E1DE5F17C04}" sibTransId="{B494E6B6-02C6-4FEA-AA8D-7A19973EDD2C}"/>
    <dgm:cxn modelId="{C5DEE2FF-CE26-4E25-9B17-479A9ACF18B4}" srcId="{FBFDD9FE-5A66-4CE8-B202-B2046CF61F68}" destId="{6E25C3CC-5BD0-46C3-AA02-9C87CD0899BA}" srcOrd="0" destOrd="0" parTransId="{2D5E7678-9DCA-4042-8F3A-33B4BC682AC5}" sibTransId="{0DD89CC8-FCFC-4714-A07E-F7C06723BCC9}"/>
    <dgm:cxn modelId="{8A57D222-26B5-45E2-8EC6-DFC11E9388F5}" srcId="{FBFDD9FE-5A66-4CE8-B202-B2046CF61F68}" destId="{9051A82E-218F-4A72-8A8F-93E16EFE5E5F}" srcOrd="2" destOrd="0" parTransId="{5D830352-E726-4925-835E-5D2B71974C82}" sibTransId="{DA896E68-9C29-4AC9-BCB0-8E9D13819477}"/>
    <dgm:cxn modelId="{053733F8-3A80-4223-9FC2-F844181E52C2}" type="presOf" srcId="{B49E091D-F94D-4217-8CBD-AFD90F08D908}" destId="{460B8E44-2324-4241-A91F-57C0C4AE7AE8}" srcOrd="1" destOrd="0" presId="urn:microsoft.com/office/officeart/2005/8/layout/hList7"/>
    <dgm:cxn modelId="{375CA558-2054-4113-B54A-BA80A92EC61F}" type="presOf" srcId="{9051A82E-218F-4A72-8A8F-93E16EFE5E5F}" destId="{CA371EE9-7D75-432E-B267-DDAC605734F6}" srcOrd="1" destOrd="0" presId="urn:microsoft.com/office/officeart/2005/8/layout/hList7"/>
    <dgm:cxn modelId="{6926E9C4-E3E3-45D9-B6A1-4B57395649F0}" type="presOf" srcId="{B494E6B6-02C6-4FEA-AA8D-7A19973EDD2C}" destId="{412BAB11-906F-45FF-B0C9-62E1216BFF8F}" srcOrd="0" destOrd="0" presId="urn:microsoft.com/office/officeart/2005/8/layout/hList7"/>
    <dgm:cxn modelId="{8AF97348-E11C-4612-B4C8-83677EE5AB68}" type="presOf" srcId="{FBFDD9FE-5A66-4CE8-B202-B2046CF61F68}" destId="{E1719566-C792-4E69-A14F-F6A21DBDB80F}" srcOrd="0" destOrd="0" presId="urn:microsoft.com/office/officeart/2005/8/layout/hList7"/>
    <dgm:cxn modelId="{F6DA73F9-037E-4619-B546-180233B06A20}" type="presOf" srcId="{6E25C3CC-5BD0-46C3-AA02-9C87CD0899BA}" destId="{6F85D658-FC94-4B57-82F7-E39D7D692104}" srcOrd="0" destOrd="0" presId="urn:microsoft.com/office/officeart/2005/8/layout/hList7"/>
    <dgm:cxn modelId="{69BF4279-2A9E-4EA2-951A-015252ECE983}" type="presOf" srcId="{6E25C3CC-5BD0-46C3-AA02-9C87CD0899BA}" destId="{FA012464-06F7-44F8-A9AE-187B570A32B6}" srcOrd="1" destOrd="0" presId="urn:microsoft.com/office/officeart/2005/8/layout/hList7"/>
    <dgm:cxn modelId="{8F8E42B4-4953-409D-A096-6B90D7877A20}" type="presParOf" srcId="{E1719566-C792-4E69-A14F-F6A21DBDB80F}" destId="{9786A00F-18B3-4209-8AB5-591DAA953A07}" srcOrd="0" destOrd="0" presId="urn:microsoft.com/office/officeart/2005/8/layout/hList7"/>
    <dgm:cxn modelId="{7AC4AF72-7E57-4403-9A1B-0340DED59D5A}" type="presParOf" srcId="{E1719566-C792-4E69-A14F-F6A21DBDB80F}" destId="{5974DE72-E433-4758-8A56-E91899AC4E95}" srcOrd="1" destOrd="0" presId="urn:microsoft.com/office/officeart/2005/8/layout/hList7"/>
    <dgm:cxn modelId="{6988767B-0A0C-43DF-8969-8BA8B29B4935}" type="presParOf" srcId="{5974DE72-E433-4758-8A56-E91899AC4E95}" destId="{898EB23E-D022-49AC-A98D-6249771025E2}" srcOrd="0" destOrd="0" presId="urn:microsoft.com/office/officeart/2005/8/layout/hList7"/>
    <dgm:cxn modelId="{E51AEC44-CC28-445F-9BC3-CBF85568E927}" type="presParOf" srcId="{898EB23E-D022-49AC-A98D-6249771025E2}" destId="{6F85D658-FC94-4B57-82F7-E39D7D692104}" srcOrd="0" destOrd="0" presId="urn:microsoft.com/office/officeart/2005/8/layout/hList7"/>
    <dgm:cxn modelId="{A5BC0B3E-039D-45B6-A732-E5E0EF562D4D}" type="presParOf" srcId="{898EB23E-D022-49AC-A98D-6249771025E2}" destId="{FA012464-06F7-44F8-A9AE-187B570A32B6}" srcOrd="1" destOrd="0" presId="urn:microsoft.com/office/officeart/2005/8/layout/hList7"/>
    <dgm:cxn modelId="{5C85CA20-87E8-49BA-9145-0E3D908FF21F}" type="presParOf" srcId="{898EB23E-D022-49AC-A98D-6249771025E2}" destId="{899FC34C-0013-40A5-8D2B-ABF1CDA2F410}" srcOrd="2" destOrd="0" presId="urn:microsoft.com/office/officeart/2005/8/layout/hList7"/>
    <dgm:cxn modelId="{4A9E3E96-E55D-4812-9BEA-D10227444B01}" type="presParOf" srcId="{898EB23E-D022-49AC-A98D-6249771025E2}" destId="{3058AA85-BF28-47FF-9D84-9AF5F3252E2B}" srcOrd="3" destOrd="0" presId="urn:microsoft.com/office/officeart/2005/8/layout/hList7"/>
    <dgm:cxn modelId="{16CB04A6-3C23-4B2C-AC58-6371456CA289}" type="presParOf" srcId="{5974DE72-E433-4758-8A56-E91899AC4E95}" destId="{D0BDD37B-21E8-4492-8D00-2A3D101B797E}" srcOrd="1" destOrd="0" presId="urn:microsoft.com/office/officeart/2005/8/layout/hList7"/>
    <dgm:cxn modelId="{BFB719FF-E43B-4B22-85C4-45573414E8A3}" type="presParOf" srcId="{5974DE72-E433-4758-8A56-E91899AC4E95}" destId="{B2252150-A2C8-442D-A01A-A409F4C20497}" srcOrd="2" destOrd="0" presId="urn:microsoft.com/office/officeart/2005/8/layout/hList7"/>
    <dgm:cxn modelId="{DFDAD95F-1D9E-47E8-A9C2-D2D0F2E48DA0}" type="presParOf" srcId="{B2252150-A2C8-442D-A01A-A409F4C20497}" destId="{DC1E9112-8B24-4F96-8F02-8CEA5F7C6EC4}" srcOrd="0" destOrd="0" presId="urn:microsoft.com/office/officeart/2005/8/layout/hList7"/>
    <dgm:cxn modelId="{9068ECE1-2C42-49F1-B12E-48FA863F132A}" type="presParOf" srcId="{B2252150-A2C8-442D-A01A-A409F4C20497}" destId="{460B8E44-2324-4241-A91F-57C0C4AE7AE8}" srcOrd="1" destOrd="0" presId="urn:microsoft.com/office/officeart/2005/8/layout/hList7"/>
    <dgm:cxn modelId="{4778E4B1-096A-4F1C-A122-D1202FB13539}" type="presParOf" srcId="{B2252150-A2C8-442D-A01A-A409F4C20497}" destId="{2C5396C2-A20C-41E7-87C7-DCEC9A516EDB}" srcOrd="2" destOrd="0" presId="urn:microsoft.com/office/officeart/2005/8/layout/hList7"/>
    <dgm:cxn modelId="{D942DE7C-C201-419F-8146-A429A50DC01B}" type="presParOf" srcId="{B2252150-A2C8-442D-A01A-A409F4C20497}" destId="{D3A5CF25-9F6B-42D1-87E5-D70A6D29DFD8}" srcOrd="3" destOrd="0" presId="urn:microsoft.com/office/officeart/2005/8/layout/hList7"/>
    <dgm:cxn modelId="{CAF7C75B-F707-451A-A37D-74743EC9552E}" type="presParOf" srcId="{5974DE72-E433-4758-8A56-E91899AC4E95}" destId="{412BAB11-906F-45FF-B0C9-62E1216BFF8F}" srcOrd="3" destOrd="0" presId="urn:microsoft.com/office/officeart/2005/8/layout/hList7"/>
    <dgm:cxn modelId="{215D3D7E-5314-4DA3-8492-705FBB69B135}" type="presParOf" srcId="{5974DE72-E433-4758-8A56-E91899AC4E95}" destId="{2AB2E98E-FA33-4A7E-9EF6-A0EABDFC0C29}" srcOrd="4" destOrd="0" presId="urn:microsoft.com/office/officeart/2005/8/layout/hList7"/>
    <dgm:cxn modelId="{FFB954AB-D8CF-4FFC-BC97-02B22E2CDA88}" type="presParOf" srcId="{2AB2E98E-FA33-4A7E-9EF6-A0EABDFC0C29}" destId="{5DE920BF-85C2-495A-8409-1DE7271ACA05}" srcOrd="0" destOrd="0" presId="urn:microsoft.com/office/officeart/2005/8/layout/hList7"/>
    <dgm:cxn modelId="{01262914-0E90-455B-A84B-D3E40F2FC2BC}" type="presParOf" srcId="{2AB2E98E-FA33-4A7E-9EF6-A0EABDFC0C29}" destId="{CA371EE9-7D75-432E-B267-DDAC605734F6}" srcOrd="1" destOrd="0" presId="urn:microsoft.com/office/officeart/2005/8/layout/hList7"/>
    <dgm:cxn modelId="{DCE4AACD-D6A2-46BE-922D-AE0821D85EB7}" type="presParOf" srcId="{2AB2E98E-FA33-4A7E-9EF6-A0EABDFC0C29}" destId="{8EDCE4A8-677B-42AC-BBB0-11D5F81A004B}" srcOrd="2" destOrd="0" presId="urn:microsoft.com/office/officeart/2005/8/layout/hList7"/>
    <dgm:cxn modelId="{B81F1579-717B-40F5-8605-0F8E0647B136}" type="presParOf" srcId="{2AB2E98E-FA33-4A7E-9EF6-A0EABDFC0C29}" destId="{075F9ED4-75C0-4BF4-8F98-E283813DAEAB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56847A-6450-48D6-98A8-4EB8F9B9A1E5}" type="doc">
      <dgm:prSet loTypeId="urn:microsoft.com/office/officeart/2005/8/layout/cycle4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GB"/>
        </a:p>
      </dgm:t>
    </dgm:pt>
    <dgm:pt modelId="{038472DA-3780-4424-85E2-B0BC87D1DE0A}">
      <dgm:prSet phldrT="[Text]" custT="1"/>
      <dgm:spPr/>
      <dgm:t>
        <a:bodyPr/>
        <a:lstStyle/>
        <a:p>
          <a:r>
            <a:rPr lang="en-US" sz="2300" dirty="0" smtClean="0"/>
            <a:t>Digital Landscape Assessment</a:t>
          </a:r>
          <a:endParaRPr lang="en-GB" sz="2300" dirty="0"/>
        </a:p>
      </dgm:t>
    </dgm:pt>
    <dgm:pt modelId="{FB6796AC-C288-463D-B106-C78C5A97F265}" type="parTrans" cxnId="{7EEC3A2E-169D-4C96-97CD-78523D2EE41A}">
      <dgm:prSet/>
      <dgm:spPr/>
      <dgm:t>
        <a:bodyPr/>
        <a:lstStyle/>
        <a:p>
          <a:endParaRPr lang="en-GB"/>
        </a:p>
      </dgm:t>
    </dgm:pt>
    <dgm:pt modelId="{C994F708-5645-418F-A022-91F8FC18DE7D}" type="sibTrans" cxnId="{7EEC3A2E-169D-4C96-97CD-78523D2EE41A}">
      <dgm:prSet/>
      <dgm:spPr/>
      <dgm:t>
        <a:bodyPr/>
        <a:lstStyle/>
        <a:p>
          <a:endParaRPr lang="en-GB"/>
        </a:p>
      </dgm:t>
    </dgm:pt>
    <dgm:pt modelId="{8629ED50-A7C0-459E-9A51-0C802FD082FD}">
      <dgm:prSet phldrT="[Text]"/>
      <dgm:spPr/>
      <dgm:t>
        <a:bodyPr/>
        <a:lstStyle/>
        <a:p>
          <a:r>
            <a:rPr lang="en-US" dirty="0" smtClean="0"/>
            <a:t>Research &amp; Analysis</a:t>
          </a:r>
          <a:endParaRPr lang="en-GB" dirty="0"/>
        </a:p>
      </dgm:t>
    </dgm:pt>
    <dgm:pt modelId="{983765E2-C066-4A20-B017-DF93F3D1AEBE}" type="parTrans" cxnId="{1E3A54FF-7C27-431E-B75E-B966385E0547}">
      <dgm:prSet/>
      <dgm:spPr/>
      <dgm:t>
        <a:bodyPr/>
        <a:lstStyle/>
        <a:p>
          <a:endParaRPr lang="en-GB"/>
        </a:p>
      </dgm:t>
    </dgm:pt>
    <dgm:pt modelId="{71AAABAD-EE66-44AF-B191-17B271DAF4F6}" type="sibTrans" cxnId="{1E3A54FF-7C27-431E-B75E-B966385E0547}">
      <dgm:prSet/>
      <dgm:spPr/>
      <dgm:t>
        <a:bodyPr/>
        <a:lstStyle/>
        <a:p>
          <a:endParaRPr lang="en-GB"/>
        </a:p>
      </dgm:t>
    </dgm:pt>
    <dgm:pt modelId="{482BA55C-8740-44D7-A994-28932734C1D7}">
      <dgm:prSet phldrT="[Text]" custT="1"/>
      <dgm:spPr/>
      <dgm:t>
        <a:bodyPr/>
        <a:lstStyle/>
        <a:p>
          <a:r>
            <a:rPr lang="en-US" sz="2400" dirty="0" smtClean="0"/>
            <a:t>Stakeholder Workshops </a:t>
          </a:r>
          <a:endParaRPr lang="en-GB" sz="2400" dirty="0"/>
        </a:p>
      </dgm:t>
    </dgm:pt>
    <dgm:pt modelId="{0F9A416A-3316-418E-AEA2-C8EF2EA52821}" type="parTrans" cxnId="{2A707FED-5B42-4612-99BB-4FDCD3E803E7}">
      <dgm:prSet/>
      <dgm:spPr/>
      <dgm:t>
        <a:bodyPr/>
        <a:lstStyle/>
        <a:p>
          <a:endParaRPr lang="en-GB"/>
        </a:p>
      </dgm:t>
    </dgm:pt>
    <dgm:pt modelId="{AC146C50-83D8-4D45-8CD7-9E713387850C}" type="sibTrans" cxnId="{2A707FED-5B42-4612-99BB-4FDCD3E803E7}">
      <dgm:prSet/>
      <dgm:spPr/>
      <dgm:t>
        <a:bodyPr/>
        <a:lstStyle/>
        <a:p>
          <a:endParaRPr lang="en-GB"/>
        </a:p>
      </dgm:t>
    </dgm:pt>
    <dgm:pt modelId="{3FD390A7-45C5-407F-B4C2-108A8D195A47}">
      <dgm:prSet phldrT="[Text]" custT="1"/>
      <dgm:spPr/>
      <dgm:t>
        <a:bodyPr/>
        <a:lstStyle/>
        <a:p>
          <a:r>
            <a:rPr lang="en-US" sz="1400" dirty="0" smtClean="0"/>
            <a:t>Inclusivity</a:t>
          </a:r>
          <a:endParaRPr lang="en-GB" sz="1400" dirty="0"/>
        </a:p>
      </dgm:t>
    </dgm:pt>
    <dgm:pt modelId="{6A58EA05-8165-4DA3-9597-BB67D5A030F1}" type="parTrans" cxnId="{D6A208BF-3423-4D36-92D9-041E78723D1A}">
      <dgm:prSet/>
      <dgm:spPr/>
      <dgm:t>
        <a:bodyPr/>
        <a:lstStyle/>
        <a:p>
          <a:endParaRPr lang="en-GB"/>
        </a:p>
      </dgm:t>
    </dgm:pt>
    <dgm:pt modelId="{2B76F74D-3BD7-41B0-81CE-A0D52243F5F2}" type="sibTrans" cxnId="{D6A208BF-3423-4D36-92D9-041E78723D1A}">
      <dgm:prSet/>
      <dgm:spPr/>
      <dgm:t>
        <a:bodyPr/>
        <a:lstStyle/>
        <a:p>
          <a:endParaRPr lang="en-GB"/>
        </a:p>
      </dgm:t>
    </dgm:pt>
    <dgm:pt modelId="{7EA012AD-2D52-4A45-B73C-FF1ABC6497EE}">
      <dgm:prSet phldrT="[Text]" custT="1"/>
      <dgm:spPr/>
      <dgm:t>
        <a:bodyPr/>
        <a:lstStyle/>
        <a:p>
          <a:r>
            <a:rPr lang="en-US" sz="2400" dirty="0" smtClean="0"/>
            <a:t>1-On-1 Interviews</a:t>
          </a:r>
          <a:endParaRPr lang="en-GB" sz="2400" dirty="0"/>
        </a:p>
      </dgm:t>
    </dgm:pt>
    <dgm:pt modelId="{67269DCE-009C-449F-BA0F-40ADBE0C630F}" type="parTrans" cxnId="{77B19229-7B7A-4973-89FB-F39CE3A97226}">
      <dgm:prSet/>
      <dgm:spPr/>
      <dgm:t>
        <a:bodyPr/>
        <a:lstStyle/>
        <a:p>
          <a:endParaRPr lang="en-GB"/>
        </a:p>
      </dgm:t>
    </dgm:pt>
    <dgm:pt modelId="{B5E26C0E-191F-4D8A-8801-8892AF387487}" type="sibTrans" cxnId="{77B19229-7B7A-4973-89FB-F39CE3A97226}">
      <dgm:prSet/>
      <dgm:spPr/>
      <dgm:t>
        <a:bodyPr/>
        <a:lstStyle/>
        <a:p>
          <a:endParaRPr lang="en-GB"/>
        </a:p>
      </dgm:t>
    </dgm:pt>
    <dgm:pt modelId="{AAF7DC83-6960-4A2A-BEE2-9020005EF443}">
      <dgm:prSet phldrT="[Text]" custT="1"/>
      <dgm:spPr/>
      <dgm:t>
        <a:bodyPr/>
        <a:lstStyle/>
        <a:p>
          <a:r>
            <a:rPr lang="en-US" sz="1600" dirty="0" smtClean="0"/>
            <a:t>Validation of inputs </a:t>
          </a:r>
          <a:endParaRPr lang="en-GB" sz="1600" dirty="0"/>
        </a:p>
      </dgm:t>
    </dgm:pt>
    <dgm:pt modelId="{C9C00D58-81C5-49DF-919C-76D475891307}" type="parTrans" cxnId="{16ECCF20-A2F2-4F5B-B781-4C4C36C2E9C1}">
      <dgm:prSet/>
      <dgm:spPr/>
      <dgm:t>
        <a:bodyPr/>
        <a:lstStyle/>
        <a:p>
          <a:endParaRPr lang="en-GB"/>
        </a:p>
      </dgm:t>
    </dgm:pt>
    <dgm:pt modelId="{87231489-226F-44F4-8707-1C01CB753F73}" type="sibTrans" cxnId="{16ECCF20-A2F2-4F5B-B781-4C4C36C2E9C1}">
      <dgm:prSet/>
      <dgm:spPr/>
      <dgm:t>
        <a:bodyPr/>
        <a:lstStyle/>
        <a:p>
          <a:endParaRPr lang="en-GB"/>
        </a:p>
      </dgm:t>
    </dgm:pt>
    <dgm:pt modelId="{E4850B3B-F01E-4331-AEE4-79243A6C9302}">
      <dgm:prSet phldrT="[Text]" custT="1"/>
      <dgm:spPr/>
      <dgm:t>
        <a:bodyPr/>
        <a:lstStyle/>
        <a:p>
          <a:r>
            <a:rPr lang="en-US" sz="2400" dirty="0" smtClean="0"/>
            <a:t>National Survey</a:t>
          </a:r>
          <a:endParaRPr lang="en-GB" sz="2400" dirty="0"/>
        </a:p>
      </dgm:t>
    </dgm:pt>
    <dgm:pt modelId="{956176C2-AE0E-48E1-92C7-51F390989F2E}" type="parTrans" cxnId="{07568DD4-E4F5-4438-A70C-3D7A06DF20F4}">
      <dgm:prSet/>
      <dgm:spPr/>
      <dgm:t>
        <a:bodyPr/>
        <a:lstStyle/>
        <a:p>
          <a:endParaRPr lang="en-GB"/>
        </a:p>
      </dgm:t>
    </dgm:pt>
    <dgm:pt modelId="{069D8162-D394-4249-9497-12285B7B58DA}" type="sibTrans" cxnId="{07568DD4-E4F5-4438-A70C-3D7A06DF20F4}">
      <dgm:prSet/>
      <dgm:spPr/>
      <dgm:t>
        <a:bodyPr/>
        <a:lstStyle/>
        <a:p>
          <a:endParaRPr lang="en-GB"/>
        </a:p>
      </dgm:t>
    </dgm:pt>
    <dgm:pt modelId="{D24D9C3A-4B29-4224-BB06-8429BEB9EFAA}">
      <dgm:prSet phldrT="[Text]" custT="1"/>
      <dgm:spPr/>
      <dgm:t>
        <a:bodyPr/>
        <a:lstStyle/>
        <a:p>
          <a:r>
            <a:rPr lang="en-US" sz="1600" dirty="0" smtClean="0"/>
            <a:t>Collect quantitative data for quantitative assessment</a:t>
          </a:r>
          <a:endParaRPr lang="en-GB" sz="1600" dirty="0"/>
        </a:p>
      </dgm:t>
    </dgm:pt>
    <dgm:pt modelId="{B31822A4-B91E-4ECD-A9A4-C6F1223D458D}" type="parTrans" cxnId="{E0C3A08E-8F8C-4E0B-B41D-E9EB1D883F74}">
      <dgm:prSet/>
      <dgm:spPr/>
      <dgm:t>
        <a:bodyPr/>
        <a:lstStyle/>
        <a:p>
          <a:endParaRPr lang="en-GB"/>
        </a:p>
      </dgm:t>
    </dgm:pt>
    <dgm:pt modelId="{D8072FE2-C01B-4D03-91B5-1006B80DA793}" type="sibTrans" cxnId="{E0C3A08E-8F8C-4E0B-B41D-E9EB1D883F74}">
      <dgm:prSet/>
      <dgm:spPr/>
      <dgm:t>
        <a:bodyPr/>
        <a:lstStyle/>
        <a:p>
          <a:endParaRPr lang="en-GB"/>
        </a:p>
      </dgm:t>
    </dgm:pt>
    <dgm:pt modelId="{3375F26E-1E58-42BA-9568-9E822685108E}">
      <dgm:prSet phldrT="[Text]"/>
      <dgm:spPr/>
      <dgm:t>
        <a:bodyPr/>
        <a:lstStyle/>
        <a:p>
          <a:r>
            <a:rPr lang="en-US" dirty="0" smtClean="0"/>
            <a:t>Benchmarking</a:t>
          </a:r>
          <a:endParaRPr lang="en-GB" dirty="0"/>
        </a:p>
      </dgm:t>
    </dgm:pt>
    <dgm:pt modelId="{19022C68-6DE8-43C4-B5B5-26F0BABBD0DE}" type="parTrans" cxnId="{B915D077-1468-41EA-B10A-444B299F8228}">
      <dgm:prSet/>
      <dgm:spPr/>
      <dgm:t>
        <a:bodyPr/>
        <a:lstStyle/>
        <a:p>
          <a:endParaRPr lang="en-GB"/>
        </a:p>
      </dgm:t>
    </dgm:pt>
    <dgm:pt modelId="{863D3634-4D66-4C32-ACA9-BF8554B22162}" type="sibTrans" cxnId="{B915D077-1468-41EA-B10A-444B299F8228}">
      <dgm:prSet/>
      <dgm:spPr/>
      <dgm:t>
        <a:bodyPr/>
        <a:lstStyle/>
        <a:p>
          <a:endParaRPr lang="en-GB"/>
        </a:p>
      </dgm:t>
    </dgm:pt>
    <dgm:pt modelId="{E5517048-0208-44CB-9CCA-7A5CB4472BE3}">
      <dgm:prSet phldrT="[Text]"/>
      <dgm:spPr/>
      <dgm:t>
        <a:bodyPr/>
        <a:lstStyle/>
        <a:p>
          <a:r>
            <a:rPr lang="en-US" dirty="0" smtClean="0"/>
            <a:t>Global Trends</a:t>
          </a:r>
          <a:endParaRPr lang="en-GB" dirty="0"/>
        </a:p>
      </dgm:t>
    </dgm:pt>
    <dgm:pt modelId="{22EA7105-2C78-4038-9283-7B19AED5216C}" type="parTrans" cxnId="{07E68011-B5C6-4F07-AE09-246A5CB85036}">
      <dgm:prSet/>
      <dgm:spPr/>
      <dgm:t>
        <a:bodyPr/>
        <a:lstStyle/>
        <a:p>
          <a:endParaRPr lang="en-GB"/>
        </a:p>
      </dgm:t>
    </dgm:pt>
    <dgm:pt modelId="{25F82587-AB89-418E-904B-FBA8A44DEC3B}" type="sibTrans" cxnId="{07E68011-B5C6-4F07-AE09-246A5CB85036}">
      <dgm:prSet/>
      <dgm:spPr/>
      <dgm:t>
        <a:bodyPr/>
        <a:lstStyle/>
        <a:p>
          <a:endParaRPr lang="en-GB"/>
        </a:p>
      </dgm:t>
    </dgm:pt>
    <dgm:pt modelId="{6D1A2863-4112-4AFC-B2F1-5F4D8012763A}">
      <dgm:prSet phldrT="[Text]" custT="1"/>
      <dgm:spPr/>
      <dgm:t>
        <a:bodyPr/>
        <a:lstStyle/>
        <a:p>
          <a:r>
            <a:rPr lang="en-US" sz="1400" dirty="0" smtClean="0"/>
            <a:t>Takes stock of challenges and issues of concerns from all stakeholders</a:t>
          </a:r>
          <a:endParaRPr lang="en-GB" sz="1400" dirty="0"/>
        </a:p>
      </dgm:t>
    </dgm:pt>
    <dgm:pt modelId="{3D12A09A-EBBC-40DC-998E-A99F81ADE23D}" type="parTrans" cxnId="{037E688B-A913-4620-8209-2F4F524FDA6A}">
      <dgm:prSet/>
      <dgm:spPr/>
      <dgm:t>
        <a:bodyPr/>
        <a:lstStyle/>
        <a:p>
          <a:endParaRPr lang="en-GB"/>
        </a:p>
      </dgm:t>
    </dgm:pt>
    <dgm:pt modelId="{DA9EFE87-26BC-4D34-BB32-6A2F754AC877}" type="sibTrans" cxnId="{037E688B-A913-4620-8209-2F4F524FDA6A}">
      <dgm:prSet/>
      <dgm:spPr/>
      <dgm:t>
        <a:bodyPr/>
        <a:lstStyle/>
        <a:p>
          <a:endParaRPr lang="en-GB"/>
        </a:p>
      </dgm:t>
    </dgm:pt>
    <dgm:pt modelId="{576747FA-6445-4E7C-9F4B-22D440772C20}" type="pres">
      <dgm:prSet presAssocID="{EC56847A-6450-48D6-98A8-4EB8F9B9A1E5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7FF51F31-F8A6-4113-848C-AFEB68D2FEF7}" type="pres">
      <dgm:prSet presAssocID="{EC56847A-6450-48D6-98A8-4EB8F9B9A1E5}" presName="children" presStyleCnt="0"/>
      <dgm:spPr/>
    </dgm:pt>
    <dgm:pt modelId="{041F6CAD-31D2-4AAC-A4C9-9B54025BD8A0}" type="pres">
      <dgm:prSet presAssocID="{EC56847A-6450-48D6-98A8-4EB8F9B9A1E5}" presName="child1group" presStyleCnt="0"/>
      <dgm:spPr/>
    </dgm:pt>
    <dgm:pt modelId="{8A127042-5EB5-4A01-9B2B-C1C5E4D4440D}" type="pres">
      <dgm:prSet presAssocID="{EC56847A-6450-48D6-98A8-4EB8F9B9A1E5}" presName="child1" presStyleLbl="bgAcc1" presStyleIdx="0" presStyleCnt="4" custScaleX="152312" custScaleY="125817" custLinFactNeighborX="-26541" custLinFactNeighborY="5827"/>
      <dgm:spPr/>
      <dgm:t>
        <a:bodyPr/>
        <a:lstStyle/>
        <a:p>
          <a:endParaRPr lang="en-GB"/>
        </a:p>
      </dgm:t>
    </dgm:pt>
    <dgm:pt modelId="{4B27B373-22CB-4D20-B8CC-D848DE6BA9AE}" type="pres">
      <dgm:prSet presAssocID="{EC56847A-6450-48D6-98A8-4EB8F9B9A1E5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F395862-D461-47C7-BE48-8ACF501CCD91}" type="pres">
      <dgm:prSet presAssocID="{EC56847A-6450-48D6-98A8-4EB8F9B9A1E5}" presName="child2group" presStyleCnt="0"/>
      <dgm:spPr/>
    </dgm:pt>
    <dgm:pt modelId="{7969BDE8-97DB-4B6C-9B31-947ECB6BCE9B}" type="pres">
      <dgm:prSet presAssocID="{EC56847A-6450-48D6-98A8-4EB8F9B9A1E5}" presName="child2" presStyleLbl="bgAcc1" presStyleIdx="1" presStyleCnt="4" custScaleX="126308" custScaleY="104678"/>
      <dgm:spPr/>
      <dgm:t>
        <a:bodyPr/>
        <a:lstStyle/>
        <a:p>
          <a:endParaRPr lang="en-GB"/>
        </a:p>
      </dgm:t>
    </dgm:pt>
    <dgm:pt modelId="{929442C4-CC93-4987-8102-FD0B73A3C805}" type="pres">
      <dgm:prSet presAssocID="{EC56847A-6450-48D6-98A8-4EB8F9B9A1E5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C84B127-D3C7-4627-801A-23FCA9ED337B}" type="pres">
      <dgm:prSet presAssocID="{EC56847A-6450-48D6-98A8-4EB8F9B9A1E5}" presName="child3group" presStyleCnt="0"/>
      <dgm:spPr/>
    </dgm:pt>
    <dgm:pt modelId="{A3F9DB7E-8A97-4EA0-AAEF-F205FEB30C01}" type="pres">
      <dgm:prSet presAssocID="{EC56847A-6450-48D6-98A8-4EB8F9B9A1E5}" presName="child3" presStyleLbl="bgAcc1" presStyleIdx="2" presStyleCnt="4" custLinFactNeighborX="13318" custLinFactNeighborY="-22402"/>
      <dgm:spPr/>
      <dgm:t>
        <a:bodyPr/>
        <a:lstStyle/>
        <a:p>
          <a:endParaRPr lang="en-GB"/>
        </a:p>
      </dgm:t>
    </dgm:pt>
    <dgm:pt modelId="{27FC6C7A-AACF-400C-9971-CC9D89E10FA7}" type="pres">
      <dgm:prSet presAssocID="{EC56847A-6450-48D6-98A8-4EB8F9B9A1E5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50FB5BB-B1E6-47D2-95D5-DD09ECE860EE}" type="pres">
      <dgm:prSet presAssocID="{EC56847A-6450-48D6-98A8-4EB8F9B9A1E5}" presName="child4group" presStyleCnt="0"/>
      <dgm:spPr/>
    </dgm:pt>
    <dgm:pt modelId="{7E223FAA-61DB-4CAF-ACA9-60AB8A9622CA}" type="pres">
      <dgm:prSet presAssocID="{EC56847A-6450-48D6-98A8-4EB8F9B9A1E5}" presName="child4" presStyleLbl="bgAcc1" presStyleIdx="3" presStyleCnt="4" custScaleX="131328" custScaleY="119508" custLinFactNeighborX="-33431" custLinFactNeighborY="-25805"/>
      <dgm:spPr/>
      <dgm:t>
        <a:bodyPr/>
        <a:lstStyle/>
        <a:p>
          <a:endParaRPr lang="en-GB"/>
        </a:p>
      </dgm:t>
    </dgm:pt>
    <dgm:pt modelId="{8B0F621B-1418-49A0-97EE-F978BA57FF6D}" type="pres">
      <dgm:prSet presAssocID="{EC56847A-6450-48D6-98A8-4EB8F9B9A1E5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EB29FD8-EEDF-4904-B370-E54E666D6C06}" type="pres">
      <dgm:prSet presAssocID="{EC56847A-6450-48D6-98A8-4EB8F9B9A1E5}" presName="childPlaceholder" presStyleCnt="0"/>
      <dgm:spPr/>
    </dgm:pt>
    <dgm:pt modelId="{787E549C-CA3E-42CF-A32A-1001B53FB51A}" type="pres">
      <dgm:prSet presAssocID="{EC56847A-6450-48D6-98A8-4EB8F9B9A1E5}" presName="circle" presStyleCnt="0"/>
      <dgm:spPr/>
    </dgm:pt>
    <dgm:pt modelId="{2FF2E9AE-D7D6-448D-929C-5A30D8FBD61F}" type="pres">
      <dgm:prSet presAssocID="{EC56847A-6450-48D6-98A8-4EB8F9B9A1E5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6D258A1-B3E4-48BA-9AAF-2E71F68DB61F}" type="pres">
      <dgm:prSet presAssocID="{EC56847A-6450-48D6-98A8-4EB8F9B9A1E5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33A28CE-4D51-4CC0-A6B3-424DA97A6F62}" type="pres">
      <dgm:prSet presAssocID="{EC56847A-6450-48D6-98A8-4EB8F9B9A1E5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D2A296B-6D5E-400C-891E-B49A64C2E77E}" type="pres">
      <dgm:prSet presAssocID="{EC56847A-6450-48D6-98A8-4EB8F9B9A1E5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BAEBD93-40F2-4D34-9E29-2CCAF8C89DAB}" type="pres">
      <dgm:prSet presAssocID="{EC56847A-6450-48D6-98A8-4EB8F9B9A1E5}" presName="quadrantPlaceholder" presStyleCnt="0"/>
      <dgm:spPr/>
    </dgm:pt>
    <dgm:pt modelId="{18C4D998-F28A-4CE7-8EC1-EC1904F81E33}" type="pres">
      <dgm:prSet presAssocID="{EC56847A-6450-48D6-98A8-4EB8F9B9A1E5}" presName="center1" presStyleLbl="fgShp" presStyleIdx="0" presStyleCnt="2"/>
      <dgm:spPr/>
    </dgm:pt>
    <dgm:pt modelId="{2780AF2D-9A5F-415B-ADF2-873A08199A5A}" type="pres">
      <dgm:prSet presAssocID="{EC56847A-6450-48D6-98A8-4EB8F9B9A1E5}" presName="center2" presStyleLbl="fgShp" presStyleIdx="1" presStyleCnt="2"/>
      <dgm:spPr/>
    </dgm:pt>
  </dgm:ptLst>
  <dgm:cxnLst>
    <dgm:cxn modelId="{98C3B4BA-CE20-4333-8C86-034319312779}" type="presOf" srcId="{E5517048-0208-44CB-9CCA-7A5CB4472BE3}" destId="{4B27B373-22CB-4D20-B8CC-D848DE6BA9AE}" srcOrd="1" destOrd="2" presId="urn:microsoft.com/office/officeart/2005/8/layout/cycle4"/>
    <dgm:cxn modelId="{97A1D588-D349-4CD8-9311-19467846A4B8}" type="presOf" srcId="{EC56847A-6450-48D6-98A8-4EB8F9B9A1E5}" destId="{576747FA-6445-4E7C-9F4B-22D440772C20}" srcOrd="0" destOrd="0" presId="urn:microsoft.com/office/officeart/2005/8/layout/cycle4"/>
    <dgm:cxn modelId="{EA6447BF-A5D3-44FF-B20B-8C6084F8DEB1}" type="presOf" srcId="{482BA55C-8740-44D7-A994-28932734C1D7}" destId="{26D258A1-B3E4-48BA-9AAF-2E71F68DB61F}" srcOrd="0" destOrd="0" presId="urn:microsoft.com/office/officeart/2005/8/layout/cycle4"/>
    <dgm:cxn modelId="{2AFD1F16-53B3-4074-A9F6-61A9312A3019}" type="presOf" srcId="{3375F26E-1E58-42BA-9568-9E822685108E}" destId="{8A127042-5EB5-4A01-9B2B-C1C5E4D4440D}" srcOrd="0" destOrd="1" presId="urn:microsoft.com/office/officeart/2005/8/layout/cycle4"/>
    <dgm:cxn modelId="{02320635-7C0C-43FB-B6E2-77E0BDB2C7B5}" type="presOf" srcId="{3FD390A7-45C5-407F-B4C2-108A8D195A47}" destId="{929442C4-CC93-4987-8102-FD0B73A3C805}" srcOrd="1" destOrd="0" presId="urn:microsoft.com/office/officeart/2005/8/layout/cycle4"/>
    <dgm:cxn modelId="{E0C3A08E-8F8C-4E0B-B41D-E9EB1D883F74}" srcId="{E4850B3B-F01E-4331-AEE4-79243A6C9302}" destId="{D24D9C3A-4B29-4224-BB06-8429BEB9EFAA}" srcOrd="0" destOrd="0" parTransId="{B31822A4-B91E-4ECD-A9A4-C6F1223D458D}" sibTransId="{D8072FE2-C01B-4D03-91B5-1006B80DA793}"/>
    <dgm:cxn modelId="{05191297-86E5-483D-BE45-0ED19422F25D}" type="presOf" srcId="{AAF7DC83-6960-4A2A-BEE2-9020005EF443}" destId="{27FC6C7A-AACF-400C-9971-CC9D89E10FA7}" srcOrd="1" destOrd="0" presId="urn:microsoft.com/office/officeart/2005/8/layout/cycle4"/>
    <dgm:cxn modelId="{D6A208BF-3423-4D36-92D9-041E78723D1A}" srcId="{482BA55C-8740-44D7-A994-28932734C1D7}" destId="{3FD390A7-45C5-407F-B4C2-108A8D195A47}" srcOrd="0" destOrd="0" parTransId="{6A58EA05-8165-4DA3-9597-BB67D5A030F1}" sibTransId="{2B76F74D-3BD7-41B0-81CE-A0D52243F5F2}"/>
    <dgm:cxn modelId="{07E68011-B5C6-4F07-AE09-246A5CB85036}" srcId="{038472DA-3780-4424-85E2-B0BC87D1DE0A}" destId="{E5517048-0208-44CB-9CCA-7A5CB4472BE3}" srcOrd="2" destOrd="0" parTransId="{22EA7105-2C78-4038-9283-7B19AED5216C}" sibTransId="{25F82587-AB89-418E-904B-FBA8A44DEC3B}"/>
    <dgm:cxn modelId="{80FE9D41-6442-4516-8AF7-4EA286C5058A}" type="presOf" srcId="{AAF7DC83-6960-4A2A-BEE2-9020005EF443}" destId="{A3F9DB7E-8A97-4EA0-AAEF-F205FEB30C01}" srcOrd="0" destOrd="0" presId="urn:microsoft.com/office/officeart/2005/8/layout/cycle4"/>
    <dgm:cxn modelId="{2A707FED-5B42-4612-99BB-4FDCD3E803E7}" srcId="{EC56847A-6450-48D6-98A8-4EB8F9B9A1E5}" destId="{482BA55C-8740-44D7-A994-28932734C1D7}" srcOrd="1" destOrd="0" parTransId="{0F9A416A-3316-418E-AEA2-C8EF2EA52821}" sibTransId="{AC146C50-83D8-4D45-8CD7-9E713387850C}"/>
    <dgm:cxn modelId="{20BEE7EE-D146-42AD-AABB-E7918DFC354A}" type="presOf" srcId="{8629ED50-A7C0-459E-9A51-0C802FD082FD}" destId="{4B27B373-22CB-4D20-B8CC-D848DE6BA9AE}" srcOrd="1" destOrd="0" presId="urn:microsoft.com/office/officeart/2005/8/layout/cycle4"/>
    <dgm:cxn modelId="{1E3A54FF-7C27-431E-B75E-B966385E0547}" srcId="{038472DA-3780-4424-85E2-B0BC87D1DE0A}" destId="{8629ED50-A7C0-459E-9A51-0C802FD082FD}" srcOrd="0" destOrd="0" parTransId="{983765E2-C066-4A20-B017-DF93F3D1AEBE}" sibTransId="{71AAABAD-EE66-44AF-B191-17B271DAF4F6}"/>
    <dgm:cxn modelId="{B904D28F-0439-498C-A5B2-C32C25406562}" type="presOf" srcId="{E5517048-0208-44CB-9CCA-7A5CB4472BE3}" destId="{8A127042-5EB5-4A01-9B2B-C1C5E4D4440D}" srcOrd="0" destOrd="2" presId="urn:microsoft.com/office/officeart/2005/8/layout/cycle4"/>
    <dgm:cxn modelId="{C71090D9-4199-44B7-8C68-E7AD725D29FD}" type="presOf" srcId="{038472DA-3780-4424-85E2-B0BC87D1DE0A}" destId="{2FF2E9AE-D7D6-448D-929C-5A30D8FBD61F}" srcOrd="0" destOrd="0" presId="urn:microsoft.com/office/officeart/2005/8/layout/cycle4"/>
    <dgm:cxn modelId="{4B744CA6-99AF-4987-BC15-383BE8575A57}" type="presOf" srcId="{E4850B3B-F01E-4331-AEE4-79243A6C9302}" destId="{4D2A296B-6D5E-400C-891E-B49A64C2E77E}" srcOrd="0" destOrd="0" presId="urn:microsoft.com/office/officeart/2005/8/layout/cycle4"/>
    <dgm:cxn modelId="{5C010633-1CBA-41B3-97F0-D968397C90B2}" type="presOf" srcId="{6D1A2863-4112-4AFC-B2F1-5F4D8012763A}" destId="{929442C4-CC93-4987-8102-FD0B73A3C805}" srcOrd="1" destOrd="1" presId="urn:microsoft.com/office/officeart/2005/8/layout/cycle4"/>
    <dgm:cxn modelId="{F1C5822E-FB09-4F06-A24C-549683892324}" type="presOf" srcId="{3375F26E-1E58-42BA-9568-9E822685108E}" destId="{4B27B373-22CB-4D20-B8CC-D848DE6BA9AE}" srcOrd="1" destOrd="1" presId="urn:microsoft.com/office/officeart/2005/8/layout/cycle4"/>
    <dgm:cxn modelId="{7815EC7B-D3CD-40AF-BDB4-E9C743D7BD2D}" type="presOf" srcId="{8629ED50-A7C0-459E-9A51-0C802FD082FD}" destId="{8A127042-5EB5-4A01-9B2B-C1C5E4D4440D}" srcOrd="0" destOrd="0" presId="urn:microsoft.com/office/officeart/2005/8/layout/cycle4"/>
    <dgm:cxn modelId="{6EEF0574-843F-451E-805C-A24D027D6931}" type="presOf" srcId="{D24D9C3A-4B29-4224-BB06-8429BEB9EFAA}" destId="{8B0F621B-1418-49A0-97EE-F978BA57FF6D}" srcOrd="1" destOrd="0" presId="urn:microsoft.com/office/officeart/2005/8/layout/cycle4"/>
    <dgm:cxn modelId="{B915D077-1468-41EA-B10A-444B299F8228}" srcId="{038472DA-3780-4424-85E2-B0BC87D1DE0A}" destId="{3375F26E-1E58-42BA-9568-9E822685108E}" srcOrd="1" destOrd="0" parTransId="{19022C68-6DE8-43C4-B5B5-26F0BABBD0DE}" sibTransId="{863D3634-4D66-4C32-ACA9-BF8554B22162}"/>
    <dgm:cxn modelId="{7EEC3A2E-169D-4C96-97CD-78523D2EE41A}" srcId="{EC56847A-6450-48D6-98A8-4EB8F9B9A1E5}" destId="{038472DA-3780-4424-85E2-B0BC87D1DE0A}" srcOrd="0" destOrd="0" parTransId="{FB6796AC-C288-463D-B106-C78C5A97F265}" sibTransId="{C994F708-5645-418F-A022-91F8FC18DE7D}"/>
    <dgm:cxn modelId="{77B19229-7B7A-4973-89FB-F39CE3A97226}" srcId="{EC56847A-6450-48D6-98A8-4EB8F9B9A1E5}" destId="{7EA012AD-2D52-4A45-B73C-FF1ABC6497EE}" srcOrd="2" destOrd="0" parTransId="{67269DCE-009C-449F-BA0F-40ADBE0C630F}" sibTransId="{B5E26C0E-191F-4D8A-8801-8892AF387487}"/>
    <dgm:cxn modelId="{037E688B-A913-4620-8209-2F4F524FDA6A}" srcId="{482BA55C-8740-44D7-A994-28932734C1D7}" destId="{6D1A2863-4112-4AFC-B2F1-5F4D8012763A}" srcOrd="1" destOrd="0" parTransId="{3D12A09A-EBBC-40DC-998E-A99F81ADE23D}" sibTransId="{DA9EFE87-26BC-4D34-BB32-6A2F754AC877}"/>
    <dgm:cxn modelId="{07568DD4-E4F5-4438-A70C-3D7A06DF20F4}" srcId="{EC56847A-6450-48D6-98A8-4EB8F9B9A1E5}" destId="{E4850B3B-F01E-4331-AEE4-79243A6C9302}" srcOrd="3" destOrd="0" parTransId="{956176C2-AE0E-48E1-92C7-51F390989F2E}" sibTransId="{069D8162-D394-4249-9497-12285B7B58DA}"/>
    <dgm:cxn modelId="{16ECCF20-A2F2-4F5B-B781-4C4C36C2E9C1}" srcId="{7EA012AD-2D52-4A45-B73C-FF1ABC6497EE}" destId="{AAF7DC83-6960-4A2A-BEE2-9020005EF443}" srcOrd="0" destOrd="0" parTransId="{C9C00D58-81C5-49DF-919C-76D475891307}" sibTransId="{87231489-226F-44F4-8707-1C01CB753F73}"/>
    <dgm:cxn modelId="{EB98499B-1F03-4BBF-AB60-1EB713A6496E}" type="presOf" srcId="{D24D9C3A-4B29-4224-BB06-8429BEB9EFAA}" destId="{7E223FAA-61DB-4CAF-ACA9-60AB8A9622CA}" srcOrd="0" destOrd="0" presId="urn:microsoft.com/office/officeart/2005/8/layout/cycle4"/>
    <dgm:cxn modelId="{1B79AF7E-BCEA-4282-BCDB-E9BB467DF5E6}" type="presOf" srcId="{7EA012AD-2D52-4A45-B73C-FF1ABC6497EE}" destId="{D33A28CE-4D51-4CC0-A6B3-424DA97A6F62}" srcOrd="0" destOrd="0" presId="urn:microsoft.com/office/officeart/2005/8/layout/cycle4"/>
    <dgm:cxn modelId="{A9287DB2-43A3-436A-AACF-CAB534DFC9C7}" type="presOf" srcId="{3FD390A7-45C5-407F-B4C2-108A8D195A47}" destId="{7969BDE8-97DB-4B6C-9B31-947ECB6BCE9B}" srcOrd="0" destOrd="0" presId="urn:microsoft.com/office/officeart/2005/8/layout/cycle4"/>
    <dgm:cxn modelId="{DDD31A7F-A2F2-4F66-9132-BE5425935B98}" type="presOf" srcId="{6D1A2863-4112-4AFC-B2F1-5F4D8012763A}" destId="{7969BDE8-97DB-4B6C-9B31-947ECB6BCE9B}" srcOrd="0" destOrd="1" presId="urn:microsoft.com/office/officeart/2005/8/layout/cycle4"/>
    <dgm:cxn modelId="{3E028727-40B9-4B7F-A292-2E885BF7E2B7}" type="presParOf" srcId="{576747FA-6445-4E7C-9F4B-22D440772C20}" destId="{7FF51F31-F8A6-4113-848C-AFEB68D2FEF7}" srcOrd="0" destOrd="0" presId="urn:microsoft.com/office/officeart/2005/8/layout/cycle4"/>
    <dgm:cxn modelId="{9F8577BC-8A54-4B03-8624-F3D69F89758C}" type="presParOf" srcId="{7FF51F31-F8A6-4113-848C-AFEB68D2FEF7}" destId="{041F6CAD-31D2-4AAC-A4C9-9B54025BD8A0}" srcOrd="0" destOrd="0" presId="urn:microsoft.com/office/officeart/2005/8/layout/cycle4"/>
    <dgm:cxn modelId="{F23622FB-7D4E-496D-8AF1-0FDF39AE40E3}" type="presParOf" srcId="{041F6CAD-31D2-4AAC-A4C9-9B54025BD8A0}" destId="{8A127042-5EB5-4A01-9B2B-C1C5E4D4440D}" srcOrd="0" destOrd="0" presId="urn:microsoft.com/office/officeart/2005/8/layout/cycle4"/>
    <dgm:cxn modelId="{EB920E9C-7591-4450-BEBA-7F0400B95032}" type="presParOf" srcId="{041F6CAD-31D2-4AAC-A4C9-9B54025BD8A0}" destId="{4B27B373-22CB-4D20-B8CC-D848DE6BA9AE}" srcOrd="1" destOrd="0" presId="urn:microsoft.com/office/officeart/2005/8/layout/cycle4"/>
    <dgm:cxn modelId="{65283768-4872-4195-BC92-D1FAEA3815D1}" type="presParOf" srcId="{7FF51F31-F8A6-4113-848C-AFEB68D2FEF7}" destId="{6F395862-D461-47C7-BE48-8ACF501CCD91}" srcOrd="1" destOrd="0" presId="urn:microsoft.com/office/officeart/2005/8/layout/cycle4"/>
    <dgm:cxn modelId="{99E661D1-6FC3-41C6-AECA-8F0C4AC74EFB}" type="presParOf" srcId="{6F395862-D461-47C7-BE48-8ACF501CCD91}" destId="{7969BDE8-97DB-4B6C-9B31-947ECB6BCE9B}" srcOrd="0" destOrd="0" presId="urn:microsoft.com/office/officeart/2005/8/layout/cycle4"/>
    <dgm:cxn modelId="{1B6E636E-8382-4FA0-9421-8C1C0C284D96}" type="presParOf" srcId="{6F395862-D461-47C7-BE48-8ACF501CCD91}" destId="{929442C4-CC93-4987-8102-FD0B73A3C805}" srcOrd="1" destOrd="0" presId="urn:microsoft.com/office/officeart/2005/8/layout/cycle4"/>
    <dgm:cxn modelId="{1457B1C6-CF7D-45C8-AF76-67E335F34BD8}" type="presParOf" srcId="{7FF51F31-F8A6-4113-848C-AFEB68D2FEF7}" destId="{8C84B127-D3C7-4627-801A-23FCA9ED337B}" srcOrd="2" destOrd="0" presId="urn:microsoft.com/office/officeart/2005/8/layout/cycle4"/>
    <dgm:cxn modelId="{B3A93BE3-25F2-46C8-80C9-9BCD367F002C}" type="presParOf" srcId="{8C84B127-D3C7-4627-801A-23FCA9ED337B}" destId="{A3F9DB7E-8A97-4EA0-AAEF-F205FEB30C01}" srcOrd="0" destOrd="0" presId="urn:microsoft.com/office/officeart/2005/8/layout/cycle4"/>
    <dgm:cxn modelId="{494E6C10-AADA-4E7E-9EDB-7B710C8076C6}" type="presParOf" srcId="{8C84B127-D3C7-4627-801A-23FCA9ED337B}" destId="{27FC6C7A-AACF-400C-9971-CC9D89E10FA7}" srcOrd="1" destOrd="0" presId="urn:microsoft.com/office/officeart/2005/8/layout/cycle4"/>
    <dgm:cxn modelId="{85D9E2B8-E32B-4DA8-8AA9-E10A6392D1EE}" type="presParOf" srcId="{7FF51F31-F8A6-4113-848C-AFEB68D2FEF7}" destId="{C50FB5BB-B1E6-47D2-95D5-DD09ECE860EE}" srcOrd="3" destOrd="0" presId="urn:microsoft.com/office/officeart/2005/8/layout/cycle4"/>
    <dgm:cxn modelId="{B2D4AD5B-7983-4D00-BD17-5B7B928276CD}" type="presParOf" srcId="{C50FB5BB-B1E6-47D2-95D5-DD09ECE860EE}" destId="{7E223FAA-61DB-4CAF-ACA9-60AB8A9622CA}" srcOrd="0" destOrd="0" presId="urn:microsoft.com/office/officeart/2005/8/layout/cycle4"/>
    <dgm:cxn modelId="{F2083B7B-7DEC-4E4D-BE7F-022F1C6E62A0}" type="presParOf" srcId="{C50FB5BB-B1E6-47D2-95D5-DD09ECE860EE}" destId="{8B0F621B-1418-49A0-97EE-F978BA57FF6D}" srcOrd="1" destOrd="0" presId="urn:microsoft.com/office/officeart/2005/8/layout/cycle4"/>
    <dgm:cxn modelId="{F8873173-B417-4058-AE41-54AF4138A062}" type="presParOf" srcId="{7FF51F31-F8A6-4113-848C-AFEB68D2FEF7}" destId="{DEB29FD8-EEDF-4904-B370-E54E666D6C06}" srcOrd="4" destOrd="0" presId="urn:microsoft.com/office/officeart/2005/8/layout/cycle4"/>
    <dgm:cxn modelId="{62084110-3154-422D-ACBE-D40E55CE33FA}" type="presParOf" srcId="{576747FA-6445-4E7C-9F4B-22D440772C20}" destId="{787E549C-CA3E-42CF-A32A-1001B53FB51A}" srcOrd="1" destOrd="0" presId="urn:microsoft.com/office/officeart/2005/8/layout/cycle4"/>
    <dgm:cxn modelId="{F23DDD74-C8F2-41EE-9716-A3BC23D21A10}" type="presParOf" srcId="{787E549C-CA3E-42CF-A32A-1001B53FB51A}" destId="{2FF2E9AE-D7D6-448D-929C-5A30D8FBD61F}" srcOrd="0" destOrd="0" presId="urn:microsoft.com/office/officeart/2005/8/layout/cycle4"/>
    <dgm:cxn modelId="{4302EE28-E2E9-4C53-A1AB-BE682DC55B41}" type="presParOf" srcId="{787E549C-CA3E-42CF-A32A-1001B53FB51A}" destId="{26D258A1-B3E4-48BA-9AAF-2E71F68DB61F}" srcOrd="1" destOrd="0" presId="urn:microsoft.com/office/officeart/2005/8/layout/cycle4"/>
    <dgm:cxn modelId="{0FF27B5A-9C49-4118-B6DB-785F7DD71B48}" type="presParOf" srcId="{787E549C-CA3E-42CF-A32A-1001B53FB51A}" destId="{D33A28CE-4D51-4CC0-A6B3-424DA97A6F62}" srcOrd="2" destOrd="0" presId="urn:microsoft.com/office/officeart/2005/8/layout/cycle4"/>
    <dgm:cxn modelId="{4C50FFEE-EC86-4144-95AB-F5082749560E}" type="presParOf" srcId="{787E549C-CA3E-42CF-A32A-1001B53FB51A}" destId="{4D2A296B-6D5E-400C-891E-B49A64C2E77E}" srcOrd="3" destOrd="0" presId="urn:microsoft.com/office/officeart/2005/8/layout/cycle4"/>
    <dgm:cxn modelId="{B1E5DB5A-49E4-41EE-84ED-CB337F856B3B}" type="presParOf" srcId="{787E549C-CA3E-42CF-A32A-1001B53FB51A}" destId="{3BAEBD93-40F2-4D34-9E29-2CCAF8C89DAB}" srcOrd="4" destOrd="0" presId="urn:microsoft.com/office/officeart/2005/8/layout/cycle4"/>
    <dgm:cxn modelId="{FF9F7AEE-3A4D-45B7-870A-855612E6CD95}" type="presParOf" srcId="{576747FA-6445-4E7C-9F4B-22D440772C20}" destId="{18C4D998-F28A-4CE7-8EC1-EC1904F81E33}" srcOrd="2" destOrd="0" presId="urn:microsoft.com/office/officeart/2005/8/layout/cycle4"/>
    <dgm:cxn modelId="{3D566AB4-5F11-4BA2-A608-D3CE6958CE8B}" type="presParOf" srcId="{576747FA-6445-4E7C-9F4B-22D440772C20}" destId="{2780AF2D-9A5F-415B-ADF2-873A08199A5A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F9C535-8E4D-40B9-AF65-E7E41171F19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FAEDCF3-9D21-4441-8392-49C5D3549263}">
      <dgm:prSet phldrT="[Text]"/>
      <dgm:spPr/>
      <dgm:t>
        <a:bodyPr/>
        <a:lstStyle/>
        <a:p>
          <a:r>
            <a:rPr lang="en-US" dirty="0" smtClean="0"/>
            <a:t>PILLAR  1: Infrastructure</a:t>
          </a:r>
          <a:endParaRPr lang="en-GB" dirty="0"/>
        </a:p>
      </dgm:t>
    </dgm:pt>
    <dgm:pt modelId="{D77C6965-E500-44E6-9490-881B3975CCB4}" type="parTrans" cxnId="{43790CDA-7791-414C-817A-06D9D360A0F8}">
      <dgm:prSet/>
      <dgm:spPr/>
      <dgm:t>
        <a:bodyPr/>
        <a:lstStyle/>
        <a:p>
          <a:endParaRPr lang="en-GB"/>
        </a:p>
      </dgm:t>
    </dgm:pt>
    <dgm:pt modelId="{E5760CC7-D4F6-46F2-B106-C8B7FAE610F3}" type="sibTrans" cxnId="{43790CDA-7791-414C-817A-06D9D360A0F8}">
      <dgm:prSet/>
      <dgm:spPr/>
      <dgm:t>
        <a:bodyPr/>
        <a:lstStyle/>
        <a:p>
          <a:endParaRPr lang="en-GB"/>
        </a:p>
      </dgm:t>
    </dgm:pt>
    <dgm:pt modelId="{F350BDB7-7687-44A6-92A0-7C63FB450861}">
      <dgm:prSet phldrT="[Text]"/>
      <dgm:spPr/>
      <dgm:t>
        <a:bodyPr/>
        <a:lstStyle/>
        <a:p>
          <a:r>
            <a:rPr lang="en-US" b="1" dirty="0" smtClean="0"/>
            <a:t>SO2: </a:t>
          </a:r>
          <a:r>
            <a:rPr lang="en-GB" b="1" dirty="0" smtClean="0">
              <a:latin typeface="Century Gothic" panose="020B0502020202020204" pitchFamily="34" charset="0"/>
            </a:rPr>
            <a:t>Strong cybersecurity measures to protect digital infrastructure against emerging threats and vulnerabilities.</a:t>
          </a:r>
          <a:endParaRPr lang="en-GB" b="1" dirty="0"/>
        </a:p>
      </dgm:t>
    </dgm:pt>
    <dgm:pt modelId="{F6596863-4BC5-4A9F-9CE1-08E5FF59E4B7}" type="parTrans" cxnId="{20BB72A8-14B3-47F1-9175-4823B1DBEEBD}">
      <dgm:prSet/>
      <dgm:spPr/>
      <dgm:t>
        <a:bodyPr/>
        <a:lstStyle/>
        <a:p>
          <a:endParaRPr lang="en-GB"/>
        </a:p>
      </dgm:t>
    </dgm:pt>
    <dgm:pt modelId="{1144A38E-D7FC-4FFF-B90D-B4938BC9E0B7}" type="sibTrans" cxnId="{20BB72A8-14B3-47F1-9175-4823B1DBEEBD}">
      <dgm:prSet/>
      <dgm:spPr/>
      <dgm:t>
        <a:bodyPr/>
        <a:lstStyle/>
        <a:p>
          <a:endParaRPr lang="en-GB"/>
        </a:p>
      </dgm:t>
    </dgm:pt>
    <dgm:pt modelId="{624494C5-9F78-403D-BA4D-2F5A00DEC46E}">
      <dgm:prSet phldrT="[Text]" custT="1"/>
      <dgm:spPr/>
      <dgm:t>
        <a:bodyPr/>
        <a:lstStyle/>
        <a:p>
          <a:r>
            <a:rPr lang="en-GB" sz="1200" b="1" dirty="0" smtClean="0"/>
            <a:t>DO: </a:t>
          </a:r>
          <a:r>
            <a:rPr lang="en-GB" sz="1200" dirty="0" smtClean="0">
              <a:latin typeface="Century Gothic" panose="020B0502020202020204" pitchFamily="34" charset="0"/>
            </a:rPr>
            <a:t>Robust network resilience and disaster risk reduction strategies to ensure continuity of digital services in adverse situations.</a:t>
          </a:r>
          <a:endParaRPr lang="en-GB" sz="1200" b="1" dirty="0"/>
        </a:p>
      </dgm:t>
    </dgm:pt>
    <dgm:pt modelId="{7DDF56CD-B683-4671-88BE-A8061A3DBB49}" type="parTrans" cxnId="{261A258E-BEFC-4B91-A21E-156DD96B3EB1}">
      <dgm:prSet/>
      <dgm:spPr/>
      <dgm:t>
        <a:bodyPr/>
        <a:lstStyle/>
        <a:p>
          <a:endParaRPr lang="en-GB"/>
        </a:p>
      </dgm:t>
    </dgm:pt>
    <dgm:pt modelId="{E04682CA-6CF4-44CE-ACFE-8BCEC0E3F10B}" type="sibTrans" cxnId="{261A258E-BEFC-4B91-A21E-156DD96B3EB1}">
      <dgm:prSet/>
      <dgm:spPr/>
      <dgm:t>
        <a:bodyPr/>
        <a:lstStyle/>
        <a:p>
          <a:endParaRPr lang="en-GB"/>
        </a:p>
      </dgm:t>
    </dgm:pt>
    <dgm:pt modelId="{BDCBD96C-E61C-4522-A901-99F56B7389FB}">
      <dgm:prSet phldrT="[Text]" custT="1"/>
      <dgm:spPr/>
      <dgm:t>
        <a:bodyPr/>
        <a:lstStyle/>
        <a:p>
          <a:r>
            <a:rPr lang="en-US" sz="1600" b="1" dirty="0" smtClean="0"/>
            <a:t>SO1: </a:t>
          </a:r>
          <a:r>
            <a:rPr lang="en-GB" sz="1600" b="1" dirty="0" smtClean="0">
              <a:latin typeface="Century Gothic" panose="020B0502020202020204" pitchFamily="34" charset="0"/>
            </a:rPr>
            <a:t>Accelerate Digital Infrastructure Development and Accessibility</a:t>
          </a:r>
          <a:endParaRPr lang="en-GB" sz="1600" b="1" dirty="0"/>
        </a:p>
      </dgm:t>
    </dgm:pt>
    <dgm:pt modelId="{363A17AE-9034-4131-921C-CDE68483C9C8}" type="parTrans" cxnId="{A88634F6-780A-42BB-8B1E-BACE8D078D78}">
      <dgm:prSet/>
      <dgm:spPr/>
      <dgm:t>
        <a:bodyPr/>
        <a:lstStyle/>
        <a:p>
          <a:endParaRPr lang="en-GB"/>
        </a:p>
      </dgm:t>
    </dgm:pt>
    <dgm:pt modelId="{4BA75555-09CE-4073-9383-CFB513232D3F}" type="sibTrans" cxnId="{A88634F6-780A-42BB-8B1E-BACE8D078D78}">
      <dgm:prSet/>
      <dgm:spPr/>
      <dgm:t>
        <a:bodyPr/>
        <a:lstStyle/>
        <a:p>
          <a:endParaRPr lang="en-GB"/>
        </a:p>
      </dgm:t>
    </dgm:pt>
    <dgm:pt modelId="{88897D4F-6E7C-4BC4-86AB-48806287E7DB}">
      <dgm:prSet phldrT="[Text]" custT="1"/>
      <dgm:spPr/>
      <dgm:t>
        <a:bodyPr/>
        <a:lstStyle/>
        <a:p>
          <a:r>
            <a:rPr lang="en-GB" sz="1200" b="1" dirty="0" smtClean="0">
              <a:latin typeface="Century Gothic" panose="020B0502020202020204" pitchFamily="34" charset="0"/>
            </a:rPr>
            <a:t>DO1: </a:t>
          </a:r>
          <a:r>
            <a:rPr lang="en-GB" sz="1200" dirty="0" smtClean="0">
              <a:latin typeface="Century Gothic" panose="020B0502020202020204" pitchFamily="34" charset="0"/>
            </a:rPr>
            <a:t>Accessibility and affordable digital services by investing in retail digital infrastructure and implementing policies that lower the costs of digital access</a:t>
          </a:r>
          <a:endParaRPr lang="en-GB" sz="1200" b="1" dirty="0"/>
        </a:p>
      </dgm:t>
    </dgm:pt>
    <dgm:pt modelId="{EFC0FCE0-72C6-4553-8F1B-E84428B2DCF1}" type="parTrans" cxnId="{D69539D1-4B3F-4F01-A33B-F3D6CDC8218D}">
      <dgm:prSet/>
      <dgm:spPr/>
      <dgm:t>
        <a:bodyPr/>
        <a:lstStyle/>
        <a:p>
          <a:endParaRPr lang="en-GB"/>
        </a:p>
      </dgm:t>
    </dgm:pt>
    <dgm:pt modelId="{689B6C98-2145-4A88-8125-FD58C73D960C}" type="sibTrans" cxnId="{D69539D1-4B3F-4F01-A33B-F3D6CDC8218D}">
      <dgm:prSet/>
      <dgm:spPr/>
      <dgm:t>
        <a:bodyPr/>
        <a:lstStyle/>
        <a:p>
          <a:endParaRPr lang="en-GB"/>
        </a:p>
      </dgm:t>
    </dgm:pt>
    <dgm:pt modelId="{57DA8C99-0ADF-445F-BE28-228EDF99E462}">
      <dgm:prSet phldrT="[Text]" custT="1"/>
      <dgm:spPr/>
      <dgm:t>
        <a:bodyPr/>
        <a:lstStyle/>
        <a:p>
          <a:r>
            <a:rPr lang="en-US" sz="1200" b="1" dirty="0" smtClean="0"/>
            <a:t>DO2: </a:t>
          </a:r>
          <a:r>
            <a:rPr lang="en-GB" sz="1200" dirty="0" smtClean="0">
              <a:latin typeface="Century Gothic" panose="020B0502020202020204" pitchFamily="34" charset="0"/>
            </a:rPr>
            <a:t>High-quality, reliable, digital infrastructure supporting a wide range of use cases, from basic access to advanced digital applications.</a:t>
          </a:r>
          <a:endParaRPr lang="en-GB" sz="1200" b="1" dirty="0"/>
        </a:p>
      </dgm:t>
    </dgm:pt>
    <dgm:pt modelId="{C4454399-986F-4751-8A2C-B5193414FE8F}" type="parTrans" cxnId="{1671C9F3-3824-4499-BD05-45B3B0ADD015}">
      <dgm:prSet/>
      <dgm:spPr/>
      <dgm:t>
        <a:bodyPr/>
        <a:lstStyle/>
        <a:p>
          <a:endParaRPr lang="en-GB"/>
        </a:p>
      </dgm:t>
    </dgm:pt>
    <dgm:pt modelId="{540E22FA-0B9F-48F8-B972-7A4A0DEF405C}" type="sibTrans" cxnId="{1671C9F3-3824-4499-BD05-45B3B0ADD015}">
      <dgm:prSet/>
      <dgm:spPr/>
      <dgm:t>
        <a:bodyPr/>
        <a:lstStyle/>
        <a:p>
          <a:endParaRPr lang="en-GB"/>
        </a:p>
      </dgm:t>
    </dgm:pt>
    <dgm:pt modelId="{7EF47837-B800-4CE3-BC4F-756F146645D8}" type="pres">
      <dgm:prSet presAssocID="{03F9C535-8E4D-40B9-AF65-E7E41171F19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C1E2380-58BB-424B-8761-4E7A7989F7DA}" type="pres">
      <dgm:prSet presAssocID="{5FAEDCF3-9D21-4441-8392-49C5D3549263}" presName="root1" presStyleCnt="0"/>
      <dgm:spPr/>
    </dgm:pt>
    <dgm:pt modelId="{1AC21E4C-45BC-4117-B8D9-3C990B47D9C9}" type="pres">
      <dgm:prSet presAssocID="{5FAEDCF3-9D21-4441-8392-49C5D354926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B4EE3AD-B77D-4F08-8540-B866BCEC3D35}" type="pres">
      <dgm:prSet presAssocID="{5FAEDCF3-9D21-4441-8392-49C5D3549263}" presName="level2hierChild" presStyleCnt="0"/>
      <dgm:spPr/>
    </dgm:pt>
    <dgm:pt modelId="{91E87075-D5D9-4CF6-B29C-1C1E60DCEA1F}" type="pres">
      <dgm:prSet presAssocID="{363A17AE-9034-4131-921C-CDE68483C9C8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283E456D-457B-40F3-BE99-A538623D141E}" type="pres">
      <dgm:prSet presAssocID="{363A17AE-9034-4131-921C-CDE68483C9C8}" presName="connTx" presStyleLbl="parChTrans1D2" presStyleIdx="0" presStyleCnt="2"/>
      <dgm:spPr/>
      <dgm:t>
        <a:bodyPr/>
        <a:lstStyle/>
        <a:p>
          <a:endParaRPr lang="en-US"/>
        </a:p>
      </dgm:t>
    </dgm:pt>
    <dgm:pt modelId="{740CCA13-DE03-41CF-8B42-5840C04C1574}" type="pres">
      <dgm:prSet presAssocID="{BDCBD96C-E61C-4522-A901-99F56B7389FB}" presName="root2" presStyleCnt="0"/>
      <dgm:spPr/>
    </dgm:pt>
    <dgm:pt modelId="{AE8DD5B6-44ED-4C12-98D9-D27B08C1887A}" type="pres">
      <dgm:prSet presAssocID="{BDCBD96C-E61C-4522-A901-99F56B7389FB}" presName="LevelTwoTextNode" presStyleLbl="node2" presStyleIdx="0" presStyleCnt="2" custScaleY="15487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8721D6D-D603-4E11-960E-BC40E29768F6}" type="pres">
      <dgm:prSet presAssocID="{BDCBD96C-E61C-4522-A901-99F56B7389FB}" presName="level3hierChild" presStyleCnt="0"/>
      <dgm:spPr/>
    </dgm:pt>
    <dgm:pt modelId="{4C0DCCA1-6BA7-4232-A4E4-1B71D7B80CB1}" type="pres">
      <dgm:prSet presAssocID="{EFC0FCE0-72C6-4553-8F1B-E84428B2DCF1}" presName="conn2-1" presStyleLbl="parChTrans1D3" presStyleIdx="0" presStyleCnt="3"/>
      <dgm:spPr/>
      <dgm:t>
        <a:bodyPr/>
        <a:lstStyle/>
        <a:p>
          <a:endParaRPr lang="en-US"/>
        </a:p>
      </dgm:t>
    </dgm:pt>
    <dgm:pt modelId="{CF241E8F-7DD9-4AD3-BDD3-B1C1721474E3}" type="pres">
      <dgm:prSet presAssocID="{EFC0FCE0-72C6-4553-8F1B-E84428B2DCF1}" presName="connTx" presStyleLbl="parChTrans1D3" presStyleIdx="0" presStyleCnt="3"/>
      <dgm:spPr/>
      <dgm:t>
        <a:bodyPr/>
        <a:lstStyle/>
        <a:p>
          <a:endParaRPr lang="en-US"/>
        </a:p>
      </dgm:t>
    </dgm:pt>
    <dgm:pt modelId="{E0DB1545-0449-4E6D-B28D-43C31CCE4985}" type="pres">
      <dgm:prSet presAssocID="{88897D4F-6E7C-4BC4-86AB-48806287E7DB}" presName="root2" presStyleCnt="0"/>
      <dgm:spPr/>
    </dgm:pt>
    <dgm:pt modelId="{E798200E-7CFC-4F32-82D4-725016E5F6D3}" type="pres">
      <dgm:prSet presAssocID="{88897D4F-6E7C-4BC4-86AB-48806287E7DB}" presName="LevelTwoTextNode" presStyleLbl="node3" presStyleIdx="0" presStyleCnt="3" custScaleY="147809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99EFA2A-9973-4D1C-B4C8-5CD836710F74}" type="pres">
      <dgm:prSet presAssocID="{88897D4F-6E7C-4BC4-86AB-48806287E7DB}" presName="level3hierChild" presStyleCnt="0"/>
      <dgm:spPr/>
    </dgm:pt>
    <dgm:pt modelId="{C7290E6C-3ACE-4D27-8A40-94A615B6EA3D}" type="pres">
      <dgm:prSet presAssocID="{C4454399-986F-4751-8A2C-B5193414FE8F}" presName="conn2-1" presStyleLbl="parChTrans1D3" presStyleIdx="1" presStyleCnt="3"/>
      <dgm:spPr/>
      <dgm:t>
        <a:bodyPr/>
        <a:lstStyle/>
        <a:p>
          <a:endParaRPr lang="en-US"/>
        </a:p>
      </dgm:t>
    </dgm:pt>
    <dgm:pt modelId="{6DADBC00-FDDB-4227-9E01-1D987D1173C2}" type="pres">
      <dgm:prSet presAssocID="{C4454399-986F-4751-8A2C-B5193414FE8F}" presName="connTx" presStyleLbl="parChTrans1D3" presStyleIdx="1" presStyleCnt="3"/>
      <dgm:spPr/>
      <dgm:t>
        <a:bodyPr/>
        <a:lstStyle/>
        <a:p>
          <a:endParaRPr lang="en-US"/>
        </a:p>
      </dgm:t>
    </dgm:pt>
    <dgm:pt modelId="{20298347-EE13-4AA4-98F8-049A207A35B4}" type="pres">
      <dgm:prSet presAssocID="{57DA8C99-0ADF-445F-BE28-228EDF99E462}" presName="root2" presStyleCnt="0"/>
      <dgm:spPr/>
    </dgm:pt>
    <dgm:pt modelId="{55B686F9-1DE6-4850-A638-A9AB25872CB5}" type="pres">
      <dgm:prSet presAssocID="{57DA8C99-0ADF-445F-BE28-228EDF99E462}" presName="LevelTwoTextNode" presStyleLbl="node3" presStyleIdx="1" presStyleCnt="3" custScaleY="13730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6A8AFD40-698E-4A5F-948A-E74070AE51AC}" type="pres">
      <dgm:prSet presAssocID="{57DA8C99-0ADF-445F-BE28-228EDF99E462}" presName="level3hierChild" presStyleCnt="0"/>
      <dgm:spPr/>
    </dgm:pt>
    <dgm:pt modelId="{0CE0C91A-E9AE-482E-99B5-F9EF842E6969}" type="pres">
      <dgm:prSet presAssocID="{F6596863-4BC5-4A9F-9CE1-08E5FF59E4B7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16123297-CC4C-436F-8E71-909F3E5C4E20}" type="pres">
      <dgm:prSet presAssocID="{F6596863-4BC5-4A9F-9CE1-08E5FF59E4B7}" presName="connTx" presStyleLbl="parChTrans1D2" presStyleIdx="1" presStyleCnt="2"/>
      <dgm:spPr/>
      <dgm:t>
        <a:bodyPr/>
        <a:lstStyle/>
        <a:p>
          <a:endParaRPr lang="en-US"/>
        </a:p>
      </dgm:t>
    </dgm:pt>
    <dgm:pt modelId="{082DE3FA-587D-470F-99B6-FB225D8BF2D3}" type="pres">
      <dgm:prSet presAssocID="{F350BDB7-7687-44A6-92A0-7C63FB450861}" presName="root2" presStyleCnt="0"/>
      <dgm:spPr/>
    </dgm:pt>
    <dgm:pt modelId="{F975EE47-3158-49FF-A784-D31F990572F3}" type="pres">
      <dgm:prSet presAssocID="{F350BDB7-7687-44A6-92A0-7C63FB450861}" presName="LevelTwoTextNode" presStyleLbl="node2" presStyleIdx="1" presStyleCnt="2" custScaleY="16352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F17AAD0-CD43-43F3-AFDF-94CB6E4EB48B}" type="pres">
      <dgm:prSet presAssocID="{F350BDB7-7687-44A6-92A0-7C63FB450861}" presName="level3hierChild" presStyleCnt="0"/>
      <dgm:spPr/>
    </dgm:pt>
    <dgm:pt modelId="{D1BCC7D8-9070-40EB-B1EE-A0A6C4ACCCFD}" type="pres">
      <dgm:prSet presAssocID="{7DDF56CD-B683-4671-88BE-A8061A3DBB49}" presName="conn2-1" presStyleLbl="parChTrans1D3" presStyleIdx="2" presStyleCnt="3"/>
      <dgm:spPr/>
      <dgm:t>
        <a:bodyPr/>
        <a:lstStyle/>
        <a:p>
          <a:endParaRPr lang="en-US"/>
        </a:p>
      </dgm:t>
    </dgm:pt>
    <dgm:pt modelId="{03ADCA6F-4279-4CEF-A336-8CF50AB80BBB}" type="pres">
      <dgm:prSet presAssocID="{7DDF56CD-B683-4671-88BE-A8061A3DBB49}" presName="connTx" presStyleLbl="parChTrans1D3" presStyleIdx="2" presStyleCnt="3"/>
      <dgm:spPr/>
      <dgm:t>
        <a:bodyPr/>
        <a:lstStyle/>
        <a:p>
          <a:endParaRPr lang="en-US"/>
        </a:p>
      </dgm:t>
    </dgm:pt>
    <dgm:pt modelId="{1689FA57-DDD1-4822-9D2F-F24D95332756}" type="pres">
      <dgm:prSet presAssocID="{624494C5-9F78-403D-BA4D-2F5A00DEC46E}" presName="root2" presStyleCnt="0"/>
      <dgm:spPr/>
    </dgm:pt>
    <dgm:pt modelId="{3588C52A-E3AE-45A1-A8BF-BA5818000683}" type="pres">
      <dgm:prSet presAssocID="{624494C5-9F78-403D-BA4D-2F5A00DEC46E}" presName="LevelTwoTextNode" presStyleLbl="node3" presStyleIdx="2" presStyleCnt="3" custScaleX="102745" custScaleY="16043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A6336EA-0FF9-4363-8C61-9395DE6095B1}" type="pres">
      <dgm:prSet presAssocID="{624494C5-9F78-403D-BA4D-2F5A00DEC46E}" presName="level3hierChild" presStyleCnt="0"/>
      <dgm:spPr/>
    </dgm:pt>
  </dgm:ptLst>
  <dgm:cxnLst>
    <dgm:cxn modelId="{B9132885-E527-40F4-B654-5DEE1AA8A279}" type="presOf" srcId="{F6596863-4BC5-4A9F-9CE1-08E5FF59E4B7}" destId="{0CE0C91A-E9AE-482E-99B5-F9EF842E6969}" srcOrd="0" destOrd="0" presId="urn:microsoft.com/office/officeart/2008/layout/HorizontalMultiLevelHierarchy"/>
    <dgm:cxn modelId="{CDECD1DA-9B4A-4861-A6EC-BC0AC110E531}" type="presOf" srcId="{363A17AE-9034-4131-921C-CDE68483C9C8}" destId="{283E456D-457B-40F3-BE99-A538623D141E}" srcOrd="1" destOrd="0" presId="urn:microsoft.com/office/officeart/2008/layout/HorizontalMultiLevelHierarchy"/>
    <dgm:cxn modelId="{43790CDA-7791-414C-817A-06D9D360A0F8}" srcId="{03F9C535-8E4D-40B9-AF65-E7E41171F196}" destId="{5FAEDCF3-9D21-4441-8392-49C5D3549263}" srcOrd="0" destOrd="0" parTransId="{D77C6965-E500-44E6-9490-881B3975CCB4}" sibTransId="{E5760CC7-D4F6-46F2-B106-C8B7FAE610F3}"/>
    <dgm:cxn modelId="{B08F305E-DB97-4F5E-9649-20A6D49FED87}" type="presOf" srcId="{EFC0FCE0-72C6-4553-8F1B-E84428B2DCF1}" destId="{CF241E8F-7DD9-4AD3-BDD3-B1C1721474E3}" srcOrd="1" destOrd="0" presId="urn:microsoft.com/office/officeart/2008/layout/HorizontalMultiLevelHierarchy"/>
    <dgm:cxn modelId="{51FC5BA5-2F06-4104-A99E-D07DC7173F46}" type="presOf" srcId="{F350BDB7-7687-44A6-92A0-7C63FB450861}" destId="{F975EE47-3158-49FF-A784-D31F990572F3}" srcOrd="0" destOrd="0" presId="urn:microsoft.com/office/officeart/2008/layout/HorizontalMultiLevelHierarchy"/>
    <dgm:cxn modelId="{C9004BC1-A3D9-4A3B-95EB-2E3246A898FF}" type="presOf" srcId="{7DDF56CD-B683-4671-88BE-A8061A3DBB49}" destId="{D1BCC7D8-9070-40EB-B1EE-A0A6C4ACCCFD}" srcOrd="0" destOrd="0" presId="urn:microsoft.com/office/officeart/2008/layout/HorizontalMultiLevelHierarchy"/>
    <dgm:cxn modelId="{20BB72A8-14B3-47F1-9175-4823B1DBEEBD}" srcId="{5FAEDCF3-9D21-4441-8392-49C5D3549263}" destId="{F350BDB7-7687-44A6-92A0-7C63FB450861}" srcOrd="1" destOrd="0" parTransId="{F6596863-4BC5-4A9F-9CE1-08E5FF59E4B7}" sibTransId="{1144A38E-D7FC-4FFF-B90D-B4938BC9E0B7}"/>
    <dgm:cxn modelId="{BD9C617A-BEB4-4C63-9D5C-610094F745C4}" type="presOf" srcId="{EFC0FCE0-72C6-4553-8F1B-E84428B2DCF1}" destId="{4C0DCCA1-6BA7-4232-A4E4-1B71D7B80CB1}" srcOrd="0" destOrd="0" presId="urn:microsoft.com/office/officeart/2008/layout/HorizontalMultiLevelHierarchy"/>
    <dgm:cxn modelId="{11977941-4DE4-43A1-B803-9E30788E2CE1}" type="presOf" srcId="{F6596863-4BC5-4A9F-9CE1-08E5FF59E4B7}" destId="{16123297-CC4C-436F-8E71-909F3E5C4E20}" srcOrd="1" destOrd="0" presId="urn:microsoft.com/office/officeart/2008/layout/HorizontalMultiLevelHierarchy"/>
    <dgm:cxn modelId="{5DECEA81-2B72-40DD-B5CF-BA53689DF0CB}" type="presOf" srcId="{C4454399-986F-4751-8A2C-B5193414FE8F}" destId="{C7290E6C-3ACE-4D27-8A40-94A615B6EA3D}" srcOrd="0" destOrd="0" presId="urn:microsoft.com/office/officeart/2008/layout/HorizontalMultiLevelHierarchy"/>
    <dgm:cxn modelId="{CD7D67A9-D59E-4807-BD77-7DD34B2746F4}" type="presOf" srcId="{57DA8C99-0ADF-445F-BE28-228EDF99E462}" destId="{55B686F9-1DE6-4850-A638-A9AB25872CB5}" srcOrd="0" destOrd="0" presId="urn:microsoft.com/office/officeart/2008/layout/HorizontalMultiLevelHierarchy"/>
    <dgm:cxn modelId="{375D53AB-60B1-45D5-AC5E-FFA8E9568D45}" type="presOf" srcId="{7DDF56CD-B683-4671-88BE-A8061A3DBB49}" destId="{03ADCA6F-4279-4CEF-A336-8CF50AB80BBB}" srcOrd="1" destOrd="0" presId="urn:microsoft.com/office/officeart/2008/layout/HorizontalMultiLevelHierarchy"/>
    <dgm:cxn modelId="{261A258E-BEFC-4B91-A21E-156DD96B3EB1}" srcId="{F350BDB7-7687-44A6-92A0-7C63FB450861}" destId="{624494C5-9F78-403D-BA4D-2F5A00DEC46E}" srcOrd="0" destOrd="0" parTransId="{7DDF56CD-B683-4671-88BE-A8061A3DBB49}" sibTransId="{E04682CA-6CF4-44CE-ACFE-8BCEC0E3F10B}"/>
    <dgm:cxn modelId="{6472A28A-3515-41DB-83BE-E979F3617CF1}" type="presOf" srcId="{88897D4F-6E7C-4BC4-86AB-48806287E7DB}" destId="{E798200E-7CFC-4F32-82D4-725016E5F6D3}" srcOrd="0" destOrd="0" presId="urn:microsoft.com/office/officeart/2008/layout/HorizontalMultiLevelHierarchy"/>
    <dgm:cxn modelId="{404C40A5-A3B3-47AE-98E7-8BC66B96A1CB}" type="presOf" srcId="{5FAEDCF3-9D21-4441-8392-49C5D3549263}" destId="{1AC21E4C-45BC-4117-B8D9-3C990B47D9C9}" srcOrd="0" destOrd="0" presId="urn:microsoft.com/office/officeart/2008/layout/HorizontalMultiLevelHierarchy"/>
    <dgm:cxn modelId="{D69539D1-4B3F-4F01-A33B-F3D6CDC8218D}" srcId="{BDCBD96C-E61C-4522-A901-99F56B7389FB}" destId="{88897D4F-6E7C-4BC4-86AB-48806287E7DB}" srcOrd="0" destOrd="0" parTransId="{EFC0FCE0-72C6-4553-8F1B-E84428B2DCF1}" sibTransId="{689B6C98-2145-4A88-8125-FD58C73D960C}"/>
    <dgm:cxn modelId="{AC312C61-22B8-452B-A3AE-516E4DDDECF1}" type="presOf" srcId="{363A17AE-9034-4131-921C-CDE68483C9C8}" destId="{91E87075-D5D9-4CF6-B29C-1C1E60DCEA1F}" srcOrd="0" destOrd="0" presId="urn:microsoft.com/office/officeart/2008/layout/HorizontalMultiLevelHierarchy"/>
    <dgm:cxn modelId="{25ECBEAF-E326-43CB-AA7B-CB855B87C700}" type="presOf" srcId="{BDCBD96C-E61C-4522-A901-99F56B7389FB}" destId="{AE8DD5B6-44ED-4C12-98D9-D27B08C1887A}" srcOrd="0" destOrd="0" presId="urn:microsoft.com/office/officeart/2008/layout/HorizontalMultiLevelHierarchy"/>
    <dgm:cxn modelId="{3D74B371-5884-4192-8F7F-8D0DBD99FAB2}" type="presOf" srcId="{C4454399-986F-4751-8A2C-B5193414FE8F}" destId="{6DADBC00-FDDB-4227-9E01-1D987D1173C2}" srcOrd="1" destOrd="0" presId="urn:microsoft.com/office/officeart/2008/layout/HorizontalMultiLevelHierarchy"/>
    <dgm:cxn modelId="{DC7E944F-C54E-4F87-BB30-CEFEB4218B91}" type="presOf" srcId="{03F9C535-8E4D-40B9-AF65-E7E41171F196}" destId="{7EF47837-B800-4CE3-BC4F-756F146645D8}" srcOrd="0" destOrd="0" presId="urn:microsoft.com/office/officeart/2008/layout/HorizontalMultiLevelHierarchy"/>
    <dgm:cxn modelId="{A88634F6-780A-42BB-8B1E-BACE8D078D78}" srcId="{5FAEDCF3-9D21-4441-8392-49C5D3549263}" destId="{BDCBD96C-E61C-4522-A901-99F56B7389FB}" srcOrd="0" destOrd="0" parTransId="{363A17AE-9034-4131-921C-CDE68483C9C8}" sibTransId="{4BA75555-09CE-4073-9383-CFB513232D3F}"/>
    <dgm:cxn modelId="{A53B44F4-9244-4343-917E-2C0A4DE43B42}" type="presOf" srcId="{624494C5-9F78-403D-BA4D-2F5A00DEC46E}" destId="{3588C52A-E3AE-45A1-A8BF-BA5818000683}" srcOrd="0" destOrd="0" presId="urn:microsoft.com/office/officeart/2008/layout/HorizontalMultiLevelHierarchy"/>
    <dgm:cxn modelId="{1671C9F3-3824-4499-BD05-45B3B0ADD015}" srcId="{BDCBD96C-E61C-4522-A901-99F56B7389FB}" destId="{57DA8C99-0ADF-445F-BE28-228EDF99E462}" srcOrd="1" destOrd="0" parTransId="{C4454399-986F-4751-8A2C-B5193414FE8F}" sibTransId="{540E22FA-0B9F-48F8-B972-7A4A0DEF405C}"/>
    <dgm:cxn modelId="{074B2CCF-8B3F-4EFF-9F1E-E80E089DF693}" type="presParOf" srcId="{7EF47837-B800-4CE3-BC4F-756F146645D8}" destId="{3C1E2380-58BB-424B-8761-4E7A7989F7DA}" srcOrd="0" destOrd="0" presId="urn:microsoft.com/office/officeart/2008/layout/HorizontalMultiLevelHierarchy"/>
    <dgm:cxn modelId="{E07CEF09-939C-43FE-B282-F21E210E4A5E}" type="presParOf" srcId="{3C1E2380-58BB-424B-8761-4E7A7989F7DA}" destId="{1AC21E4C-45BC-4117-B8D9-3C990B47D9C9}" srcOrd="0" destOrd="0" presId="urn:microsoft.com/office/officeart/2008/layout/HorizontalMultiLevelHierarchy"/>
    <dgm:cxn modelId="{E9441E6D-6C73-4236-A67E-BDEF8A0078C6}" type="presParOf" srcId="{3C1E2380-58BB-424B-8761-4E7A7989F7DA}" destId="{0B4EE3AD-B77D-4F08-8540-B866BCEC3D35}" srcOrd="1" destOrd="0" presId="urn:microsoft.com/office/officeart/2008/layout/HorizontalMultiLevelHierarchy"/>
    <dgm:cxn modelId="{78FC7049-B0C7-4020-810F-B8EBAE1BB671}" type="presParOf" srcId="{0B4EE3AD-B77D-4F08-8540-B866BCEC3D35}" destId="{91E87075-D5D9-4CF6-B29C-1C1E60DCEA1F}" srcOrd="0" destOrd="0" presId="urn:microsoft.com/office/officeart/2008/layout/HorizontalMultiLevelHierarchy"/>
    <dgm:cxn modelId="{64E96A4C-AD8C-44C3-B5E7-6E8402989514}" type="presParOf" srcId="{91E87075-D5D9-4CF6-B29C-1C1E60DCEA1F}" destId="{283E456D-457B-40F3-BE99-A538623D141E}" srcOrd="0" destOrd="0" presId="urn:microsoft.com/office/officeart/2008/layout/HorizontalMultiLevelHierarchy"/>
    <dgm:cxn modelId="{93E3BEB2-1B97-49C9-B652-C57F2EB5FAC1}" type="presParOf" srcId="{0B4EE3AD-B77D-4F08-8540-B866BCEC3D35}" destId="{740CCA13-DE03-41CF-8B42-5840C04C1574}" srcOrd="1" destOrd="0" presId="urn:microsoft.com/office/officeart/2008/layout/HorizontalMultiLevelHierarchy"/>
    <dgm:cxn modelId="{DEB0CDD3-3EF7-42A0-B47C-403159F54EC0}" type="presParOf" srcId="{740CCA13-DE03-41CF-8B42-5840C04C1574}" destId="{AE8DD5B6-44ED-4C12-98D9-D27B08C1887A}" srcOrd="0" destOrd="0" presId="urn:microsoft.com/office/officeart/2008/layout/HorizontalMultiLevelHierarchy"/>
    <dgm:cxn modelId="{7EEAFD1C-F1C1-4AD9-BC40-7272663BDCB4}" type="presParOf" srcId="{740CCA13-DE03-41CF-8B42-5840C04C1574}" destId="{E8721D6D-D603-4E11-960E-BC40E29768F6}" srcOrd="1" destOrd="0" presId="urn:microsoft.com/office/officeart/2008/layout/HorizontalMultiLevelHierarchy"/>
    <dgm:cxn modelId="{1EE97EC6-7D59-465A-AB8D-8851B4AB1B81}" type="presParOf" srcId="{E8721D6D-D603-4E11-960E-BC40E29768F6}" destId="{4C0DCCA1-6BA7-4232-A4E4-1B71D7B80CB1}" srcOrd="0" destOrd="0" presId="urn:microsoft.com/office/officeart/2008/layout/HorizontalMultiLevelHierarchy"/>
    <dgm:cxn modelId="{8F0FD64E-8F2B-4F2B-B2AE-EE55CD99E607}" type="presParOf" srcId="{4C0DCCA1-6BA7-4232-A4E4-1B71D7B80CB1}" destId="{CF241E8F-7DD9-4AD3-BDD3-B1C1721474E3}" srcOrd="0" destOrd="0" presId="urn:microsoft.com/office/officeart/2008/layout/HorizontalMultiLevelHierarchy"/>
    <dgm:cxn modelId="{0D4AD215-FBBE-4742-A585-2030CE00D67B}" type="presParOf" srcId="{E8721D6D-D603-4E11-960E-BC40E29768F6}" destId="{E0DB1545-0449-4E6D-B28D-43C31CCE4985}" srcOrd="1" destOrd="0" presId="urn:microsoft.com/office/officeart/2008/layout/HorizontalMultiLevelHierarchy"/>
    <dgm:cxn modelId="{BB75AF07-CA58-4BBF-9B56-4C8FFDE63C93}" type="presParOf" srcId="{E0DB1545-0449-4E6D-B28D-43C31CCE4985}" destId="{E798200E-7CFC-4F32-82D4-725016E5F6D3}" srcOrd="0" destOrd="0" presId="urn:microsoft.com/office/officeart/2008/layout/HorizontalMultiLevelHierarchy"/>
    <dgm:cxn modelId="{5A30E334-934F-40E6-81E0-B6A84F8F6AAF}" type="presParOf" srcId="{E0DB1545-0449-4E6D-B28D-43C31CCE4985}" destId="{199EFA2A-9973-4D1C-B4C8-5CD836710F74}" srcOrd="1" destOrd="0" presId="urn:microsoft.com/office/officeart/2008/layout/HorizontalMultiLevelHierarchy"/>
    <dgm:cxn modelId="{B340116A-6FC8-4D3D-BDAD-8164AC47A6A1}" type="presParOf" srcId="{E8721D6D-D603-4E11-960E-BC40E29768F6}" destId="{C7290E6C-3ACE-4D27-8A40-94A615B6EA3D}" srcOrd="2" destOrd="0" presId="urn:microsoft.com/office/officeart/2008/layout/HorizontalMultiLevelHierarchy"/>
    <dgm:cxn modelId="{08A8E789-7D23-4F7D-BCBD-EF3D4B44E000}" type="presParOf" srcId="{C7290E6C-3ACE-4D27-8A40-94A615B6EA3D}" destId="{6DADBC00-FDDB-4227-9E01-1D987D1173C2}" srcOrd="0" destOrd="0" presId="urn:microsoft.com/office/officeart/2008/layout/HorizontalMultiLevelHierarchy"/>
    <dgm:cxn modelId="{6237478D-8837-42D8-87CF-AA4C750096F8}" type="presParOf" srcId="{E8721D6D-D603-4E11-960E-BC40E29768F6}" destId="{20298347-EE13-4AA4-98F8-049A207A35B4}" srcOrd="3" destOrd="0" presId="urn:microsoft.com/office/officeart/2008/layout/HorizontalMultiLevelHierarchy"/>
    <dgm:cxn modelId="{53F5DD47-26B2-438C-BA05-019EB707C98D}" type="presParOf" srcId="{20298347-EE13-4AA4-98F8-049A207A35B4}" destId="{55B686F9-1DE6-4850-A638-A9AB25872CB5}" srcOrd="0" destOrd="0" presId="urn:microsoft.com/office/officeart/2008/layout/HorizontalMultiLevelHierarchy"/>
    <dgm:cxn modelId="{0EB97D59-C5A0-4963-A8A9-E3E0B4432C2A}" type="presParOf" srcId="{20298347-EE13-4AA4-98F8-049A207A35B4}" destId="{6A8AFD40-698E-4A5F-948A-E74070AE51AC}" srcOrd="1" destOrd="0" presId="urn:microsoft.com/office/officeart/2008/layout/HorizontalMultiLevelHierarchy"/>
    <dgm:cxn modelId="{17E63383-486E-49E0-A9E6-E6B09CD59A8E}" type="presParOf" srcId="{0B4EE3AD-B77D-4F08-8540-B866BCEC3D35}" destId="{0CE0C91A-E9AE-482E-99B5-F9EF842E6969}" srcOrd="2" destOrd="0" presId="urn:microsoft.com/office/officeart/2008/layout/HorizontalMultiLevelHierarchy"/>
    <dgm:cxn modelId="{57FF62B2-625A-424D-A380-30F4D058849A}" type="presParOf" srcId="{0CE0C91A-E9AE-482E-99B5-F9EF842E6969}" destId="{16123297-CC4C-436F-8E71-909F3E5C4E20}" srcOrd="0" destOrd="0" presId="urn:microsoft.com/office/officeart/2008/layout/HorizontalMultiLevelHierarchy"/>
    <dgm:cxn modelId="{4A335133-5759-496D-B9F1-B3AA62D61BD9}" type="presParOf" srcId="{0B4EE3AD-B77D-4F08-8540-B866BCEC3D35}" destId="{082DE3FA-587D-470F-99B6-FB225D8BF2D3}" srcOrd="3" destOrd="0" presId="urn:microsoft.com/office/officeart/2008/layout/HorizontalMultiLevelHierarchy"/>
    <dgm:cxn modelId="{39715D91-A78F-4354-BB88-F3AED7255432}" type="presParOf" srcId="{082DE3FA-587D-470F-99B6-FB225D8BF2D3}" destId="{F975EE47-3158-49FF-A784-D31F990572F3}" srcOrd="0" destOrd="0" presId="urn:microsoft.com/office/officeart/2008/layout/HorizontalMultiLevelHierarchy"/>
    <dgm:cxn modelId="{44E33453-589B-4F1E-A781-C8A8125D3B64}" type="presParOf" srcId="{082DE3FA-587D-470F-99B6-FB225D8BF2D3}" destId="{FF17AAD0-CD43-43F3-AFDF-94CB6E4EB48B}" srcOrd="1" destOrd="0" presId="urn:microsoft.com/office/officeart/2008/layout/HorizontalMultiLevelHierarchy"/>
    <dgm:cxn modelId="{EB9344AC-AAA8-4A0D-84C4-C37057A6528E}" type="presParOf" srcId="{FF17AAD0-CD43-43F3-AFDF-94CB6E4EB48B}" destId="{D1BCC7D8-9070-40EB-B1EE-A0A6C4ACCCFD}" srcOrd="0" destOrd="0" presId="urn:microsoft.com/office/officeart/2008/layout/HorizontalMultiLevelHierarchy"/>
    <dgm:cxn modelId="{40DE5F98-CB0E-4EF2-9F8E-D481A7583049}" type="presParOf" srcId="{D1BCC7D8-9070-40EB-B1EE-A0A6C4ACCCFD}" destId="{03ADCA6F-4279-4CEF-A336-8CF50AB80BBB}" srcOrd="0" destOrd="0" presId="urn:microsoft.com/office/officeart/2008/layout/HorizontalMultiLevelHierarchy"/>
    <dgm:cxn modelId="{6B2C9129-4D96-49C2-BD66-750C652B8A26}" type="presParOf" srcId="{FF17AAD0-CD43-43F3-AFDF-94CB6E4EB48B}" destId="{1689FA57-DDD1-4822-9D2F-F24D95332756}" srcOrd="1" destOrd="0" presId="urn:microsoft.com/office/officeart/2008/layout/HorizontalMultiLevelHierarchy"/>
    <dgm:cxn modelId="{46A8D9FC-9383-4F9E-957B-3D2845712D54}" type="presParOf" srcId="{1689FA57-DDD1-4822-9D2F-F24D95332756}" destId="{3588C52A-E3AE-45A1-A8BF-BA5818000683}" srcOrd="0" destOrd="0" presId="urn:microsoft.com/office/officeart/2008/layout/HorizontalMultiLevelHierarchy"/>
    <dgm:cxn modelId="{1696AE0D-D985-49F2-B563-1279A6C0DEC3}" type="presParOf" srcId="{1689FA57-DDD1-4822-9D2F-F24D95332756}" destId="{5A6336EA-0FF9-4363-8C61-9395DE6095B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3F9C535-8E4D-40B9-AF65-E7E41171F19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FAEDCF3-9D21-4441-8392-49C5D3549263}">
      <dgm:prSet phldrT="[Text]"/>
      <dgm:spPr/>
      <dgm:t>
        <a:bodyPr/>
        <a:lstStyle/>
        <a:p>
          <a:r>
            <a:rPr lang="en-US" dirty="0" smtClean="0"/>
            <a:t>PILLAR  2: Digital Skills</a:t>
          </a:r>
          <a:endParaRPr lang="en-GB" dirty="0"/>
        </a:p>
      </dgm:t>
    </dgm:pt>
    <dgm:pt modelId="{D77C6965-E500-44E6-9490-881B3975CCB4}" type="parTrans" cxnId="{43790CDA-7791-414C-817A-06D9D360A0F8}">
      <dgm:prSet/>
      <dgm:spPr/>
      <dgm:t>
        <a:bodyPr/>
        <a:lstStyle/>
        <a:p>
          <a:endParaRPr lang="en-GB"/>
        </a:p>
      </dgm:t>
    </dgm:pt>
    <dgm:pt modelId="{E5760CC7-D4F6-46F2-B106-C8B7FAE610F3}" type="sibTrans" cxnId="{43790CDA-7791-414C-817A-06D9D360A0F8}">
      <dgm:prSet/>
      <dgm:spPr/>
      <dgm:t>
        <a:bodyPr/>
        <a:lstStyle/>
        <a:p>
          <a:endParaRPr lang="en-GB"/>
        </a:p>
      </dgm:t>
    </dgm:pt>
    <dgm:pt modelId="{F350BDB7-7687-44A6-92A0-7C63FB450861}">
      <dgm:prSet phldrT="[Text]"/>
      <dgm:spPr/>
      <dgm:t>
        <a:bodyPr/>
        <a:lstStyle/>
        <a:p>
          <a:r>
            <a:rPr lang="en-US" b="1" dirty="0" smtClean="0">
              <a:latin typeface="Century Gothic" panose="020B0502020202020204" pitchFamily="34" charset="0"/>
            </a:rPr>
            <a:t>SO2: </a:t>
          </a:r>
          <a:r>
            <a:rPr lang="en-GB" b="1" dirty="0" smtClean="0">
              <a:latin typeface="Century Gothic" panose="020B0502020202020204" pitchFamily="34" charset="0"/>
            </a:rPr>
            <a:t>Digital Pedagogies and ICT Curriculum Reform</a:t>
          </a:r>
          <a:endParaRPr lang="en-GB" b="1" dirty="0">
            <a:latin typeface="Century Gothic" panose="020B0502020202020204" pitchFamily="34" charset="0"/>
          </a:endParaRPr>
        </a:p>
      </dgm:t>
    </dgm:pt>
    <dgm:pt modelId="{F6596863-4BC5-4A9F-9CE1-08E5FF59E4B7}" type="parTrans" cxnId="{20BB72A8-14B3-47F1-9175-4823B1DBEEBD}">
      <dgm:prSet/>
      <dgm:spPr/>
      <dgm:t>
        <a:bodyPr/>
        <a:lstStyle/>
        <a:p>
          <a:endParaRPr lang="en-GB"/>
        </a:p>
      </dgm:t>
    </dgm:pt>
    <dgm:pt modelId="{1144A38E-D7FC-4FFF-B90D-B4938BC9E0B7}" type="sibTrans" cxnId="{20BB72A8-14B3-47F1-9175-4823B1DBEEBD}">
      <dgm:prSet/>
      <dgm:spPr/>
      <dgm:t>
        <a:bodyPr/>
        <a:lstStyle/>
        <a:p>
          <a:endParaRPr lang="en-GB"/>
        </a:p>
      </dgm:t>
    </dgm:pt>
    <dgm:pt modelId="{624494C5-9F78-403D-BA4D-2F5A00DEC46E}">
      <dgm:prSet phldrT="[Text]" custT="1"/>
      <dgm:spPr/>
      <dgm:t>
        <a:bodyPr/>
        <a:lstStyle/>
        <a:p>
          <a:r>
            <a:rPr lang="en-GB" sz="2000" b="1" dirty="0" smtClean="0"/>
            <a:t>DO: </a:t>
          </a:r>
          <a:r>
            <a:rPr lang="en-GB" sz="2000" dirty="0" smtClean="0">
              <a:latin typeface="Century Gothic" panose="020B0502020202020204" pitchFamily="34" charset="0"/>
            </a:rPr>
            <a:t>Students are equipped with the skills required for innovation and problem-solving in a digital context.</a:t>
          </a:r>
          <a:endParaRPr lang="en-GB" sz="2000" b="1" dirty="0"/>
        </a:p>
      </dgm:t>
    </dgm:pt>
    <dgm:pt modelId="{7DDF56CD-B683-4671-88BE-A8061A3DBB49}" type="parTrans" cxnId="{261A258E-BEFC-4B91-A21E-156DD96B3EB1}">
      <dgm:prSet/>
      <dgm:spPr/>
      <dgm:t>
        <a:bodyPr/>
        <a:lstStyle/>
        <a:p>
          <a:endParaRPr lang="en-GB"/>
        </a:p>
      </dgm:t>
    </dgm:pt>
    <dgm:pt modelId="{E04682CA-6CF4-44CE-ACFE-8BCEC0E3F10B}" type="sibTrans" cxnId="{261A258E-BEFC-4B91-A21E-156DD96B3EB1}">
      <dgm:prSet/>
      <dgm:spPr/>
      <dgm:t>
        <a:bodyPr/>
        <a:lstStyle/>
        <a:p>
          <a:endParaRPr lang="en-GB"/>
        </a:p>
      </dgm:t>
    </dgm:pt>
    <dgm:pt modelId="{BDCBD96C-E61C-4522-A901-99F56B7389FB}">
      <dgm:prSet phldrT="[Text]"/>
      <dgm:spPr/>
      <dgm:t>
        <a:bodyPr/>
        <a:lstStyle/>
        <a:p>
          <a:r>
            <a:rPr lang="en-US" b="1" dirty="0" smtClean="0">
              <a:latin typeface="Century Gothic" panose="020B0502020202020204" pitchFamily="34" charset="0"/>
            </a:rPr>
            <a:t>SO1: </a:t>
          </a:r>
          <a:r>
            <a:rPr lang="en-GB" b="1" dirty="0" smtClean="0">
              <a:latin typeface="Century Gothic" panose="020B0502020202020204" pitchFamily="34" charset="0"/>
            </a:rPr>
            <a:t>Basic Literacy</a:t>
          </a:r>
        </a:p>
      </dgm:t>
    </dgm:pt>
    <dgm:pt modelId="{363A17AE-9034-4131-921C-CDE68483C9C8}" type="parTrans" cxnId="{A88634F6-780A-42BB-8B1E-BACE8D078D78}">
      <dgm:prSet/>
      <dgm:spPr/>
      <dgm:t>
        <a:bodyPr/>
        <a:lstStyle/>
        <a:p>
          <a:endParaRPr lang="en-GB"/>
        </a:p>
      </dgm:t>
    </dgm:pt>
    <dgm:pt modelId="{4BA75555-09CE-4073-9383-CFB513232D3F}" type="sibTrans" cxnId="{A88634F6-780A-42BB-8B1E-BACE8D078D78}">
      <dgm:prSet/>
      <dgm:spPr/>
      <dgm:t>
        <a:bodyPr/>
        <a:lstStyle/>
        <a:p>
          <a:endParaRPr lang="en-GB"/>
        </a:p>
      </dgm:t>
    </dgm:pt>
    <dgm:pt modelId="{88897D4F-6E7C-4BC4-86AB-48806287E7DB}">
      <dgm:prSet phldrT="[Text]" custT="1"/>
      <dgm:spPr/>
      <dgm:t>
        <a:bodyPr/>
        <a:lstStyle/>
        <a:p>
          <a:r>
            <a:rPr lang="en-GB" sz="1800" b="1" dirty="0" smtClean="0">
              <a:latin typeface="Century Gothic" panose="020B0502020202020204" pitchFamily="34" charset="0"/>
            </a:rPr>
            <a:t>DO: </a:t>
          </a:r>
          <a:r>
            <a:rPr lang="en-GB" sz="1800" b="0" dirty="0" smtClean="0">
              <a:latin typeface="Century Gothic" panose="020B0502020202020204" pitchFamily="34" charset="0"/>
            </a:rPr>
            <a:t>Basic digital literacy among all age groups, ensuring that every citizen can navigate the digital world with confidence.</a:t>
          </a:r>
        </a:p>
      </dgm:t>
    </dgm:pt>
    <dgm:pt modelId="{EFC0FCE0-72C6-4553-8F1B-E84428B2DCF1}" type="parTrans" cxnId="{D69539D1-4B3F-4F01-A33B-F3D6CDC8218D}">
      <dgm:prSet/>
      <dgm:spPr/>
      <dgm:t>
        <a:bodyPr/>
        <a:lstStyle/>
        <a:p>
          <a:endParaRPr lang="en-GB"/>
        </a:p>
      </dgm:t>
    </dgm:pt>
    <dgm:pt modelId="{689B6C98-2145-4A88-8125-FD58C73D960C}" type="sibTrans" cxnId="{D69539D1-4B3F-4F01-A33B-F3D6CDC8218D}">
      <dgm:prSet/>
      <dgm:spPr/>
      <dgm:t>
        <a:bodyPr/>
        <a:lstStyle/>
        <a:p>
          <a:endParaRPr lang="en-GB"/>
        </a:p>
      </dgm:t>
    </dgm:pt>
    <dgm:pt modelId="{7EF47837-B800-4CE3-BC4F-756F146645D8}" type="pres">
      <dgm:prSet presAssocID="{03F9C535-8E4D-40B9-AF65-E7E41171F19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C1E2380-58BB-424B-8761-4E7A7989F7DA}" type="pres">
      <dgm:prSet presAssocID="{5FAEDCF3-9D21-4441-8392-49C5D3549263}" presName="root1" presStyleCnt="0"/>
      <dgm:spPr/>
    </dgm:pt>
    <dgm:pt modelId="{1AC21E4C-45BC-4117-B8D9-3C990B47D9C9}" type="pres">
      <dgm:prSet presAssocID="{5FAEDCF3-9D21-4441-8392-49C5D354926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B4EE3AD-B77D-4F08-8540-B866BCEC3D35}" type="pres">
      <dgm:prSet presAssocID="{5FAEDCF3-9D21-4441-8392-49C5D3549263}" presName="level2hierChild" presStyleCnt="0"/>
      <dgm:spPr/>
    </dgm:pt>
    <dgm:pt modelId="{91E87075-D5D9-4CF6-B29C-1C1E60DCEA1F}" type="pres">
      <dgm:prSet presAssocID="{363A17AE-9034-4131-921C-CDE68483C9C8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283E456D-457B-40F3-BE99-A538623D141E}" type="pres">
      <dgm:prSet presAssocID="{363A17AE-9034-4131-921C-CDE68483C9C8}" presName="connTx" presStyleLbl="parChTrans1D2" presStyleIdx="0" presStyleCnt="2"/>
      <dgm:spPr/>
      <dgm:t>
        <a:bodyPr/>
        <a:lstStyle/>
        <a:p>
          <a:endParaRPr lang="en-US"/>
        </a:p>
      </dgm:t>
    </dgm:pt>
    <dgm:pt modelId="{740CCA13-DE03-41CF-8B42-5840C04C1574}" type="pres">
      <dgm:prSet presAssocID="{BDCBD96C-E61C-4522-A901-99F56B7389FB}" presName="root2" presStyleCnt="0"/>
      <dgm:spPr/>
    </dgm:pt>
    <dgm:pt modelId="{AE8DD5B6-44ED-4C12-98D9-D27B08C1887A}" type="pres">
      <dgm:prSet presAssocID="{BDCBD96C-E61C-4522-A901-99F56B7389FB}" presName="LevelTwoTextNode" presStyleLbl="node2" presStyleIdx="0" presStyleCnt="2" custScaleY="20561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8721D6D-D603-4E11-960E-BC40E29768F6}" type="pres">
      <dgm:prSet presAssocID="{BDCBD96C-E61C-4522-A901-99F56B7389FB}" presName="level3hierChild" presStyleCnt="0"/>
      <dgm:spPr/>
    </dgm:pt>
    <dgm:pt modelId="{4C0DCCA1-6BA7-4232-A4E4-1B71D7B80CB1}" type="pres">
      <dgm:prSet presAssocID="{EFC0FCE0-72C6-4553-8F1B-E84428B2DCF1}" presName="conn2-1" presStyleLbl="parChTrans1D3" presStyleIdx="0" presStyleCnt="2"/>
      <dgm:spPr/>
      <dgm:t>
        <a:bodyPr/>
        <a:lstStyle/>
        <a:p>
          <a:endParaRPr lang="en-US"/>
        </a:p>
      </dgm:t>
    </dgm:pt>
    <dgm:pt modelId="{CF241E8F-7DD9-4AD3-BDD3-B1C1721474E3}" type="pres">
      <dgm:prSet presAssocID="{EFC0FCE0-72C6-4553-8F1B-E84428B2DCF1}" presName="connTx" presStyleLbl="parChTrans1D3" presStyleIdx="0" presStyleCnt="2"/>
      <dgm:spPr/>
      <dgm:t>
        <a:bodyPr/>
        <a:lstStyle/>
        <a:p>
          <a:endParaRPr lang="en-US"/>
        </a:p>
      </dgm:t>
    </dgm:pt>
    <dgm:pt modelId="{E0DB1545-0449-4E6D-B28D-43C31CCE4985}" type="pres">
      <dgm:prSet presAssocID="{88897D4F-6E7C-4BC4-86AB-48806287E7DB}" presName="root2" presStyleCnt="0"/>
      <dgm:spPr/>
    </dgm:pt>
    <dgm:pt modelId="{E798200E-7CFC-4F32-82D4-725016E5F6D3}" type="pres">
      <dgm:prSet presAssocID="{88897D4F-6E7C-4BC4-86AB-48806287E7DB}" presName="LevelTwoTextNode" presStyleLbl="node3" presStyleIdx="0" presStyleCnt="2" custScaleY="21737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99EFA2A-9973-4D1C-B4C8-5CD836710F74}" type="pres">
      <dgm:prSet presAssocID="{88897D4F-6E7C-4BC4-86AB-48806287E7DB}" presName="level3hierChild" presStyleCnt="0"/>
      <dgm:spPr/>
    </dgm:pt>
    <dgm:pt modelId="{0CE0C91A-E9AE-482E-99B5-F9EF842E6969}" type="pres">
      <dgm:prSet presAssocID="{F6596863-4BC5-4A9F-9CE1-08E5FF59E4B7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16123297-CC4C-436F-8E71-909F3E5C4E20}" type="pres">
      <dgm:prSet presAssocID="{F6596863-4BC5-4A9F-9CE1-08E5FF59E4B7}" presName="connTx" presStyleLbl="parChTrans1D2" presStyleIdx="1" presStyleCnt="2"/>
      <dgm:spPr/>
      <dgm:t>
        <a:bodyPr/>
        <a:lstStyle/>
        <a:p>
          <a:endParaRPr lang="en-US"/>
        </a:p>
      </dgm:t>
    </dgm:pt>
    <dgm:pt modelId="{082DE3FA-587D-470F-99B6-FB225D8BF2D3}" type="pres">
      <dgm:prSet presAssocID="{F350BDB7-7687-44A6-92A0-7C63FB450861}" presName="root2" presStyleCnt="0"/>
      <dgm:spPr/>
    </dgm:pt>
    <dgm:pt modelId="{F975EE47-3158-49FF-A784-D31F990572F3}" type="pres">
      <dgm:prSet presAssocID="{F350BDB7-7687-44A6-92A0-7C63FB450861}" presName="LevelTwoTextNode" presStyleLbl="node2" presStyleIdx="1" presStyleCnt="2" custScaleY="19027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F17AAD0-CD43-43F3-AFDF-94CB6E4EB48B}" type="pres">
      <dgm:prSet presAssocID="{F350BDB7-7687-44A6-92A0-7C63FB450861}" presName="level3hierChild" presStyleCnt="0"/>
      <dgm:spPr/>
    </dgm:pt>
    <dgm:pt modelId="{D1BCC7D8-9070-40EB-B1EE-A0A6C4ACCCFD}" type="pres">
      <dgm:prSet presAssocID="{7DDF56CD-B683-4671-88BE-A8061A3DBB49}" presName="conn2-1" presStyleLbl="parChTrans1D3" presStyleIdx="1" presStyleCnt="2"/>
      <dgm:spPr/>
      <dgm:t>
        <a:bodyPr/>
        <a:lstStyle/>
        <a:p>
          <a:endParaRPr lang="en-US"/>
        </a:p>
      </dgm:t>
    </dgm:pt>
    <dgm:pt modelId="{03ADCA6F-4279-4CEF-A336-8CF50AB80BBB}" type="pres">
      <dgm:prSet presAssocID="{7DDF56CD-B683-4671-88BE-A8061A3DBB49}" presName="connTx" presStyleLbl="parChTrans1D3" presStyleIdx="1" presStyleCnt="2"/>
      <dgm:spPr/>
      <dgm:t>
        <a:bodyPr/>
        <a:lstStyle/>
        <a:p>
          <a:endParaRPr lang="en-US"/>
        </a:p>
      </dgm:t>
    </dgm:pt>
    <dgm:pt modelId="{1689FA57-DDD1-4822-9D2F-F24D95332756}" type="pres">
      <dgm:prSet presAssocID="{624494C5-9F78-403D-BA4D-2F5A00DEC46E}" presName="root2" presStyleCnt="0"/>
      <dgm:spPr/>
    </dgm:pt>
    <dgm:pt modelId="{3588C52A-E3AE-45A1-A8BF-BA5818000683}" type="pres">
      <dgm:prSet presAssocID="{624494C5-9F78-403D-BA4D-2F5A00DEC46E}" presName="LevelTwoTextNode" presStyleLbl="node3" presStyleIdx="1" presStyleCnt="2" custScaleX="102745" custScaleY="23193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A6336EA-0FF9-4363-8C61-9395DE6095B1}" type="pres">
      <dgm:prSet presAssocID="{624494C5-9F78-403D-BA4D-2F5A00DEC46E}" presName="level3hierChild" presStyleCnt="0"/>
      <dgm:spPr/>
    </dgm:pt>
  </dgm:ptLst>
  <dgm:cxnLst>
    <dgm:cxn modelId="{1D29E710-4D30-4B7C-80D4-14C2B9B9F6D4}" type="presOf" srcId="{7DDF56CD-B683-4671-88BE-A8061A3DBB49}" destId="{D1BCC7D8-9070-40EB-B1EE-A0A6C4ACCCFD}" srcOrd="0" destOrd="0" presId="urn:microsoft.com/office/officeart/2008/layout/HorizontalMultiLevelHierarchy"/>
    <dgm:cxn modelId="{20BB72A8-14B3-47F1-9175-4823B1DBEEBD}" srcId="{5FAEDCF3-9D21-4441-8392-49C5D3549263}" destId="{F350BDB7-7687-44A6-92A0-7C63FB450861}" srcOrd="1" destOrd="0" parTransId="{F6596863-4BC5-4A9F-9CE1-08E5FF59E4B7}" sibTransId="{1144A38E-D7FC-4FFF-B90D-B4938BC9E0B7}"/>
    <dgm:cxn modelId="{2B192036-820F-4696-AF6B-6ECF0870EF26}" type="presOf" srcId="{BDCBD96C-E61C-4522-A901-99F56B7389FB}" destId="{AE8DD5B6-44ED-4C12-98D9-D27B08C1887A}" srcOrd="0" destOrd="0" presId="urn:microsoft.com/office/officeart/2008/layout/HorizontalMultiLevelHierarchy"/>
    <dgm:cxn modelId="{67EDC76D-7522-4147-9F85-F7302167B21A}" type="presOf" srcId="{EFC0FCE0-72C6-4553-8F1B-E84428B2DCF1}" destId="{4C0DCCA1-6BA7-4232-A4E4-1B71D7B80CB1}" srcOrd="0" destOrd="0" presId="urn:microsoft.com/office/officeart/2008/layout/HorizontalMultiLevelHierarchy"/>
    <dgm:cxn modelId="{D69539D1-4B3F-4F01-A33B-F3D6CDC8218D}" srcId="{BDCBD96C-E61C-4522-A901-99F56B7389FB}" destId="{88897D4F-6E7C-4BC4-86AB-48806287E7DB}" srcOrd="0" destOrd="0" parTransId="{EFC0FCE0-72C6-4553-8F1B-E84428B2DCF1}" sibTransId="{689B6C98-2145-4A88-8125-FD58C73D960C}"/>
    <dgm:cxn modelId="{43790CDA-7791-414C-817A-06D9D360A0F8}" srcId="{03F9C535-8E4D-40B9-AF65-E7E41171F196}" destId="{5FAEDCF3-9D21-4441-8392-49C5D3549263}" srcOrd="0" destOrd="0" parTransId="{D77C6965-E500-44E6-9490-881B3975CCB4}" sibTransId="{E5760CC7-D4F6-46F2-B106-C8B7FAE610F3}"/>
    <dgm:cxn modelId="{3AB5C034-3F0A-4B51-A524-1D2A8B860C7F}" type="presOf" srcId="{5FAEDCF3-9D21-4441-8392-49C5D3549263}" destId="{1AC21E4C-45BC-4117-B8D9-3C990B47D9C9}" srcOrd="0" destOrd="0" presId="urn:microsoft.com/office/officeart/2008/layout/HorizontalMultiLevelHierarchy"/>
    <dgm:cxn modelId="{AE6D3C11-B1DF-413A-BC6C-4C1CE30541FD}" type="presOf" srcId="{88897D4F-6E7C-4BC4-86AB-48806287E7DB}" destId="{E798200E-7CFC-4F32-82D4-725016E5F6D3}" srcOrd="0" destOrd="0" presId="urn:microsoft.com/office/officeart/2008/layout/HorizontalMultiLevelHierarchy"/>
    <dgm:cxn modelId="{A88634F6-780A-42BB-8B1E-BACE8D078D78}" srcId="{5FAEDCF3-9D21-4441-8392-49C5D3549263}" destId="{BDCBD96C-E61C-4522-A901-99F56B7389FB}" srcOrd="0" destOrd="0" parTransId="{363A17AE-9034-4131-921C-CDE68483C9C8}" sibTransId="{4BA75555-09CE-4073-9383-CFB513232D3F}"/>
    <dgm:cxn modelId="{88F568D2-531B-421B-A6A3-6B10599AD72B}" type="presOf" srcId="{F6596863-4BC5-4A9F-9CE1-08E5FF59E4B7}" destId="{0CE0C91A-E9AE-482E-99B5-F9EF842E6969}" srcOrd="0" destOrd="0" presId="urn:microsoft.com/office/officeart/2008/layout/HorizontalMultiLevelHierarchy"/>
    <dgm:cxn modelId="{E19ECC09-F1E6-43AB-BB9C-59000F24C160}" type="presOf" srcId="{624494C5-9F78-403D-BA4D-2F5A00DEC46E}" destId="{3588C52A-E3AE-45A1-A8BF-BA5818000683}" srcOrd="0" destOrd="0" presId="urn:microsoft.com/office/officeart/2008/layout/HorizontalMultiLevelHierarchy"/>
    <dgm:cxn modelId="{80326CA2-14B3-4A40-87FC-FC0F48B78DC1}" type="presOf" srcId="{7DDF56CD-B683-4671-88BE-A8061A3DBB49}" destId="{03ADCA6F-4279-4CEF-A336-8CF50AB80BBB}" srcOrd="1" destOrd="0" presId="urn:microsoft.com/office/officeart/2008/layout/HorizontalMultiLevelHierarchy"/>
    <dgm:cxn modelId="{86B17B7F-0A3E-459A-B022-096033E2DEE7}" type="presOf" srcId="{F350BDB7-7687-44A6-92A0-7C63FB450861}" destId="{F975EE47-3158-49FF-A784-D31F990572F3}" srcOrd="0" destOrd="0" presId="urn:microsoft.com/office/officeart/2008/layout/HorizontalMultiLevelHierarchy"/>
    <dgm:cxn modelId="{897494BB-4640-49B0-8B79-0586019589B5}" type="presOf" srcId="{363A17AE-9034-4131-921C-CDE68483C9C8}" destId="{91E87075-D5D9-4CF6-B29C-1C1E60DCEA1F}" srcOrd="0" destOrd="0" presId="urn:microsoft.com/office/officeart/2008/layout/HorizontalMultiLevelHierarchy"/>
    <dgm:cxn modelId="{B8FF0165-D655-41D8-A3B4-8754619A9A82}" type="presOf" srcId="{03F9C535-8E4D-40B9-AF65-E7E41171F196}" destId="{7EF47837-B800-4CE3-BC4F-756F146645D8}" srcOrd="0" destOrd="0" presId="urn:microsoft.com/office/officeart/2008/layout/HorizontalMultiLevelHierarchy"/>
    <dgm:cxn modelId="{F993668E-AF0A-43EF-9598-86917B8752F7}" type="presOf" srcId="{363A17AE-9034-4131-921C-CDE68483C9C8}" destId="{283E456D-457B-40F3-BE99-A538623D141E}" srcOrd="1" destOrd="0" presId="urn:microsoft.com/office/officeart/2008/layout/HorizontalMultiLevelHierarchy"/>
    <dgm:cxn modelId="{261A258E-BEFC-4B91-A21E-156DD96B3EB1}" srcId="{F350BDB7-7687-44A6-92A0-7C63FB450861}" destId="{624494C5-9F78-403D-BA4D-2F5A00DEC46E}" srcOrd="0" destOrd="0" parTransId="{7DDF56CD-B683-4671-88BE-A8061A3DBB49}" sibTransId="{E04682CA-6CF4-44CE-ACFE-8BCEC0E3F10B}"/>
    <dgm:cxn modelId="{AAE7F540-AEDA-41A2-94C0-7E0D54AA75D9}" type="presOf" srcId="{EFC0FCE0-72C6-4553-8F1B-E84428B2DCF1}" destId="{CF241E8F-7DD9-4AD3-BDD3-B1C1721474E3}" srcOrd="1" destOrd="0" presId="urn:microsoft.com/office/officeart/2008/layout/HorizontalMultiLevelHierarchy"/>
    <dgm:cxn modelId="{9AF43006-522F-4985-9DFA-A327EDC73AEA}" type="presOf" srcId="{F6596863-4BC5-4A9F-9CE1-08E5FF59E4B7}" destId="{16123297-CC4C-436F-8E71-909F3E5C4E20}" srcOrd="1" destOrd="0" presId="urn:microsoft.com/office/officeart/2008/layout/HorizontalMultiLevelHierarchy"/>
    <dgm:cxn modelId="{E8DBDA7F-A16A-48BC-A20C-7A2831441E4B}" type="presParOf" srcId="{7EF47837-B800-4CE3-BC4F-756F146645D8}" destId="{3C1E2380-58BB-424B-8761-4E7A7989F7DA}" srcOrd="0" destOrd="0" presId="urn:microsoft.com/office/officeart/2008/layout/HorizontalMultiLevelHierarchy"/>
    <dgm:cxn modelId="{8870E6E6-8125-4BFD-AC4E-472047198FE1}" type="presParOf" srcId="{3C1E2380-58BB-424B-8761-4E7A7989F7DA}" destId="{1AC21E4C-45BC-4117-B8D9-3C990B47D9C9}" srcOrd="0" destOrd="0" presId="urn:microsoft.com/office/officeart/2008/layout/HorizontalMultiLevelHierarchy"/>
    <dgm:cxn modelId="{846DE268-E3EC-4AF3-AEC7-51B9991CA895}" type="presParOf" srcId="{3C1E2380-58BB-424B-8761-4E7A7989F7DA}" destId="{0B4EE3AD-B77D-4F08-8540-B866BCEC3D35}" srcOrd="1" destOrd="0" presId="urn:microsoft.com/office/officeart/2008/layout/HorizontalMultiLevelHierarchy"/>
    <dgm:cxn modelId="{B5C3141E-AC71-4FE9-876A-F9D98A2B86AB}" type="presParOf" srcId="{0B4EE3AD-B77D-4F08-8540-B866BCEC3D35}" destId="{91E87075-D5D9-4CF6-B29C-1C1E60DCEA1F}" srcOrd="0" destOrd="0" presId="urn:microsoft.com/office/officeart/2008/layout/HorizontalMultiLevelHierarchy"/>
    <dgm:cxn modelId="{4C7F05C0-B873-43EB-A21A-E125FA18FB76}" type="presParOf" srcId="{91E87075-D5D9-4CF6-B29C-1C1E60DCEA1F}" destId="{283E456D-457B-40F3-BE99-A538623D141E}" srcOrd="0" destOrd="0" presId="urn:microsoft.com/office/officeart/2008/layout/HorizontalMultiLevelHierarchy"/>
    <dgm:cxn modelId="{8026421B-4851-4260-A80F-017B5F708EBC}" type="presParOf" srcId="{0B4EE3AD-B77D-4F08-8540-B866BCEC3D35}" destId="{740CCA13-DE03-41CF-8B42-5840C04C1574}" srcOrd="1" destOrd="0" presId="urn:microsoft.com/office/officeart/2008/layout/HorizontalMultiLevelHierarchy"/>
    <dgm:cxn modelId="{8EABFF06-D20B-436D-AB19-CFC3C24C3159}" type="presParOf" srcId="{740CCA13-DE03-41CF-8B42-5840C04C1574}" destId="{AE8DD5B6-44ED-4C12-98D9-D27B08C1887A}" srcOrd="0" destOrd="0" presId="urn:microsoft.com/office/officeart/2008/layout/HorizontalMultiLevelHierarchy"/>
    <dgm:cxn modelId="{BCB21F71-B90A-4FDA-911B-B32ECB5E5789}" type="presParOf" srcId="{740CCA13-DE03-41CF-8B42-5840C04C1574}" destId="{E8721D6D-D603-4E11-960E-BC40E29768F6}" srcOrd="1" destOrd="0" presId="urn:microsoft.com/office/officeart/2008/layout/HorizontalMultiLevelHierarchy"/>
    <dgm:cxn modelId="{DAA4B5D5-1B96-4B60-B351-8888D4046E82}" type="presParOf" srcId="{E8721D6D-D603-4E11-960E-BC40E29768F6}" destId="{4C0DCCA1-6BA7-4232-A4E4-1B71D7B80CB1}" srcOrd="0" destOrd="0" presId="urn:microsoft.com/office/officeart/2008/layout/HorizontalMultiLevelHierarchy"/>
    <dgm:cxn modelId="{CA84D570-81EA-4A91-B440-00103778A8C9}" type="presParOf" srcId="{4C0DCCA1-6BA7-4232-A4E4-1B71D7B80CB1}" destId="{CF241E8F-7DD9-4AD3-BDD3-B1C1721474E3}" srcOrd="0" destOrd="0" presId="urn:microsoft.com/office/officeart/2008/layout/HorizontalMultiLevelHierarchy"/>
    <dgm:cxn modelId="{F986C7D9-58B5-4D21-8709-78BE2C06B4F0}" type="presParOf" srcId="{E8721D6D-D603-4E11-960E-BC40E29768F6}" destId="{E0DB1545-0449-4E6D-B28D-43C31CCE4985}" srcOrd="1" destOrd="0" presId="urn:microsoft.com/office/officeart/2008/layout/HorizontalMultiLevelHierarchy"/>
    <dgm:cxn modelId="{01C9E332-9B31-46A3-889A-DFD40EC388AF}" type="presParOf" srcId="{E0DB1545-0449-4E6D-B28D-43C31CCE4985}" destId="{E798200E-7CFC-4F32-82D4-725016E5F6D3}" srcOrd="0" destOrd="0" presId="urn:microsoft.com/office/officeart/2008/layout/HorizontalMultiLevelHierarchy"/>
    <dgm:cxn modelId="{46A9C124-FD17-4B8A-83FD-4FC36EB9286E}" type="presParOf" srcId="{E0DB1545-0449-4E6D-B28D-43C31CCE4985}" destId="{199EFA2A-9973-4D1C-B4C8-5CD836710F74}" srcOrd="1" destOrd="0" presId="urn:microsoft.com/office/officeart/2008/layout/HorizontalMultiLevelHierarchy"/>
    <dgm:cxn modelId="{26230813-C603-4674-B993-7059813B3AF2}" type="presParOf" srcId="{0B4EE3AD-B77D-4F08-8540-B866BCEC3D35}" destId="{0CE0C91A-E9AE-482E-99B5-F9EF842E6969}" srcOrd="2" destOrd="0" presId="urn:microsoft.com/office/officeart/2008/layout/HorizontalMultiLevelHierarchy"/>
    <dgm:cxn modelId="{A0248010-F042-4A61-96A0-DA3EDC7DE476}" type="presParOf" srcId="{0CE0C91A-E9AE-482E-99B5-F9EF842E6969}" destId="{16123297-CC4C-436F-8E71-909F3E5C4E20}" srcOrd="0" destOrd="0" presId="urn:microsoft.com/office/officeart/2008/layout/HorizontalMultiLevelHierarchy"/>
    <dgm:cxn modelId="{A6AE650B-BEFB-49DC-A294-612F7E8FC403}" type="presParOf" srcId="{0B4EE3AD-B77D-4F08-8540-B866BCEC3D35}" destId="{082DE3FA-587D-470F-99B6-FB225D8BF2D3}" srcOrd="3" destOrd="0" presId="urn:microsoft.com/office/officeart/2008/layout/HorizontalMultiLevelHierarchy"/>
    <dgm:cxn modelId="{F8CB2F5D-A947-450F-8C17-D46620DF0B80}" type="presParOf" srcId="{082DE3FA-587D-470F-99B6-FB225D8BF2D3}" destId="{F975EE47-3158-49FF-A784-D31F990572F3}" srcOrd="0" destOrd="0" presId="urn:microsoft.com/office/officeart/2008/layout/HorizontalMultiLevelHierarchy"/>
    <dgm:cxn modelId="{70A2F0CC-8684-4E4E-9D61-87109F8CC49B}" type="presParOf" srcId="{082DE3FA-587D-470F-99B6-FB225D8BF2D3}" destId="{FF17AAD0-CD43-43F3-AFDF-94CB6E4EB48B}" srcOrd="1" destOrd="0" presId="urn:microsoft.com/office/officeart/2008/layout/HorizontalMultiLevelHierarchy"/>
    <dgm:cxn modelId="{A13EF442-739A-474C-A652-009B6747C673}" type="presParOf" srcId="{FF17AAD0-CD43-43F3-AFDF-94CB6E4EB48B}" destId="{D1BCC7D8-9070-40EB-B1EE-A0A6C4ACCCFD}" srcOrd="0" destOrd="0" presId="urn:microsoft.com/office/officeart/2008/layout/HorizontalMultiLevelHierarchy"/>
    <dgm:cxn modelId="{8A2D772F-AA9D-4FC1-9360-7525AA183047}" type="presParOf" srcId="{D1BCC7D8-9070-40EB-B1EE-A0A6C4ACCCFD}" destId="{03ADCA6F-4279-4CEF-A336-8CF50AB80BBB}" srcOrd="0" destOrd="0" presId="urn:microsoft.com/office/officeart/2008/layout/HorizontalMultiLevelHierarchy"/>
    <dgm:cxn modelId="{E1803122-2247-4FDE-8D6C-92956753C8DA}" type="presParOf" srcId="{FF17AAD0-CD43-43F3-AFDF-94CB6E4EB48B}" destId="{1689FA57-DDD1-4822-9D2F-F24D95332756}" srcOrd="1" destOrd="0" presId="urn:microsoft.com/office/officeart/2008/layout/HorizontalMultiLevelHierarchy"/>
    <dgm:cxn modelId="{8F6D4090-5312-42A3-A5DA-8FACF00DAC7E}" type="presParOf" srcId="{1689FA57-DDD1-4822-9D2F-F24D95332756}" destId="{3588C52A-E3AE-45A1-A8BF-BA5818000683}" srcOrd="0" destOrd="0" presId="urn:microsoft.com/office/officeart/2008/layout/HorizontalMultiLevelHierarchy"/>
    <dgm:cxn modelId="{F8361E7A-548A-467E-88B3-BF7DD79361C6}" type="presParOf" srcId="{1689FA57-DDD1-4822-9D2F-F24D95332756}" destId="{5A6336EA-0FF9-4363-8C61-9395DE6095B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3F9C535-8E4D-40B9-AF65-E7E41171F19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FAEDCF3-9D21-4441-8392-49C5D3549263}">
      <dgm:prSet phldrT="[Text]"/>
      <dgm:spPr/>
      <dgm:t>
        <a:bodyPr/>
        <a:lstStyle/>
        <a:p>
          <a:r>
            <a:rPr lang="en-US" b="1" dirty="0" smtClean="0"/>
            <a:t>PILLAR  2: Digital Skills</a:t>
          </a:r>
          <a:endParaRPr lang="en-GB" b="1" dirty="0"/>
        </a:p>
      </dgm:t>
    </dgm:pt>
    <dgm:pt modelId="{D77C6965-E500-44E6-9490-881B3975CCB4}" type="parTrans" cxnId="{43790CDA-7791-414C-817A-06D9D360A0F8}">
      <dgm:prSet/>
      <dgm:spPr/>
      <dgm:t>
        <a:bodyPr/>
        <a:lstStyle/>
        <a:p>
          <a:endParaRPr lang="en-GB"/>
        </a:p>
      </dgm:t>
    </dgm:pt>
    <dgm:pt modelId="{E5760CC7-D4F6-46F2-B106-C8B7FAE610F3}" type="sibTrans" cxnId="{43790CDA-7791-414C-817A-06D9D360A0F8}">
      <dgm:prSet/>
      <dgm:spPr/>
      <dgm:t>
        <a:bodyPr/>
        <a:lstStyle/>
        <a:p>
          <a:endParaRPr lang="en-GB"/>
        </a:p>
      </dgm:t>
    </dgm:pt>
    <dgm:pt modelId="{F350BDB7-7687-44A6-92A0-7C63FB450861}">
      <dgm:prSet phldrT="[Text]"/>
      <dgm:spPr/>
      <dgm:t>
        <a:bodyPr/>
        <a:lstStyle/>
        <a:p>
          <a:r>
            <a:rPr lang="en-US" b="1" dirty="0" smtClean="0">
              <a:latin typeface="Century Gothic" panose="020B0502020202020204" pitchFamily="34" charset="0"/>
            </a:rPr>
            <a:t>SO4</a:t>
          </a:r>
          <a:r>
            <a:rPr lang="en-US" dirty="0" smtClean="0">
              <a:latin typeface="Century Gothic" panose="020B0502020202020204" pitchFamily="34" charset="0"/>
            </a:rPr>
            <a:t>: </a:t>
          </a:r>
          <a:r>
            <a:rPr lang="en-GB" b="1" dirty="0" smtClean="0">
              <a:latin typeface="Century Gothic" panose="020B0502020202020204" pitchFamily="34" charset="0"/>
            </a:rPr>
            <a:t>Demand-led Skilling and Job </a:t>
          </a:r>
          <a:r>
            <a:rPr lang="en-GB" b="1" dirty="0" smtClean="0">
              <a:latin typeface="Century Gothic" panose="020B0502020202020204" pitchFamily="34" charset="0"/>
            </a:rPr>
            <a:t>Creation</a:t>
          </a:r>
          <a:endParaRPr lang="en-GB" b="1" dirty="0" smtClean="0">
            <a:latin typeface="Century Gothic" panose="020B0502020202020204" pitchFamily="34" charset="0"/>
          </a:endParaRPr>
        </a:p>
      </dgm:t>
    </dgm:pt>
    <dgm:pt modelId="{F6596863-4BC5-4A9F-9CE1-08E5FF59E4B7}" type="parTrans" cxnId="{20BB72A8-14B3-47F1-9175-4823B1DBEEBD}">
      <dgm:prSet/>
      <dgm:spPr/>
      <dgm:t>
        <a:bodyPr/>
        <a:lstStyle/>
        <a:p>
          <a:endParaRPr lang="en-GB"/>
        </a:p>
      </dgm:t>
    </dgm:pt>
    <dgm:pt modelId="{1144A38E-D7FC-4FFF-B90D-B4938BC9E0B7}" type="sibTrans" cxnId="{20BB72A8-14B3-47F1-9175-4823B1DBEEBD}">
      <dgm:prSet/>
      <dgm:spPr/>
      <dgm:t>
        <a:bodyPr/>
        <a:lstStyle/>
        <a:p>
          <a:endParaRPr lang="en-GB"/>
        </a:p>
      </dgm:t>
    </dgm:pt>
    <dgm:pt modelId="{624494C5-9F78-403D-BA4D-2F5A00DEC46E}">
      <dgm:prSet phldrT="[Text]" custT="1"/>
      <dgm:spPr/>
      <dgm:t>
        <a:bodyPr/>
        <a:lstStyle/>
        <a:p>
          <a:r>
            <a:rPr lang="en-GB" sz="2000" b="1" dirty="0" smtClean="0"/>
            <a:t>DO</a:t>
          </a:r>
          <a:r>
            <a:rPr lang="en-GB" sz="1800" b="1" dirty="0" smtClean="0"/>
            <a:t>: </a:t>
          </a:r>
          <a:r>
            <a:rPr lang="en-GB" sz="1800" dirty="0" smtClean="0">
              <a:latin typeface="Century Gothic" panose="020B0502020202020204" pitchFamily="34" charset="0"/>
            </a:rPr>
            <a:t>Prepare individuals for the digital economy, emphasizing hands-on, practical experience</a:t>
          </a:r>
          <a:r>
            <a:rPr lang="en-GB" sz="2000" dirty="0" smtClean="0">
              <a:latin typeface="Century Gothic" panose="020B0502020202020204" pitchFamily="34" charset="0"/>
            </a:rPr>
            <a:t>.</a:t>
          </a:r>
          <a:endParaRPr lang="en-GB" sz="2000" b="1" dirty="0"/>
        </a:p>
      </dgm:t>
    </dgm:pt>
    <dgm:pt modelId="{7DDF56CD-B683-4671-88BE-A8061A3DBB49}" type="parTrans" cxnId="{261A258E-BEFC-4B91-A21E-156DD96B3EB1}">
      <dgm:prSet/>
      <dgm:spPr/>
      <dgm:t>
        <a:bodyPr/>
        <a:lstStyle/>
        <a:p>
          <a:endParaRPr lang="en-GB"/>
        </a:p>
      </dgm:t>
    </dgm:pt>
    <dgm:pt modelId="{E04682CA-6CF4-44CE-ACFE-8BCEC0E3F10B}" type="sibTrans" cxnId="{261A258E-BEFC-4B91-A21E-156DD96B3EB1}">
      <dgm:prSet/>
      <dgm:spPr/>
      <dgm:t>
        <a:bodyPr/>
        <a:lstStyle/>
        <a:p>
          <a:endParaRPr lang="en-GB"/>
        </a:p>
      </dgm:t>
    </dgm:pt>
    <dgm:pt modelId="{BDCBD96C-E61C-4522-A901-99F56B7389FB}">
      <dgm:prSet phldrT="[Text]"/>
      <dgm:spPr/>
      <dgm:t>
        <a:bodyPr/>
        <a:lstStyle/>
        <a:p>
          <a:r>
            <a:rPr lang="en-US" b="1" dirty="0" smtClean="0">
              <a:latin typeface="Century Gothic" panose="020B0502020202020204" pitchFamily="34" charset="0"/>
            </a:rPr>
            <a:t>SO3: </a:t>
          </a:r>
          <a:r>
            <a:rPr lang="en-GB" b="1" dirty="0" smtClean="0">
              <a:latin typeface="Century Gothic" panose="020B0502020202020204" pitchFamily="34" charset="0"/>
            </a:rPr>
            <a:t>Educational Administration and Staff </a:t>
          </a:r>
          <a:r>
            <a:rPr lang="en-GB" b="1" dirty="0" smtClean="0">
              <a:latin typeface="Century Gothic" panose="020B0502020202020204" pitchFamily="34" charset="0"/>
            </a:rPr>
            <a:t>Capacity</a:t>
          </a:r>
          <a:endParaRPr lang="en-GB" b="1" dirty="0" smtClean="0">
            <a:latin typeface="Century Gothic" panose="020B0502020202020204" pitchFamily="34" charset="0"/>
          </a:endParaRPr>
        </a:p>
      </dgm:t>
    </dgm:pt>
    <dgm:pt modelId="{363A17AE-9034-4131-921C-CDE68483C9C8}" type="parTrans" cxnId="{A88634F6-780A-42BB-8B1E-BACE8D078D78}">
      <dgm:prSet/>
      <dgm:spPr/>
      <dgm:t>
        <a:bodyPr/>
        <a:lstStyle/>
        <a:p>
          <a:endParaRPr lang="en-GB"/>
        </a:p>
      </dgm:t>
    </dgm:pt>
    <dgm:pt modelId="{4BA75555-09CE-4073-9383-CFB513232D3F}" type="sibTrans" cxnId="{A88634F6-780A-42BB-8B1E-BACE8D078D78}">
      <dgm:prSet/>
      <dgm:spPr/>
      <dgm:t>
        <a:bodyPr/>
        <a:lstStyle/>
        <a:p>
          <a:endParaRPr lang="en-GB"/>
        </a:p>
      </dgm:t>
    </dgm:pt>
    <dgm:pt modelId="{88897D4F-6E7C-4BC4-86AB-48806287E7DB}">
      <dgm:prSet phldrT="[Text]" custT="1"/>
      <dgm:spPr/>
      <dgm:t>
        <a:bodyPr/>
        <a:lstStyle/>
        <a:p>
          <a:r>
            <a:rPr lang="en-GB" sz="1400" b="1" dirty="0" smtClean="0">
              <a:latin typeface="Century Gothic" panose="020B0502020202020204" pitchFamily="34" charset="0"/>
            </a:rPr>
            <a:t>DO</a:t>
          </a:r>
          <a:r>
            <a:rPr lang="en-GB" sz="1400" b="0" dirty="0" smtClean="0">
              <a:latin typeface="Century Gothic" panose="020B0502020202020204" pitchFamily="34" charset="0"/>
            </a:rPr>
            <a:t>: Capacitate digitally literate educators and administrators, focusing on the adoption of digital tools and resources in educational settings, thereby enhancing the quality and relevance of education.</a:t>
          </a:r>
        </a:p>
        <a:p>
          <a:endParaRPr lang="en-GB" sz="1400" b="0" dirty="0" smtClean="0">
            <a:latin typeface="Century Gothic" panose="020B0502020202020204" pitchFamily="34" charset="0"/>
          </a:endParaRPr>
        </a:p>
      </dgm:t>
    </dgm:pt>
    <dgm:pt modelId="{EFC0FCE0-72C6-4553-8F1B-E84428B2DCF1}" type="parTrans" cxnId="{D69539D1-4B3F-4F01-A33B-F3D6CDC8218D}">
      <dgm:prSet/>
      <dgm:spPr/>
      <dgm:t>
        <a:bodyPr/>
        <a:lstStyle/>
        <a:p>
          <a:endParaRPr lang="en-GB"/>
        </a:p>
      </dgm:t>
    </dgm:pt>
    <dgm:pt modelId="{689B6C98-2145-4A88-8125-FD58C73D960C}" type="sibTrans" cxnId="{D69539D1-4B3F-4F01-A33B-F3D6CDC8218D}">
      <dgm:prSet/>
      <dgm:spPr/>
      <dgm:t>
        <a:bodyPr/>
        <a:lstStyle/>
        <a:p>
          <a:endParaRPr lang="en-GB"/>
        </a:p>
      </dgm:t>
    </dgm:pt>
    <dgm:pt modelId="{7EF47837-B800-4CE3-BC4F-756F146645D8}" type="pres">
      <dgm:prSet presAssocID="{03F9C535-8E4D-40B9-AF65-E7E41171F19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C1E2380-58BB-424B-8761-4E7A7989F7DA}" type="pres">
      <dgm:prSet presAssocID="{5FAEDCF3-9D21-4441-8392-49C5D3549263}" presName="root1" presStyleCnt="0"/>
      <dgm:spPr/>
    </dgm:pt>
    <dgm:pt modelId="{1AC21E4C-45BC-4117-B8D9-3C990B47D9C9}" type="pres">
      <dgm:prSet presAssocID="{5FAEDCF3-9D21-4441-8392-49C5D354926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B4EE3AD-B77D-4F08-8540-B866BCEC3D35}" type="pres">
      <dgm:prSet presAssocID="{5FAEDCF3-9D21-4441-8392-49C5D3549263}" presName="level2hierChild" presStyleCnt="0"/>
      <dgm:spPr/>
    </dgm:pt>
    <dgm:pt modelId="{91E87075-D5D9-4CF6-B29C-1C1E60DCEA1F}" type="pres">
      <dgm:prSet presAssocID="{363A17AE-9034-4131-921C-CDE68483C9C8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283E456D-457B-40F3-BE99-A538623D141E}" type="pres">
      <dgm:prSet presAssocID="{363A17AE-9034-4131-921C-CDE68483C9C8}" presName="connTx" presStyleLbl="parChTrans1D2" presStyleIdx="0" presStyleCnt="2"/>
      <dgm:spPr/>
      <dgm:t>
        <a:bodyPr/>
        <a:lstStyle/>
        <a:p>
          <a:endParaRPr lang="en-US"/>
        </a:p>
      </dgm:t>
    </dgm:pt>
    <dgm:pt modelId="{740CCA13-DE03-41CF-8B42-5840C04C1574}" type="pres">
      <dgm:prSet presAssocID="{BDCBD96C-E61C-4522-A901-99F56B7389FB}" presName="root2" presStyleCnt="0"/>
      <dgm:spPr/>
    </dgm:pt>
    <dgm:pt modelId="{AE8DD5B6-44ED-4C12-98D9-D27B08C1887A}" type="pres">
      <dgm:prSet presAssocID="{BDCBD96C-E61C-4522-A901-99F56B7389FB}" presName="LevelTwoTextNode" presStyleLbl="node2" presStyleIdx="0" presStyleCnt="2" custScaleY="20561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8721D6D-D603-4E11-960E-BC40E29768F6}" type="pres">
      <dgm:prSet presAssocID="{BDCBD96C-E61C-4522-A901-99F56B7389FB}" presName="level3hierChild" presStyleCnt="0"/>
      <dgm:spPr/>
    </dgm:pt>
    <dgm:pt modelId="{4C0DCCA1-6BA7-4232-A4E4-1B71D7B80CB1}" type="pres">
      <dgm:prSet presAssocID="{EFC0FCE0-72C6-4553-8F1B-E84428B2DCF1}" presName="conn2-1" presStyleLbl="parChTrans1D3" presStyleIdx="0" presStyleCnt="2"/>
      <dgm:spPr/>
      <dgm:t>
        <a:bodyPr/>
        <a:lstStyle/>
        <a:p>
          <a:endParaRPr lang="en-US"/>
        </a:p>
      </dgm:t>
    </dgm:pt>
    <dgm:pt modelId="{CF241E8F-7DD9-4AD3-BDD3-B1C1721474E3}" type="pres">
      <dgm:prSet presAssocID="{EFC0FCE0-72C6-4553-8F1B-E84428B2DCF1}" presName="connTx" presStyleLbl="parChTrans1D3" presStyleIdx="0" presStyleCnt="2"/>
      <dgm:spPr/>
      <dgm:t>
        <a:bodyPr/>
        <a:lstStyle/>
        <a:p>
          <a:endParaRPr lang="en-US"/>
        </a:p>
      </dgm:t>
    </dgm:pt>
    <dgm:pt modelId="{E0DB1545-0449-4E6D-B28D-43C31CCE4985}" type="pres">
      <dgm:prSet presAssocID="{88897D4F-6E7C-4BC4-86AB-48806287E7DB}" presName="root2" presStyleCnt="0"/>
      <dgm:spPr/>
    </dgm:pt>
    <dgm:pt modelId="{E798200E-7CFC-4F32-82D4-725016E5F6D3}" type="pres">
      <dgm:prSet presAssocID="{88897D4F-6E7C-4BC4-86AB-48806287E7DB}" presName="LevelTwoTextNode" presStyleLbl="node3" presStyleIdx="0" presStyleCnt="2" custScaleY="21737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99EFA2A-9973-4D1C-B4C8-5CD836710F74}" type="pres">
      <dgm:prSet presAssocID="{88897D4F-6E7C-4BC4-86AB-48806287E7DB}" presName="level3hierChild" presStyleCnt="0"/>
      <dgm:spPr/>
    </dgm:pt>
    <dgm:pt modelId="{0CE0C91A-E9AE-482E-99B5-F9EF842E6969}" type="pres">
      <dgm:prSet presAssocID="{F6596863-4BC5-4A9F-9CE1-08E5FF59E4B7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16123297-CC4C-436F-8E71-909F3E5C4E20}" type="pres">
      <dgm:prSet presAssocID="{F6596863-4BC5-4A9F-9CE1-08E5FF59E4B7}" presName="connTx" presStyleLbl="parChTrans1D2" presStyleIdx="1" presStyleCnt="2"/>
      <dgm:spPr/>
      <dgm:t>
        <a:bodyPr/>
        <a:lstStyle/>
        <a:p>
          <a:endParaRPr lang="en-US"/>
        </a:p>
      </dgm:t>
    </dgm:pt>
    <dgm:pt modelId="{082DE3FA-587D-470F-99B6-FB225D8BF2D3}" type="pres">
      <dgm:prSet presAssocID="{F350BDB7-7687-44A6-92A0-7C63FB450861}" presName="root2" presStyleCnt="0"/>
      <dgm:spPr/>
    </dgm:pt>
    <dgm:pt modelId="{F975EE47-3158-49FF-A784-D31F990572F3}" type="pres">
      <dgm:prSet presAssocID="{F350BDB7-7687-44A6-92A0-7C63FB450861}" presName="LevelTwoTextNode" presStyleLbl="node2" presStyleIdx="1" presStyleCnt="2" custScaleY="19027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F17AAD0-CD43-43F3-AFDF-94CB6E4EB48B}" type="pres">
      <dgm:prSet presAssocID="{F350BDB7-7687-44A6-92A0-7C63FB450861}" presName="level3hierChild" presStyleCnt="0"/>
      <dgm:spPr/>
    </dgm:pt>
    <dgm:pt modelId="{D1BCC7D8-9070-40EB-B1EE-A0A6C4ACCCFD}" type="pres">
      <dgm:prSet presAssocID="{7DDF56CD-B683-4671-88BE-A8061A3DBB49}" presName="conn2-1" presStyleLbl="parChTrans1D3" presStyleIdx="1" presStyleCnt="2"/>
      <dgm:spPr/>
      <dgm:t>
        <a:bodyPr/>
        <a:lstStyle/>
        <a:p>
          <a:endParaRPr lang="en-US"/>
        </a:p>
      </dgm:t>
    </dgm:pt>
    <dgm:pt modelId="{03ADCA6F-4279-4CEF-A336-8CF50AB80BBB}" type="pres">
      <dgm:prSet presAssocID="{7DDF56CD-B683-4671-88BE-A8061A3DBB49}" presName="connTx" presStyleLbl="parChTrans1D3" presStyleIdx="1" presStyleCnt="2"/>
      <dgm:spPr/>
      <dgm:t>
        <a:bodyPr/>
        <a:lstStyle/>
        <a:p>
          <a:endParaRPr lang="en-US"/>
        </a:p>
      </dgm:t>
    </dgm:pt>
    <dgm:pt modelId="{1689FA57-DDD1-4822-9D2F-F24D95332756}" type="pres">
      <dgm:prSet presAssocID="{624494C5-9F78-403D-BA4D-2F5A00DEC46E}" presName="root2" presStyleCnt="0"/>
      <dgm:spPr/>
    </dgm:pt>
    <dgm:pt modelId="{3588C52A-E3AE-45A1-A8BF-BA5818000683}" type="pres">
      <dgm:prSet presAssocID="{624494C5-9F78-403D-BA4D-2F5A00DEC46E}" presName="LevelTwoTextNode" presStyleLbl="node3" presStyleIdx="1" presStyleCnt="2" custScaleX="102745" custScaleY="23193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A6336EA-0FF9-4363-8C61-9395DE6095B1}" type="pres">
      <dgm:prSet presAssocID="{624494C5-9F78-403D-BA4D-2F5A00DEC46E}" presName="level3hierChild" presStyleCnt="0"/>
      <dgm:spPr/>
    </dgm:pt>
  </dgm:ptLst>
  <dgm:cxnLst>
    <dgm:cxn modelId="{44B1647B-50DD-4833-821B-59931F1143F1}" type="presOf" srcId="{88897D4F-6E7C-4BC4-86AB-48806287E7DB}" destId="{E798200E-7CFC-4F32-82D4-725016E5F6D3}" srcOrd="0" destOrd="0" presId="urn:microsoft.com/office/officeart/2008/layout/HorizontalMultiLevelHierarchy"/>
    <dgm:cxn modelId="{20BB72A8-14B3-47F1-9175-4823B1DBEEBD}" srcId="{5FAEDCF3-9D21-4441-8392-49C5D3549263}" destId="{F350BDB7-7687-44A6-92A0-7C63FB450861}" srcOrd="1" destOrd="0" parTransId="{F6596863-4BC5-4A9F-9CE1-08E5FF59E4B7}" sibTransId="{1144A38E-D7FC-4FFF-B90D-B4938BC9E0B7}"/>
    <dgm:cxn modelId="{0133457C-1B72-4F23-9C79-337CD88E8706}" type="presOf" srcId="{F6596863-4BC5-4A9F-9CE1-08E5FF59E4B7}" destId="{16123297-CC4C-436F-8E71-909F3E5C4E20}" srcOrd="1" destOrd="0" presId="urn:microsoft.com/office/officeart/2008/layout/HorizontalMultiLevelHierarchy"/>
    <dgm:cxn modelId="{9B9EBB84-E12A-4C74-82D8-8B42533EF992}" type="presOf" srcId="{EFC0FCE0-72C6-4553-8F1B-E84428B2DCF1}" destId="{CF241E8F-7DD9-4AD3-BDD3-B1C1721474E3}" srcOrd="1" destOrd="0" presId="urn:microsoft.com/office/officeart/2008/layout/HorizontalMultiLevelHierarchy"/>
    <dgm:cxn modelId="{D69539D1-4B3F-4F01-A33B-F3D6CDC8218D}" srcId="{BDCBD96C-E61C-4522-A901-99F56B7389FB}" destId="{88897D4F-6E7C-4BC4-86AB-48806287E7DB}" srcOrd="0" destOrd="0" parTransId="{EFC0FCE0-72C6-4553-8F1B-E84428B2DCF1}" sibTransId="{689B6C98-2145-4A88-8125-FD58C73D960C}"/>
    <dgm:cxn modelId="{9C1054CA-ED18-4380-AC14-E4E6472E1831}" type="presOf" srcId="{BDCBD96C-E61C-4522-A901-99F56B7389FB}" destId="{AE8DD5B6-44ED-4C12-98D9-D27B08C1887A}" srcOrd="0" destOrd="0" presId="urn:microsoft.com/office/officeart/2008/layout/HorizontalMultiLevelHierarchy"/>
    <dgm:cxn modelId="{FB7C9B1C-2B62-4273-B6BA-14E11B35CFC4}" type="presOf" srcId="{624494C5-9F78-403D-BA4D-2F5A00DEC46E}" destId="{3588C52A-E3AE-45A1-A8BF-BA5818000683}" srcOrd="0" destOrd="0" presId="urn:microsoft.com/office/officeart/2008/layout/HorizontalMultiLevelHierarchy"/>
    <dgm:cxn modelId="{43790CDA-7791-414C-817A-06D9D360A0F8}" srcId="{03F9C535-8E4D-40B9-AF65-E7E41171F196}" destId="{5FAEDCF3-9D21-4441-8392-49C5D3549263}" srcOrd="0" destOrd="0" parTransId="{D77C6965-E500-44E6-9490-881B3975CCB4}" sibTransId="{E5760CC7-D4F6-46F2-B106-C8B7FAE610F3}"/>
    <dgm:cxn modelId="{A88634F6-780A-42BB-8B1E-BACE8D078D78}" srcId="{5FAEDCF3-9D21-4441-8392-49C5D3549263}" destId="{BDCBD96C-E61C-4522-A901-99F56B7389FB}" srcOrd="0" destOrd="0" parTransId="{363A17AE-9034-4131-921C-CDE68483C9C8}" sibTransId="{4BA75555-09CE-4073-9383-CFB513232D3F}"/>
    <dgm:cxn modelId="{9D336C2E-0899-466A-B045-BF94C794C1A7}" type="presOf" srcId="{5FAEDCF3-9D21-4441-8392-49C5D3549263}" destId="{1AC21E4C-45BC-4117-B8D9-3C990B47D9C9}" srcOrd="0" destOrd="0" presId="urn:microsoft.com/office/officeart/2008/layout/HorizontalMultiLevelHierarchy"/>
    <dgm:cxn modelId="{05D9DE9E-BE49-42A6-B81D-E31451E67A40}" type="presOf" srcId="{363A17AE-9034-4131-921C-CDE68483C9C8}" destId="{283E456D-457B-40F3-BE99-A538623D141E}" srcOrd="1" destOrd="0" presId="urn:microsoft.com/office/officeart/2008/layout/HorizontalMultiLevelHierarchy"/>
    <dgm:cxn modelId="{9CE25BD5-4352-4E4A-A4AC-991F502DAADF}" type="presOf" srcId="{F6596863-4BC5-4A9F-9CE1-08E5FF59E4B7}" destId="{0CE0C91A-E9AE-482E-99B5-F9EF842E6969}" srcOrd="0" destOrd="0" presId="urn:microsoft.com/office/officeart/2008/layout/HorizontalMultiLevelHierarchy"/>
    <dgm:cxn modelId="{D8B14D2F-1114-482C-9AAF-BBE9D3976A33}" type="presOf" srcId="{03F9C535-8E4D-40B9-AF65-E7E41171F196}" destId="{7EF47837-B800-4CE3-BC4F-756F146645D8}" srcOrd="0" destOrd="0" presId="urn:microsoft.com/office/officeart/2008/layout/HorizontalMultiLevelHierarchy"/>
    <dgm:cxn modelId="{00F49B10-FFD1-4455-BA07-F43973C0508C}" type="presOf" srcId="{7DDF56CD-B683-4671-88BE-A8061A3DBB49}" destId="{D1BCC7D8-9070-40EB-B1EE-A0A6C4ACCCFD}" srcOrd="0" destOrd="0" presId="urn:microsoft.com/office/officeart/2008/layout/HorizontalMultiLevelHierarchy"/>
    <dgm:cxn modelId="{5AB6A692-2A5C-45BF-9825-D8628156C741}" type="presOf" srcId="{363A17AE-9034-4131-921C-CDE68483C9C8}" destId="{91E87075-D5D9-4CF6-B29C-1C1E60DCEA1F}" srcOrd="0" destOrd="0" presId="urn:microsoft.com/office/officeart/2008/layout/HorizontalMultiLevelHierarchy"/>
    <dgm:cxn modelId="{56D4825F-22B6-43E3-9DE6-91A8F0F101EB}" type="presOf" srcId="{F350BDB7-7687-44A6-92A0-7C63FB450861}" destId="{F975EE47-3158-49FF-A784-D31F990572F3}" srcOrd="0" destOrd="0" presId="urn:microsoft.com/office/officeart/2008/layout/HorizontalMultiLevelHierarchy"/>
    <dgm:cxn modelId="{56C2A643-76E3-441A-91FB-C0293FA42A12}" type="presOf" srcId="{EFC0FCE0-72C6-4553-8F1B-E84428B2DCF1}" destId="{4C0DCCA1-6BA7-4232-A4E4-1B71D7B80CB1}" srcOrd="0" destOrd="0" presId="urn:microsoft.com/office/officeart/2008/layout/HorizontalMultiLevelHierarchy"/>
    <dgm:cxn modelId="{261A258E-BEFC-4B91-A21E-156DD96B3EB1}" srcId="{F350BDB7-7687-44A6-92A0-7C63FB450861}" destId="{624494C5-9F78-403D-BA4D-2F5A00DEC46E}" srcOrd="0" destOrd="0" parTransId="{7DDF56CD-B683-4671-88BE-A8061A3DBB49}" sibTransId="{E04682CA-6CF4-44CE-ACFE-8BCEC0E3F10B}"/>
    <dgm:cxn modelId="{370B1E42-DCCA-40F5-B8C0-57C309C71EB4}" type="presOf" srcId="{7DDF56CD-B683-4671-88BE-A8061A3DBB49}" destId="{03ADCA6F-4279-4CEF-A336-8CF50AB80BBB}" srcOrd="1" destOrd="0" presId="urn:microsoft.com/office/officeart/2008/layout/HorizontalMultiLevelHierarchy"/>
    <dgm:cxn modelId="{82D7C535-1DA1-4C5D-96ED-9325B8B1B67D}" type="presParOf" srcId="{7EF47837-B800-4CE3-BC4F-756F146645D8}" destId="{3C1E2380-58BB-424B-8761-4E7A7989F7DA}" srcOrd="0" destOrd="0" presId="urn:microsoft.com/office/officeart/2008/layout/HorizontalMultiLevelHierarchy"/>
    <dgm:cxn modelId="{2D721CEE-3607-40FD-8BAB-48B745DAF1E4}" type="presParOf" srcId="{3C1E2380-58BB-424B-8761-4E7A7989F7DA}" destId="{1AC21E4C-45BC-4117-B8D9-3C990B47D9C9}" srcOrd="0" destOrd="0" presId="urn:microsoft.com/office/officeart/2008/layout/HorizontalMultiLevelHierarchy"/>
    <dgm:cxn modelId="{52C0D0A8-468C-4CFB-8B18-AACA39877EAC}" type="presParOf" srcId="{3C1E2380-58BB-424B-8761-4E7A7989F7DA}" destId="{0B4EE3AD-B77D-4F08-8540-B866BCEC3D35}" srcOrd="1" destOrd="0" presId="urn:microsoft.com/office/officeart/2008/layout/HorizontalMultiLevelHierarchy"/>
    <dgm:cxn modelId="{C3D0889B-3251-4C7C-B78C-D28910F4C494}" type="presParOf" srcId="{0B4EE3AD-B77D-4F08-8540-B866BCEC3D35}" destId="{91E87075-D5D9-4CF6-B29C-1C1E60DCEA1F}" srcOrd="0" destOrd="0" presId="urn:microsoft.com/office/officeart/2008/layout/HorizontalMultiLevelHierarchy"/>
    <dgm:cxn modelId="{697F58A7-0DE8-413E-83CE-81BFC2D4B153}" type="presParOf" srcId="{91E87075-D5D9-4CF6-B29C-1C1E60DCEA1F}" destId="{283E456D-457B-40F3-BE99-A538623D141E}" srcOrd="0" destOrd="0" presId="urn:microsoft.com/office/officeart/2008/layout/HorizontalMultiLevelHierarchy"/>
    <dgm:cxn modelId="{EC5D0246-ADF2-4DB1-A735-3498F41673DE}" type="presParOf" srcId="{0B4EE3AD-B77D-4F08-8540-B866BCEC3D35}" destId="{740CCA13-DE03-41CF-8B42-5840C04C1574}" srcOrd="1" destOrd="0" presId="urn:microsoft.com/office/officeart/2008/layout/HorizontalMultiLevelHierarchy"/>
    <dgm:cxn modelId="{2FBAD27A-B50B-4672-8F7F-7F6EAB2D1806}" type="presParOf" srcId="{740CCA13-DE03-41CF-8B42-5840C04C1574}" destId="{AE8DD5B6-44ED-4C12-98D9-D27B08C1887A}" srcOrd="0" destOrd="0" presId="urn:microsoft.com/office/officeart/2008/layout/HorizontalMultiLevelHierarchy"/>
    <dgm:cxn modelId="{8397CC2A-0E55-4DFE-AE54-347B56D4C503}" type="presParOf" srcId="{740CCA13-DE03-41CF-8B42-5840C04C1574}" destId="{E8721D6D-D603-4E11-960E-BC40E29768F6}" srcOrd="1" destOrd="0" presId="urn:microsoft.com/office/officeart/2008/layout/HorizontalMultiLevelHierarchy"/>
    <dgm:cxn modelId="{340665F0-3169-45F3-90F1-3DB5A6DA7B03}" type="presParOf" srcId="{E8721D6D-D603-4E11-960E-BC40E29768F6}" destId="{4C0DCCA1-6BA7-4232-A4E4-1B71D7B80CB1}" srcOrd="0" destOrd="0" presId="urn:microsoft.com/office/officeart/2008/layout/HorizontalMultiLevelHierarchy"/>
    <dgm:cxn modelId="{4D216DA8-4E31-4023-A5B5-61F345E89C34}" type="presParOf" srcId="{4C0DCCA1-6BA7-4232-A4E4-1B71D7B80CB1}" destId="{CF241E8F-7DD9-4AD3-BDD3-B1C1721474E3}" srcOrd="0" destOrd="0" presId="urn:microsoft.com/office/officeart/2008/layout/HorizontalMultiLevelHierarchy"/>
    <dgm:cxn modelId="{380FCBB0-38F8-4FE9-8CC5-BDC0D264A939}" type="presParOf" srcId="{E8721D6D-D603-4E11-960E-BC40E29768F6}" destId="{E0DB1545-0449-4E6D-B28D-43C31CCE4985}" srcOrd="1" destOrd="0" presId="urn:microsoft.com/office/officeart/2008/layout/HorizontalMultiLevelHierarchy"/>
    <dgm:cxn modelId="{4BDC9CB4-F62E-4EDB-B474-C27A7CF61DEF}" type="presParOf" srcId="{E0DB1545-0449-4E6D-B28D-43C31CCE4985}" destId="{E798200E-7CFC-4F32-82D4-725016E5F6D3}" srcOrd="0" destOrd="0" presId="urn:microsoft.com/office/officeart/2008/layout/HorizontalMultiLevelHierarchy"/>
    <dgm:cxn modelId="{EA2946A0-4D6D-4A02-BE82-F015D54CE6B0}" type="presParOf" srcId="{E0DB1545-0449-4E6D-B28D-43C31CCE4985}" destId="{199EFA2A-9973-4D1C-B4C8-5CD836710F74}" srcOrd="1" destOrd="0" presId="urn:microsoft.com/office/officeart/2008/layout/HorizontalMultiLevelHierarchy"/>
    <dgm:cxn modelId="{74072B89-E7C8-4DEB-A69C-470B56D778DF}" type="presParOf" srcId="{0B4EE3AD-B77D-4F08-8540-B866BCEC3D35}" destId="{0CE0C91A-E9AE-482E-99B5-F9EF842E6969}" srcOrd="2" destOrd="0" presId="urn:microsoft.com/office/officeart/2008/layout/HorizontalMultiLevelHierarchy"/>
    <dgm:cxn modelId="{DD6E844D-C0A2-484B-8476-06694FAA10C7}" type="presParOf" srcId="{0CE0C91A-E9AE-482E-99B5-F9EF842E6969}" destId="{16123297-CC4C-436F-8E71-909F3E5C4E20}" srcOrd="0" destOrd="0" presId="urn:microsoft.com/office/officeart/2008/layout/HorizontalMultiLevelHierarchy"/>
    <dgm:cxn modelId="{E5FA592B-F523-4572-8DD4-E864FCDA8770}" type="presParOf" srcId="{0B4EE3AD-B77D-4F08-8540-B866BCEC3D35}" destId="{082DE3FA-587D-470F-99B6-FB225D8BF2D3}" srcOrd="3" destOrd="0" presId="urn:microsoft.com/office/officeart/2008/layout/HorizontalMultiLevelHierarchy"/>
    <dgm:cxn modelId="{0540A900-81CD-4332-8518-F909B0124AF7}" type="presParOf" srcId="{082DE3FA-587D-470F-99B6-FB225D8BF2D3}" destId="{F975EE47-3158-49FF-A784-D31F990572F3}" srcOrd="0" destOrd="0" presId="urn:microsoft.com/office/officeart/2008/layout/HorizontalMultiLevelHierarchy"/>
    <dgm:cxn modelId="{810C17FD-1505-45BA-9FFA-1386C0449272}" type="presParOf" srcId="{082DE3FA-587D-470F-99B6-FB225D8BF2D3}" destId="{FF17AAD0-CD43-43F3-AFDF-94CB6E4EB48B}" srcOrd="1" destOrd="0" presId="urn:microsoft.com/office/officeart/2008/layout/HorizontalMultiLevelHierarchy"/>
    <dgm:cxn modelId="{B80C856C-4407-451A-86F5-B132027F375F}" type="presParOf" srcId="{FF17AAD0-CD43-43F3-AFDF-94CB6E4EB48B}" destId="{D1BCC7D8-9070-40EB-B1EE-A0A6C4ACCCFD}" srcOrd="0" destOrd="0" presId="urn:microsoft.com/office/officeart/2008/layout/HorizontalMultiLevelHierarchy"/>
    <dgm:cxn modelId="{EB0B6691-5ADD-458C-B119-52C47FE7D984}" type="presParOf" srcId="{D1BCC7D8-9070-40EB-B1EE-A0A6C4ACCCFD}" destId="{03ADCA6F-4279-4CEF-A336-8CF50AB80BBB}" srcOrd="0" destOrd="0" presId="urn:microsoft.com/office/officeart/2008/layout/HorizontalMultiLevelHierarchy"/>
    <dgm:cxn modelId="{8944A6D6-7AD1-4D10-90C8-814CD74BB69D}" type="presParOf" srcId="{FF17AAD0-CD43-43F3-AFDF-94CB6E4EB48B}" destId="{1689FA57-DDD1-4822-9D2F-F24D95332756}" srcOrd="1" destOrd="0" presId="urn:microsoft.com/office/officeart/2008/layout/HorizontalMultiLevelHierarchy"/>
    <dgm:cxn modelId="{C0C68430-C9E2-4E9A-A23A-8137214ED8F2}" type="presParOf" srcId="{1689FA57-DDD1-4822-9D2F-F24D95332756}" destId="{3588C52A-E3AE-45A1-A8BF-BA5818000683}" srcOrd="0" destOrd="0" presId="urn:microsoft.com/office/officeart/2008/layout/HorizontalMultiLevelHierarchy"/>
    <dgm:cxn modelId="{9489D6B8-BDD7-401C-B510-7B54DEFC364A}" type="presParOf" srcId="{1689FA57-DDD1-4822-9D2F-F24D95332756}" destId="{5A6336EA-0FF9-4363-8C61-9395DE6095B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3F9C535-8E4D-40B9-AF65-E7E41171F19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FAEDCF3-9D21-4441-8392-49C5D3549263}">
      <dgm:prSet phldrT="[Text]"/>
      <dgm:spPr/>
      <dgm:t>
        <a:bodyPr/>
        <a:lstStyle/>
        <a:p>
          <a:r>
            <a:rPr lang="en-US" dirty="0" smtClean="0"/>
            <a:t>PILLAR  3: Digital Government</a:t>
          </a:r>
          <a:endParaRPr lang="en-GB" dirty="0"/>
        </a:p>
      </dgm:t>
    </dgm:pt>
    <dgm:pt modelId="{D77C6965-E500-44E6-9490-881B3975CCB4}" type="parTrans" cxnId="{43790CDA-7791-414C-817A-06D9D360A0F8}">
      <dgm:prSet/>
      <dgm:spPr/>
      <dgm:t>
        <a:bodyPr/>
        <a:lstStyle/>
        <a:p>
          <a:endParaRPr lang="en-GB"/>
        </a:p>
      </dgm:t>
    </dgm:pt>
    <dgm:pt modelId="{E5760CC7-D4F6-46F2-B106-C8B7FAE610F3}" type="sibTrans" cxnId="{43790CDA-7791-414C-817A-06D9D360A0F8}">
      <dgm:prSet/>
      <dgm:spPr/>
      <dgm:t>
        <a:bodyPr/>
        <a:lstStyle/>
        <a:p>
          <a:endParaRPr lang="en-GB"/>
        </a:p>
      </dgm:t>
    </dgm:pt>
    <dgm:pt modelId="{F350BDB7-7687-44A6-92A0-7C63FB450861}">
      <dgm:prSet phldrT="[Text]"/>
      <dgm:spPr/>
      <dgm:t>
        <a:bodyPr/>
        <a:lstStyle/>
        <a:p>
          <a:r>
            <a:rPr lang="en-US" b="1" dirty="0" smtClean="0"/>
            <a:t>SO2: </a:t>
          </a:r>
          <a:r>
            <a:rPr lang="en-GB" b="1" dirty="0" smtClean="0">
              <a:latin typeface="Century Gothic" panose="020B0502020202020204" pitchFamily="34" charset="0"/>
            </a:rPr>
            <a:t>Digital Public </a:t>
          </a:r>
          <a:r>
            <a:rPr lang="en-GB" b="1" dirty="0" smtClean="0">
              <a:latin typeface="Century Gothic" panose="020B0502020202020204" pitchFamily="34" charset="0"/>
            </a:rPr>
            <a:t>Services</a:t>
          </a:r>
          <a:endParaRPr lang="en-GB" dirty="0"/>
        </a:p>
      </dgm:t>
    </dgm:pt>
    <dgm:pt modelId="{F6596863-4BC5-4A9F-9CE1-08E5FF59E4B7}" type="parTrans" cxnId="{20BB72A8-14B3-47F1-9175-4823B1DBEEBD}">
      <dgm:prSet/>
      <dgm:spPr/>
      <dgm:t>
        <a:bodyPr/>
        <a:lstStyle/>
        <a:p>
          <a:endParaRPr lang="en-GB"/>
        </a:p>
      </dgm:t>
    </dgm:pt>
    <dgm:pt modelId="{1144A38E-D7FC-4FFF-B90D-B4938BC9E0B7}" type="sibTrans" cxnId="{20BB72A8-14B3-47F1-9175-4823B1DBEEBD}">
      <dgm:prSet/>
      <dgm:spPr/>
      <dgm:t>
        <a:bodyPr/>
        <a:lstStyle/>
        <a:p>
          <a:endParaRPr lang="en-GB"/>
        </a:p>
      </dgm:t>
    </dgm:pt>
    <dgm:pt modelId="{624494C5-9F78-403D-BA4D-2F5A00DEC46E}">
      <dgm:prSet phldrT="[Text]" custT="1"/>
      <dgm:spPr/>
      <dgm:t>
        <a:bodyPr/>
        <a:lstStyle/>
        <a:p>
          <a:r>
            <a:rPr lang="en-GB" sz="1200" b="1" dirty="0" smtClean="0"/>
            <a:t>DO: </a:t>
          </a:r>
          <a:r>
            <a:rPr lang="en-GB" sz="1200" dirty="0" smtClean="0">
              <a:latin typeface="Century Gothic" panose="020B0502020202020204" pitchFamily="34" charset="0"/>
            </a:rPr>
            <a:t>Increased</a:t>
          </a:r>
          <a:r>
            <a:rPr lang="en-GB" sz="1200" b="1" u="sng" dirty="0" smtClean="0"/>
            <a:t> </a:t>
          </a:r>
          <a:r>
            <a:rPr lang="en-GB" sz="1200" dirty="0" smtClean="0">
              <a:latin typeface="Century Gothic" panose="020B0502020202020204" pitchFamily="34" charset="0"/>
            </a:rPr>
            <a:t>government data sharing to allow for improved accessibility and efficiency of public services through a single gateway portal for digital public services.</a:t>
          </a:r>
          <a:endParaRPr lang="en-GB" sz="1200" b="1" dirty="0"/>
        </a:p>
      </dgm:t>
    </dgm:pt>
    <dgm:pt modelId="{7DDF56CD-B683-4671-88BE-A8061A3DBB49}" type="parTrans" cxnId="{261A258E-BEFC-4B91-A21E-156DD96B3EB1}">
      <dgm:prSet/>
      <dgm:spPr/>
      <dgm:t>
        <a:bodyPr/>
        <a:lstStyle/>
        <a:p>
          <a:endParaRPr lang="en-GB"/>
        </a:p>
      </dgm:t>
    </dgm:pt>
    <dgm:pt modelId="{E04682CA-6CF4-44CE-ACFE-8BCEC0E3F10B}" type="sibTrans" cxnId="{261A258E-BEFC-4B91-A21E-156DD96B3EB1}">
      <dgm:prSet/>
      <dgm:spPr/>
      <dgm:t>
        <a:bodyPr/>
        <a:lstStyle/>
        <a:p>
          <a:endParaRPr lang="en-GB"/>
        </a:p>
      </dgm:t>
    </dgm:pt>
    <dgm:pt modelId="{BDCBD96C-E61C-4522-A901-99F56B7389FB}">
      <dgm:prSet phldrT="[Text]"/>
      <dgm:spPr/>
      <dgm:t>
        <a:bodyPr/>
        <a:lstStyle/>
        <a:p>
          <a:r>
            <a:rPr lang="en-US" b="1" dirty="0" smtClean="0"/>
            <a:t>SO1: </a:t>
          </a:r>
          <a:r>
            <a:rPr lang="en-GB" b="1" dirty="0" smtClean="0">
              <a:latin typeface="Century Gothic" panose="020B0502020202020204" pitchFamily="34" charset="0"/>
            </a:rPr>
            <a:t>Digital Identity</a:t>
          </a:r>
          <a:endParaRPr lang="en-GB" b="1" dirty="0"/>
        </a:p>
      </dgm:t>
    </dgm:pt>
    <dgm:pt modelId="{363A17AE-9034-4131-921C-CDE68483C9C8}" type="parTrans" cxnId="{A88634F6-780A-42BB-8B1E-BACE8D078D78}">
      <dgm:prSet/>
      <dgm:spPr/>
      <dgm:t>
        <a:bodyPr/>
        <a:lstStyle/>
        <a:p>
          <a:endParaRPr lang="en-GB"/>
        </a:p>
      </dgm:t>
    </dgm:pt>
    <dgm:pt modelId="{4BA75555-09CE-4073-9383-CFB513232D3F}" type="sibTrans" cxnId="{A88634F6-780A-42BB-8B1E-BACE8D078D78}">
      <dgm:prSet/>
      <dgm:spPr/>
      <dgm:t>
        <a:bodyPr/>
        <a:lstStyle/>
        <a:p>
          <a:endParaRPr lang="en-GB"/>
        </a:p>
      </dgm:t>
    </dgm:pt>
    <dgm:pt modelId="{88897D4F-6E7C-4BC4-86AB-48806287E7DB}">
      <dgm:prSet phldrT="[Text]" custT="1"/>
      <dgm:spPr/>
      <dgm:t>
        <a:bodyPr/>
        <a:lstStyle/>
        <a:p>
          <a:r>
            <a:rPr lang="en-GB" sz="1200" b="1" dirty="0" smtClean="0">
              <a:latin typeface="Century Gothic" panose="020B0502020202020204" pitchFamily="34" charset="0"/>
            </a:rPr>
            <a:t>DO: </a:t>
          </a:r>
          <a:r>
            <a:rPr lang="en-GB" sz="1200" dirty="0" smtClean="0">
              <a:latin typeface="Century Gothic" panose="020B0502020202020204" pitchFamily="34" charset="0"/>
            </a:rPr>
            <a:t>Empower Namibians with a unique digital ID which will form the core requirement to access digital public services.</a:t>
          </a:r>
          <a:endParaRPr lang="en-GB" sz="1200" b="1" dirty="0"/>
        </a:p>
      </dgm:t>
    </dgm:pt>
    <dgm:pt modelId="{EFC0FCE0-72C6-4553-8F1B-E84428B2DCF1}" type="parTrans" cxnId="{D69539D1-4B3F-4F01-A33B-F3D6CDC8218D}">
      <dgm:prSet/>
      <dgm:spPr/>
      <dgm:t>
        <a:bodyPr/>
        <a:lstStyle/>
        <a:p>
          <a:endParaRPr lang="en-GB"/>
        </a:p>
      </dgm:t>
    </dgm:pt>
    <dgm:pt modelId="{689B6C98-2145-4A88-8125-FD58C73D960C}" type="sibTrans" cxnId="{D69539D1-4B3F-4F01-A33B-F3D6CDC8218D}">
      <dgm:prSet/>
      <dgm:spPr/>
      <dgm:t>
        <a:bodyPr/>
        <a:lstStyle/>
        <a:p>
          <a:endParaRPr lang="en-GB"/>
        </a:p>
      </dgm:t>
    </dgm:pt>
    <dgm:pt modelId="{7EF47837-B800-4CE3-BC4F-756F146645D8}" type="pres">
      <dgm:prSet presAssocID="{03F9C535-8E4D-40B9-AF65-E7E41171F19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C1E2380-58BB-424B-8761-4E7A7989F7DA}" type="pres">
      <dgm:prSet presAssocID="{5FAEDCF3-9D21-4441-8392-49C5D3549263}" presName="root1" presStyleCnt="0"/>
      <dgm:spPr/>
    </dgm:pt>
    <dgm:pt modelId="{1AC21E4C-45BC-4117-B8D9-3C990B47D9C9}" type="pres">
      <dgm:prSet presAssocID="{5FAEDCF3-9D21-4441-8392-49C5D354926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B4EE3AD-B77D-4F08-8540-B866BCEC3D35}" type="pres">
      <dgm:prSet presAssocID="{5FAEDCF3-9D21-4441-8392-49C5D3549263}" presName="level2hierChild" presStyleCnt="0"/>
      <dgm:spPr/>
    </dgm:pt>
    <dgm:pt modelId="{91E87075-D5D9-4CF6-B29C-1C1E60DCEA1F}" type="pres">
      <dgm:prSet presAssocID="{363A17AE-9034-4131-921C-CDE68483C9C8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283E456D-457B-40F3-BE99-A538623D141E}" type="pres">
      <dgm:prSet presAssocID="{363A17AE-9034-4131-921C-CDE68483C9C8}" presName="connTx" presStyleLbl="parChTrans1D2" presStyleIdx="0" presStyleCnt="2"/>
      <dgm:spPr/>
      <dgm:t>
        <a:bodyPr/>
        <a:lstStyle/>
        <a:p>
          <a:endParaRPr lang="en-US"/>
        </a:p>
      </dgm:t>
    </dgm:pt>
    <dgm:pt modelId="{740CCA13-DE03-41CF-8B42-5840C04C1574}" type="pres">
      <dgm:prSet presAssocID="{BDCBD96C-E61C-4522-A901-99F56B7389FB}" presName="root2" presStyleCnt="0"/>
      <dgm:spPr/>
    </dgm:pt>
    <dgm:pt modelId="{AE8DD5B6-44ED-4C12-98D9-D27B08C1887A}" type="pres">
      <dgm:prSet presAssocID="{BDCBD96C-E61C-4522-A901-99F56B7389FB}" presName="LevelTwoTextNode" presStyleLbl="node2" presStyleIdx="0" presStyleCnt="2" custScaleY="20561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8721D6D-D603-4E11-960E-BC40E29768F6}" type="pres">
      <dgm:prSet presAssocID="{BDCBD96C-E61C-4522-A901-99F56B7389FB}" presName="level3hierChild" presStyleCnt="0"/>
      <dgm:spPr/>
    </dgm:pt>
    <dgm:pt modelId="{4C0DCCA1-6BA7-4232-A4E4-1B71D7B80CB1}" type="pres">
      <dgm:prSet presAssocID="{EFC0FCE0-72C6-4553-8F1B-E84428B2DCF1}" presName="conn2-1" presStyleLbl="parChTrans1D3" presStyleIdx="0" presStyleCnt="2"/>
      <dgm:spPr/>
      <dgm:t>
        <a:bodyPr/>
        <a:lstStyle/>
        <a:p>
          <a:endParaRPr lang="en-US"/>
        </a:p>
      </dgm:t>
    </dgm:pt>
    <dgm:pt modelId="{CF241E8F-7DD9-4AD3-BDD3-B1C1721474E3}" type="pres">
      <dgm:prSet presAssocID="{EFC0FCE0-72C6-4553-8F1B-E84428B2DCF1}" presName="connTx" presStyleLbl="parChTrans1D3" presStyleIdx="0" presStyleCnt="2"/>
      <dgm:spPr/>
      <dgm:t>
        <a:bodyPr/>
        <a:lstStyle/>
        <a:p>
          <a:endParaRPr lang="en-US"/>
        </a:p>
      </dgm:t>
    </dgm:pt>
    <dgm:pt modelId="{E0DB1545-0449-4E6D-B28D-43C31CCE4985}" type="pres">
      <dgm:prSet presAssocID="{88897D4F-6E7C-4BC4-86AB-48806287E7DB}" presName="root2" presStyleCnt="0"/>
      <dgm:spPr/>
    </dgm:pt>
    <dgm:pt modelId="{E798200E-7CFC-4F32-82D4-725016E5F6D3}" type="pres">
      <dgm:prSet presAssocID="{88897D4F-6E7C-4BC4-86AB-48806287E7DB}" presName="LevelTwoTextNode" presStyleLbl="node3" presStyleIdx="0" presStyleCnt="2" custScaleY="21737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99EFA2A-9973-4D1C-B4C8-5CD836710F74}" type="pres">
      <dgm:prSet presAssocID="{88897D4F-6E7C-4BC4-86AB-48806287E7DB}" presName="level3hierChild" presStyleCnt="0"/>
      <dgm:spPr/>
    </dgm:pt>
    <dgm:pt modelId="{0CE0C91A-E9AE-482E-99B5-F9EF842E6969}" type="pres">
      <dgm:prSet presAssocID="{F6596863-4BC5-4A9F-9CE1-08E5FF59E4B7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16123297-CC4C-436F-8E71-909F3E5C4E20}" type="pres">
      <dgm:prSet presAssocID="{F6596863-4BC5-4A9F-9CE1-08E5FF59E4B7}" presName="connTx" presStyleLbl="parChTrans1D2" presStyleIdx="1" presStyleCnt="2"/>
      <dgm:spPr/>
      <dgm:t>
        <a:bodyPr/>
        <a:lstStyle/>
        <a:p>
          <a:endParaRPr lang="en-US"/>
        </a:p>
      </dgm:t>
    </dgm:pt>
    <dgm:pt modelId="{082DE3FA-587D-470F-99B6-FB225D8BF2D3}" type="pres">
      <dgm:prSet presAssocID="{F350BDB7-7687-44A6-92A0-7C63FB450861}" presName="root2" presStyleCnt="0"/>
      <dgm:spPr/>
    </dgm:pt>
    <dgm:pt modelId="{F975EE47-3158-49FF-A784-D31F990572F3}" type="pres">
      <dgm:prSet presAssocID="{F350BDB7-7687-44A6-92A0-7C63FB450861}" presName="LevelTwoTextNode" presStyleLbl="node2" presStyleIdx="1" presStyleCnt="2" custScaleY="19027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F17AAD0-CD43-43F3-AFDF-94CB6E4EB48B}" type="pres">
      <dgm:prSet presAssocID="{F350BDB7-7687-44A6-92A0-7C63FB450861}" presName="level3hierChild" presStyleCnt="0"/>
      <dgm:spPr/>
    </dgm:pt>
    <dgm:pt modelId="{D1BCC7D8-9070-40EB-B1EE-A0A6C4ACCCFD}" type="pres">
      <dgm:prSet presAssocID="{7DDF56CD-B683-4671-88BE-A8061A3DBB49}" presName="conn2-1" presStyleLbl="parChTrans1D3" presStyleIdx="1" presStyleCnt="2"/>
      <dgm:spPr/>
      <dgm:t>
        <a:bodyPr/>
        <a:lstStyle/>
        <a:p>
          <a:endParaRPr lang="en-US"/>
        </a:p>
      </dgm:t>
    </dgm:pt>
    <dgm:pt modelId="{03ADCA6F-4279-4CEF-A336-8CF50AB80BBB}" type="pres">
      <dgm:prSet presAssocID="{7DDF56CD-B683-4671-88BE-A8061A3DBB49}" presName="connTx" presStyleLbl="parChTrans1D3" presStyleIdx="1" presStyleCnt="2"/>
      <dgm:spPr/>
      <dgm:t>
        <a:bodyPr/>
        <a:lstStyle/>
        <a:p>
          <a:endParaRPr lang="en-US"/>
        </a:p>
      </dgm:t>
    </dgm:pt>
    <dgm:pt modelId="{1689FA57-DDD1-4822-9D2F-F24D95332756}" type="pres">
      <dgm:prSet presAssocID="{624494C5-9F78-403D-BA4D-2F5A00DEC46E}" presName="root2" presStyleCnt="0"/>
      <dgm:spPr/>
    </dgm:pt>
    <dgm:pt modelId="{3588C52A-E3AE-45A1-A8BF-BA5818000683}" type="pres">
      <dgm:prSet presAssocID="{624494C5-9F78-403D-BA4D-2F5A00DEC46E}" presName="LevelTwoTextNode" presStyleLbl="node3" presStyleIdx="1" presStyleCnt="2" custScaleX="102745" custScaleY="23193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A6336EA-0FF9-4363-8C61-9395DE6095B1}" type="pres">
      <dgm:prSet presAssocID="{624494C5-9F78-403D-BA4D-2F5A00DEC46E}" presName="level3hierChild" presStyleCnt="0"/>
      <dgm:spPr/>
    </dgm:pt>
  </dgm:ptLst>
  <dgm:cxnLst>
    <dgm:cxn modelId="{E0358DD1-9EE1-4A46-89AD-78F025197EAA}" type="presOf" srcId="{EFC0FCE0-72C6-4553-8F1B-E84428B2DCF1}" destId="{CF241E8F-7DD9-4AD3-BDD3-B1C1721474E3}" srcOrd="1" destOrd="0" presId="urn:microsoft.com/office/officeart/2008/layout/HorizontalMultiLevelHierarchy"/>
    <dgm:cxn modelId="{8CFF2E82-DDEF-4F3D-8480-C7C1E4F178E9}" type="presOf" srcId="{BDCBD96C-E61C-4522-A901-99F56B7389FB}" destId="{AE8DD5B6-44ED-4C12-98D9-D27B08C1887A}" srcOrd="0" destOrd="0" presId="urn:microsoft.com/office/officeart/2008/layout/HorizontalMultiLevelHierarchy"/>
    <dgm:cxn modelId="{ED86EAC9-C9AF-4FDF-A136-7B2DAFF23095}" type="presOf" srcId="{EFC0FCE0-72C6-4553-8F1B-E84428B2DCF1}" destId="{4C0DCCA1-6BA7-4232-A4E4-1B71D7B80CB1}" srcOrd="0" destOrd="0" presId="urn:microsoft.com/office/officeart/2008/layout/HorizontalMultiLevelHierarchy"/>
    <dgm:cxn modelId="{A88634F6-780A-42BB-8B1E-BACE8D078D78}" srcId="{5FAEDCF3-9D21-4441-8392-49C5D3549263}" destId="{BDCBD96C-E61C-4522-A901-99F56B7389FB}" srcOrd="0" destOrd="0" parTransId="{363A17AE-9034-4131-921C-CDE68483C9C8}" sibTransId="{4BA75555-09CE-4073-9383-CFB513232D3F}"/>
    <dgm:cxn modelId="{D326EF72-8C2A-4817-9978-44F3B29FFE96}" type="presOf" srcId="{363A17AE-9034-4131-921C-CDE68483C9C8}" destId="{283E456D-457B-40F3-BE99-A538623D141E}" srcOrd="1" destOrd="0" presId="urn:microsoft.com/office/officeart/2008/layout/HorizontalMultiLevelHierarchy"/>
    <dgm:cxn modelId="{F99275F3-CC77-4F64-B912-66DDEC709F27}" type="presOf" srcId="{7DDF56CD-B683-4671-88BE-A8061A3DBB49}" destId="{D1BCC7D8-9070-40EB-B1EE-A0A6C4ACCCFD}" srcOrd="0" destOrd="0" presId="urn:microsoft.com/office/officeart/2008/layout/HorizontalMultiLevelHierarchy"/>
    <dgm:cxn modelId="{D69539D1-4B3F-4F01-A33B-F3D6CDC8218D}" srcId="{BDCBD96C-E61C-4522-A901-99F56B7389FB}" destId="{88897D4F-6E7C-4BC4-86AB-48806287E7DB}" srcOrd="0" destOrd="0" parTransId="{EFC0FCE0-72C6-4553-8F1B-E84428B2DCF1}" sibTransId="{689B6C98-2145-4A88-8125-FD58C73D960C}"/>
    <dgm:cxn modelId="{54A63324-A015-444C-8058-2DCE1F534CCF}" type="presOf" srcId="{624494C5-9F78-403D-BA4D-2F5A00DEC46E}" destId="{3588C52A-E3AE-45A1-A8BF-BA5818000683}" srcOrd="0" destOrd="0" presId="urn:microsoft.com/office/officeart/2008/layout/HorizontalMultiLevelHierarchy"/>
    <dgm:cxn modelId="{20BB72A8-14B3-47F1-9175-4823B1DBEEBD}" srcId="{5FAEDCF3-9D21-4441-8392-49C5D3549263}" destId="{F350BDB7-7687-44A6-92A0-7C63FB450861}" srcOrd="1" destOrd="0" parTransId="{F6596863-4BC5-4A9F-9CE1-08E5FF59E4B7}" sibTransId="{1144A38E-D7FC-4FFF-B90D-B4938BC9E0B7}"/>
    <dgm:cxn modelId="{63DEBF81-64A1-495F-A86D-80BC44FBB801}" type="presOf" srcId="{5FAEDCF3-9D21-4441-8392-49C5D3549263}" destId="{1AC21E4C-45BC-4117-B8D9-3C990B47D9C9}" srcOrd="0" destOrd="0" presId="urn:microsoft.com/office/officeart/2008/layout/HorizontalMultiLevelHierarchy"/>
    <dgm:cxn modelId="{C466B584-BCE2-4690-B9C5-A7092E26FB63}" type="presOf" srcId="{F350BDB7-7687-44A6-92A0-7C63FB450861}" destId="{F975EE47-3158-49FF-A784-D31F990572F3}" srcOrd="0" destOrd="0" presId="urn:microsoft.com/office/officeart/2008/layout/HorizontalMultiLevelHierarchy"/>
    <dgm:cxn modelId="{43790CDA-7791-414C-817A-06D9D360A0F8}" srcId="{03F9C535-8E4D-40B9-AF65-E7E41171F196}" destId="{5FAEDCF3-9D21-4441-8392-49C5D3549263}" srcOrd="0" destOrd="0" parTransId="{D77C6965-E500-44E6-9490-881B3975CCB4}" sibTransId="{E5760CC7-D4F6-46F2-B106-C8B7FAE610F3}"/>
    <dgm:cxn modelId="{978C15D4-AFC4-4C89-BCF6-B084CCBA93D6}" type="presOf" srcId="{F6596863-4BC5-4A9F-9CE1-08E5FF59E4B7}" destId="{16123297-CC4C-436F-8E71-909F3E5C4E20}" srcOrd="1" destOrd="0" presId="urn:microsoft.com/office/officeart/2008/layout/HorizontalMultiLevelHierarchy"/>
    <dgm:cxn modelId="{B550EF3E-F9CC-4A1C-B427-0ACDB504C132}" type="presOf" srcId="{363A17AE-9034-4131-921C-CDE68483C9C8}" destId="{91E87075-D5D9-4CF6-B29C-1C1E60DCEA1F}" srcOrd="0" destOrd="0" presId="urn:microsoft.com/office/officeart/2008/layout/HorizontalMultiLevelHierarchy"/>
    <dgm:cxn modelId="{261A258E-BEFC-4B91-A21E-156DD96B3EB1}" srcId="{F350BDB7-7687-44A6-92A0-7C63FB450861}" destId="{624494C5-9F78-403D-BA4D-2F5A00DEC46E}" srcOrd="0" destOrd="0" parTransId="{7DDF56CD-B683-4671-88BE-A8061A3DBB49}" sibTransId="{E04682CA-6CF4-44CE-ACFE-8BCEC0E3F10B}"/>
    <dgm:cxn modelId="{F2381452-E54E-4ED1-920F-F06B448C6824}" type="presOf" srcId="{7DDF56CD-B683-4671-88BE-A8061A3DBB49}" destId="{03ADCA6F-4279-4CEF-A336-8CF50AB80BBB}" srcOrd="1" destOrd="0" presId="urn:microsoft.com/office/officeart/2008/layout/HorizontalMultiLevelHierarchy"/>
    <dgm:cxn modelId="{95A7C8A6-ECCC-45FD-9603-BDEDCDA824D8}" type="presOf" srcId="{F6596863-4BC5-4A9F-9CE1-08E5FF59E4B7}" destId="{0CE0C91A-E9AE-482E-99B5-F9EF842E6969}" srcOrd="0" destOrd="0" presId="urn:microsoft.com/office/officeart/2008/layout/HorizontalMultiLevelHierarchy"/>
    <dgm:cxn modelId="{0BBD46BE-46C1-4CC5-B1D0-ACE6B24719BE}" type="presOf" srcId="{88897D4F-6E7C-4BC4-86AB-48806287E7DB}" destId="{E798200E-7CFC-4F32-82D4-725016E5F6D3}" srcOrd="0" destOrd="0" presId="urn:microsoft.com/office/officeart/2008/layout/HorizontalMultiLevelHierarchy"/>
    <dgm:cxn modelId="{1DF44D80-5A43-4DA4-91C4-22FFFBEED64F}" type="presOf" srcId="{03F9C535-8E4D-40B9-AF65-E7E41171F196}" destId="{7EF47837-B800-4CE3-BC4F-756F146645D8}" srcOrd="0" destOrd="0" presId="urn:microsoft.com/office/officeart/2008/layout/HorizontalMultiLevelHierarchy"/>
    <dgm:cxn modelId="{AA00BB10-9A95-4237-A5CA-BFA45AEF0DBE}" type="presParOf" srcId="{7EF47837-B800-4CE3-BC4F-756F146645D8}" destId="{3C1E2380-58BB-424B-8761-4E7A7989F7DA}" srcOrd="0" destOrd="0" presId="urn:microsoft.com/office/officeart/2008/layout/HorizontalMultiLevelHierarchy"/>
    <dgm:cxn modelId="{9440F5EE-217B-41B8-8FA3-1F5D76C26E29}" type="presParOf" srcId="{3C1E2380-58BB-424B-8761-4E7A7989F7DA}" destId="{1AC21E4C-45BC-4117-B8D9-3C990B47D9C9}" srcOrd="0" destOrd="0" presId="urn:microsoft.com/office/officeart/2008/layout/HorizontalMultiLevelHierarchy"/>
    <dgm:cxn modelId="{A98C172F-D2F7-4E49-8F22-4F2B5C66E44C}" type="presParOf" srcId="{3C1E2380-58BB-424B-8761-4E7A7989F7DA}" destId="{0B4EE3AD-B77D-4F08-8540-B866BCEC3D35}" srcOrd="1" destOrd="0" presId="urn:microsoft.com/office/officeart/2008/layout/HorizontalMultiLevelHierarchy"/>
    <dgm:cxn modelId="{A69F32CB-24FC-490E-8073-62F58AAE258E}" type="presParOf" srcId="{0B4EE3AD-B77D-4F08-8540-B866BCEC3D35}" destId="{91E87075-D5D9-4CF6-B29C-1C1E60DCEA1F}" srcOrd="0" destOrd="0" presId="urn:microsoft.com/office/officeart/2008/layout/HorizontalMultiLevelHierarchy"/>
    <dgm:cxn modelId="{C6CF369F-E9E5-4598-9CC0-F816176370B5}" type="presParOf" srcId="{91E87075-D5D9-4CF6-B29C-1C1E60DCEA1F}" destId="{283E456D-457B-40F3-BE99-A538623D141E}" srcOrd="0" destOrd="0" presId="urn:microsoft.com/office/officeart/2008/layout/HorizontalMultiLevelHierarchy"/>
    <dgm:cxn modelId="{A6B8F2C3-2A83-43B7-B6AC-46E6B9B8756F}" type="presParOf" srcId="{0B4EE3AD-B77D-4F08-8540-B866BCEC3D35}" destId="{740CCA13-DE03-41CF-8B42-5840C04C1574}" srcOrd="1" destOrd="0" presId="urn:microsoft.com/office/officeart/2008/layout/HorizontalMultiLevelHierarchy"/>
    <dgm:cxn modelId="{C9CBEFDC-2AE0-4E1C-A819-D768EB80ED20}" type="presParOf" srcId="{740CCA13-DE03-41CF-8B42-5840C04C1574}" destId="{AE8DD5B6-44ED-4C12-98D9-D27B08C1887A}" srcOrd="0" destOrd="0" presId="urn:microsoft.com/office/officeart/2008/layout/HorizontalMultiLevelHierarchy"/>
    <dgm:cxn modelId="{5961A69B-0C1B-46BA-9D49-48F6FB71EAD1}" type="presParOf" srcId="{740CCA13-DE03-41CF-8B42-5840C04C1574}" destId="{E8721D6D-D603-4E11-960E-BC40E29768F6}" srcOrd="1" destOrd="0" presId="urn:microsoft.com/office/officeart/2008/layout/HorizontalMultiLevelHierarchy"/>
    <dgm:cxn modelId="{B636E734-3C2A-4373-94DF-094734DB5EEE}" type="presParOf" srcId="{E8721D6D-D603-4E11-960E-BC40E29768F6}" destId="{4C0DCCA1-6BA7-4232-A4E4-1B71D7B80CB1}" srcOrd="0" destOrd="0" presId="urn:microsoft.com/office/officeart/2008/layout/HorizontalMultiLevelHierarchy"/>
    <dgm:cxn modelId="{74C518F2-EB92-483A-AC73-90D74131A469}" type="presParOf" srcId="{4C0DCCA1-6BA7-4232-A4E4-1B71D7B80CB1}" destId="{CF241E8F-7DD9-4AD3-BDD3-B1C1721474E3}" srcOrd="0" destOrd="0" presId="urn:microsoft.com/office/officeart/2008/layout/HorizontalMultiLevelHierarchy"/>
    <dgm:cxn modelId="{1F847FF1-821F-4B3A-ABC3-D59789553DAA}" type="presParOf" srcId="{E8721D6D-D603-4E11-960E-BC40E29768F6}" destId="{E0DB1545-0449-4E6D-B28D-43C31CCE4985}" srcOrd="1" destOrd="0" presId="urn:microsoft.com/office/officeart/2008/layout/HorizontalMultiLevelHierarchy"/>
    <dgm:cxn modelId="{93B275E0-505E-4FE6-935E-C322EB8946BB}" type="presParOf" srcId="{E0DB1545-0449-4E6D-B28D-43C31CCE4985}" destId="{E798200E-7CFC-4F32-82D4-725016E5F6D3}" srcOrd="0" destOrd="0" presId="urn:microsoft.com/office/officeart/2008/layout/HorizontalMultiLevelHierarchy"/>
    <dgm:cxn modelId="{D23371D8-F1C9-443B-B32E-32F6B473CA78}" type="presParOf" srcId="{E0DB1545-0449-4E6D-B28D-43C31CCE4985}" destId="{199EFA2A-9973-4D1C-B4C8-5CD836710F74}" srcOrd="1" destOrd="0" presId="urn:microsoft.com/office/officeart/2008/layout/HorizontalMultiLevelHierarchy"/>
    <dgm:cxn modelId="{F3DDD7B0-F450-4500-B692-FD361468C50B}" type="presParOf" srcId="{0B4EE3AD-B77D-4F08-8540-B866BCEC3D35}" destId="{0CE0C91A-E9AE-482E-99B5-F9EF842E6969}" srcOrd="2" destOrd="0" presId="urn:microsoft.com/office/officeart/2008/layout/HorizontalMultiLevelHierarchy"/>
    <dgm:cxn modelId="{8FA6DE26-4FA8-4DCA-AB00-BEDB97DD6BF6}" type="presParOf" srcId="{0CE0C91A-E9AE-482E-99B5-F9EF842E6969}" destId="{16123297-CC4C-436F-8E71-909F3E5C4E20}" srcOrd="0" destOrd="0" presId="urn:microsoft.com/office/officeart/2008/layout/HorizontalMultiLevelHierarchy"/>
    <dgm:cxn modelId="{05D1E8B3-854A-42AC-B526-5542728D0355}" type="presParOf" srcId="{0B4EE3AD-B77D-4F08-8540-B866BCEC3D35}" destId="{082DE3FA-587D-470F-99B6-FB225D8BF2D3}" srcOrd="3" destOrd="0" presId="urn:microsoft.com/office/officeart/2008/layout/HorizontalMultiLevelHierarchy"/>
    <dgm:cxn modelId="{E76004C3-38DD-4EA0-8DA5-BA7DA0A1E35B}" type="presParOf" srcId="{082DE3FA-587D-470F-99B6-FB225D8BF2D3}" destId="{F975EE47-3158-49FF-A784-D31F990572F3}" srcOrd="0" destOrd="0" presId="urn:microsoft.com/office/officeart/2008/layout/HorizontalMultiLevelHierarchy"/>
    <dgm:cxn modelId="{7F9582E5-8B8A-4C5B-B2C6-03AF20A6B61B}" type="presParOf" srcId="{082DE3FA-587D-470F-99B6-FB225D8BF2D3}" destId="{FF17AAD0-CD43-43F3-AFDF-94CB6E4EB48B}" srcOrd="1" destOrd="0" presId="urn:microsoft.com/office/officeart/2008/layout/HorizontalMultiLevelHierarchy"/>
    <dgm:cxn modelId="{5A9B4FCF-7E5B-4501-903F-E9864142744B}" type="presParOf" srcId="{FF17AAD0-CD43-43F3-AFDF-94CB6E4EB48B}" destId="{D1BCC7D8-9070-40EB-B1EE-A0A6C4ACCCFD}" srcOrd="0" destOrd="0" presId="urn:microsoft.com/office/officeart/2008/layout/HorizontalMultiLevelHierarchy"/>
    <dgm:cxn modelId="{BBCD87B2-72D9-49DE-9B35-8619E8FDC614}" type="presParOf" srcId="{D1BCC7D8-9070-40EB-B1EE-A0A6C4ACCCFD}" destId="{03ADCA6F-4279-4CEF-A336-8CF50AB80BBB}" srcOrd="0" destOrd="0" presId="urn:microsoft.com/office/officeart/2008/layout/HorizontalMultiLevelHierarchy"/>
    <dgm:cxn modelId="{8F19ED79-0482-4BE7-8524-4BB2EFF6A4D9}" type="presParOf" srcId="{FF17AAD0-CD43-43F3-AFDF-94CB6E4EB48B}" destId="{1689FA57-DDD1-4822-9D2F-F24D95332756}" srcOrd="1" destOrd="0" presId="urn:microsoft.com/office/officeart/2008/layout/HorizontalMultiLevelHierarchy"/>
    <dgm:cxn modelId="{C186E7FA-0260-4922-8C69-4559795085E5}" type="presParOf" srcId="{1689FA57-DDD1-4822-9D2F-F24D95332756}" destId="{3588C52A-E3AE-45A1-A8BF-BA5818000683}" srcOrd="0" destOrd="0" presId="urn:microsoft.com/office/officeart/2008/layout/HorizontalMultiLevelHierarchy"/>
    <dgm:cxn modelId="{76990647-56A6-4920-988D-91436473A165}" type="presParOf" srcId="{1689FA57-DDD1-4822-9D2F-F24D95332756}" destId="{5A6336EA-0FF9-4363-8C61-9395DE6095B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3F9C535-8E4D-40B9-AF65-E7E41171F19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FAEDCF3-9D21-4441-8392-49C5D3549263}">
      <dgm:prSet phldrT="[Text]" custT="1"/>
      <dgm:spPr/>
      <dgm:t>
        <a:bodyPr/>
        <a:lstStyle/>
        <a:p>
          <a:r>
            <a:rPr lang="en-US" sz="2400" dirty="0" smtClean="0"/>
            <a:t>PILLAR  3: Digital Government</a:t>
          </a:r>
          <a:endParaRPr lang="en-GB" sz="2400" dirty="0"/>
        </a:p>
      </dgm:t>
    </dgm:pt>
    <dgm:pt modelId="{D77C6965-E500-44E6-9490-881B3975CCB4}" type="parTrans" cxnId="{43790CDA-7791-414C-817A-06D9D360A0F8}">
      <dgm:prSet/>
      <dgm:spPr/>
      <dgm:t>
        <a:bodyPr/>
        <a:lstStyle/>
        <a:p>
          <a:endParaRPr lang="en-GB"/>
        </a:p>
      </dgm:t>
    </dgm:pt>
    <dgm:pt modelId="{E5760CC7-D4F6-46F2-B106-C8B7FAE610F3}" type="sibTrans" cxnId="{43790CDA-7791-414C-817A-06D9D360A0F8}">
      <dgm:prSet/>
      <dgm:spPr/>
      <dgm:t>
        <a:bodyPr/>
        <a:lstStyle/>
        <a:p>
          <a:endParaRPr lang="en-GB"/>
        </a:p>
      </dgm:t>
    </dgm:pt>
    <dgm:pt modelId="{F350BDB7-7687-44A6-92A0-7C63FB450861}">
      <dgm:prSet phldrT="[Text]"/>
      <dgm:spPr/>
      <dgm:t>
        <a:bodyPr/>
        <a:lstStyle/>
        <a:p>
          <a:r>
            <a:rPr lang="en-US" b="1" dirty="0" smtClean="0"/>
            <a:t>SO4: </a:t>
          </a:r>
          <a:r>
            <a:rPr lang="en-GB" b="1" dirty="0" smtClean="0">
              <a:latin typeface="Century Gothic" panose="020B0502020202020204" pitchFamily="34" charset="0"/>
            </a:rPr>
            <a:t>Government Data Centre and Cloud Plan</a:t>
          </a:r>
          <a:endParaRPr lang="en-GB" b="1" dirty="0"/>
        </a:p>
      </dgm:t>
    </dgm:pt>
    <dgm:pt modelId="{F6596863-4BC5-4A9F-9CE1-08E5FF59E4B7}" type="parTrans" cxnId="{20BB72A8-14B3-47F1-9175-4823B1DBEEBD}">
      <dgm:prSet/>
      <dgm:spPr/>
      <dgm:t>
        <a:bodyPr/>
        <a:lstStyle/>
        <a:p>
          <a:endParaRPr lang="en-GB"/>
        </a:p>
      </dgm:t>
    </dgm:pt>
    <dgm:pt modelId="{1144A38E-D7FC-4FFF-B90D-B4938BC9E0B7}" type="sibTrans" cxnId="{20BB72A8-14B3-47F1-9175-4823B1DBEEBD}">
      <dgm:prSet/>
      <dgm:spPr/>
      <dgm:t>
        <a:bodyPr/>
        <a:lstStyle/>
        <a:p>
          <a:endParaRPr lang="en-GB"/>
        </a:p>
      </dgm:t>
    </dgm:pt>
    <dgm:pt modelId="{624494C5-9F78-403D-BA4D-2F5A00DEC46E}">
      <dgm:prSet phldrT="[Text]" custT="1"/>
      <dgm:spPr/>
      <dgm:t>
        <a:bodyPr/>
        <a:lstStyle/>
        <a:p>
          <a:r>
            <a:rPr lang="en-GB" sz="1200" b="1" dirty="0" smtClean="0"/>
            <a:t>DO: </a:t>
          </a:r>
          <a:r>
            <a:rPr lang="en-GB" sz="1200" dirty="0" smtClean="0">
              <a:latin typeface="Century Gothic" panose="020B0502020202020204" pitchFamily="34" charset="0"/>
            </a:rPr>
            <a:t>Design proactive government data storage plans to ensure critical public digital infrastructure is secure and resilient.</a:t>
          </a:r>
          <a:endParaRPr lang="en-GB" sz="1200" b="1" dirty="0"/>
        </a:p>
      </dgm:t>
    </dgm:pt>
    <dgm:pt modelId="{7DDF56CD-B683-4671-88BE-A8061A3DBB49}" type="parTrans" cxnId="{261A258E-BEFC-4B91-A21E-156DD96B3EB1}">
      <dgm:prSet/>
      <dgm:spPr/>
      <dgm:t>
        <a:bodyPr/>
        <a:lstStyle/>
        <a:p>
          <a:endParaRPr lang="en-GB"/>
        </a:p>
      </dgm:t>
    </dgm:pt>
    <dgm:pt modelId="{E04682CA-6CF4-44CE-ACFE-8BCEC0E3F10B}" type="sibTrans" cxnId="{261A258E-BEFC-4B91-A21E-156DD96B3EB1}">
      <dgm:prSet/>
      <dgm:spPr/>
      <dgm:t>
        <a:bodyPr/>
        <a:lstStyle/>
        <a:p>
          <a:endParaRPr lang="en-GB"/>
        </a:p>
      </dgm:t>
    </dgm:pt>
    <dgm:pt modelId="{BDCBD96C-E61C-4522-A901-99F56B7389FB}">
      <dgm:prSet phldrT="[Text]"/>
      <dgm:spPr/>
      <dgm:t>
        <a:bodyPr/>
        <a:lstStyle/>
        <a:p>
          <a:r>
            <a:rPr lang="en-US" b="1" dirty="0" smtClean="0"/>
            <a:t>SO3: </a:t>
          </a:r>
          <a:r>
            <a:rPr lang="en-GB" b="1" dirty="0" smtClean="0">
              <a:latin typeface="Century Gothic" panose="020B0502020202020204" pitchFamily="34" charset="0"/>
            </a:rPr>
            <a:t>Change Management and Public Sector Capacity</a:t>
          </a:r>
          <a:endParaRPr lang="en-GB" b="1" dirty="0"/>
        </a:p>
      </dgm:t>
    </dgm:pt>
    <dgm:pt modelId="{363A17AE-9034-4131-921C-CDE68483C9C8}" type="parTrans" cxnId="{A88634F6-780A-42BB-8B1E-BACE8D078D78}">
      <dgm:prSet/>
      <dgm:spPr/>
      <dgm:t>
        <a:bodyPr/>
        <a:lstStyle/>
        <a:p>
          <a:endParaRPr lang="en-GB"/>
        </a:p>
      </dgm:t>
    </dgm:pt>
    <dgm:pt modelId="{4BA75555-09CE-4073-9383-CFB513232D3F}" type="sibTrans" cxnId="{A88634F6-780A-42BB-8B1E-BACE8D078D78}">
      <dgm:prSet/>
      <dgm:spPr/>
      <dgm:t>
        <a:bodyPr/>
        <a:lstStyle/>
        <a:p>
          <a:endParaRPr lang="en-GB"/>
        </a:p>
      </dgm:t>
    </dgm:pt>
    <dgm:pt modelId="{88897D4F-6E7C-4BC4-86AB-48806287E7DB}">
      <dgm:prSet phldrT="[Text]" custT="1"/>
      <dgm:spPr/>
      <dgm:t>
        <a:bodyPr/>
        <a:lstStyle/>
        <a:p>
          <a:r>
            <a:rPr lang="en-GB" sz="1200" b="1" dirty="0" smtClean="0">
              <a:latin typeface="Century Gothic" panose="020B0502020202020204" pitchFamily="34" charset="0"/>
            </a:rPr>
            <a:t>DO: </a:t>
          </a:r>
          <a:r>
            <a:rPr lang="en-GB" sz="1200" dirty="0" smtClean="0">
              <a:latin typeface="Century Gothic" panose="020B0502020202020204" pitchFamily="34" charset="0"/>
            </a:rPr>
            <a:t>Train a digitally literate public service that are champions of digital government with competent public sector IT specialists to maintain the government's IT infrastructure</a:t>
          </a:r>
          <a:endParaRPr lang="en-GB" sz="1200" b="1" dirty="0"/>
        </a:p>
      </dgm:t>
    </dgm:pt>
    <dgm:pt modelId="{EFC0FCE0-72C6-4553-8F1B-E84428B2DCF1}" type="parTrans" cxnId="{D69539D1-4B3F-4F01-A33B-F3D6CDC8218D}">
      <dgm:prSet/>
      <dgm:spPr/>
      <dgm:t>
        <a:bodyPr/>
        <a:lstStyle/>
        <a:p>
          <a:endParaRPr lang="en-GB"/>
        </a:p>
      </dgm:t>
    </dgm:pt>
    <dgm:pt modelId="{689B6C98-2145-4A88-8125-FD58C73D960C}" type="sibTrans" cxnId="{D69539D1-4B3F-4F01-A33B-F3D6CDC8218D}">
      <dgm:prSet/>
      <dgm:spPr/>
      <dgm:t>
        <a:bodyPr/>
        <a:lstStyle/>
        <a:p>
          <a:endParaRPr lang="en-GB"/>
        </a:p>
      </dgm:t>
    </dgm:pt>
    <dgm:pt modelId="{7EF47837-B800-4CE3-BC4F-756F146645D8}" type="pres">
      <dgm:prSet presAssocID="{03F9C535-8E4D-40B9-AF65-E7E41171F19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C1E2380-58BB-424B-8761-4E7A7989F7DA}" type="pres">
      <dgm:prSet presAssocID="{5FAEDCF3-9D21-4441-8392-49C5D3549263}" presName="root1" presStyleCnt="0"/>
      <dgm:spPr/>
    </dgm:pt>
    <dgm:pt modelId="{1AC21E4C-45BC-4117-B8D9-3C990B47D9C9}" type="pres">
      <dgm:prSet presAssocID="{5FAEDCF3-9D21-4441-8392-49C5D354926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B4EE3AD-B77D-4F08-8540-B866BCEC3D35}" type="pres">
      <dgm:prSet presAssocID="{5FAEDCF3-9D21-4441-8392-49C5D3549263}" presName="level2hierChild" presStyleCnt="0"/>
      <dgm:spPr/>
    </dgm:pt>
    <dgm:pt modelId="{91E87075-D5D9-4CF6-B29C-1C1E60DCEA1F}" type="pres">
      <dgm:prSet presAssocID="{363A17AE-9034-4131-921C-CDE68483C9C8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283E456D-457B-40F3-BE99-A538623D141E}" type="pres">
      <dgm:prSet presAssocID="{363A17AE-9034-4131-921C-CDE68483C9C8}" presName="connTx" presStyleLbl="parChTrans1D2" presStyleIdx="0" presStyleCnt="2"/>
      <dgm:spPr/>
      <dgm:t>
        <a:bodyPr/>
        <a:lstStyle/>
        <a:p>
          <a:endParaRPr lang="en-US"/>
        </a:p>
      </dgm:t>
    </dgm:pt>
    <dgm:pt modelId="{740CCA13-DE03-41CF-8B42-5840C04C1574}" type="pres">
      <dgm:prSet presAssocID="{BDCBD96C-E61C-4522-A901-99F56B7389FB}" presName="root2" presStyleCnt="0"/>
      <dgm:spPr/>
    </dgm:pt>
    <dgm:pt modelId="{AE8DD5B6-44ED-4C12-98D9-D27B08C1887A}" type="pres">
      <dgm:prSet presAssocID="{BDCBD96C-E61C-4522-A901-99F56B7389FB}" presName="LevelTwoTextNode" presStyleLbl="node2" presStyleIdx="0" presStyleCnt="2" custScaleY="167758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8721D6D-D603-4E11-960E-BC40E29768F6}" type="pres">
      <dgm:prSet presAssocID="{BDCBD96C-E61C-4522-A901-99F56B7389FB}" presName="level3hierChild" presStyleCnt="0"/>
      <dgm:spPr/>
    </dgm:pt>
    <dgm:pt modelId="{4C0DCCA1-6BA7-4232-A4E4-1B71D7B80CB1}" type="pres">
      <dgm:prSet presAssocID="{EFC0FCE0-72C6-4553-8F1B-E84428B2DCF1}" presName="conn2-1" presStyleLbl="parChTrans1D3" presStyleIdx="0" presStyleCnt="2"/>
      <dgm:spPr/>
      <dgm:t>
        <a:bodyPr/>
        <a:lstStyle/>
        <a:p>
          <a:endParaRPr lang="en-US"/>
        </a:p>
      </dgm:t>
    </dgm:pt>
    <dgm:pt modelId="{CF241E8F-7DD9-4AD3-BDD3-B1C1721474E3}" type="pres">
      <dgm:prSet presAssocID="{EFC0FCE0-72C6-4553-8F1B-E84428B2DCF1}" presName="connTx" presStyleLbl="parChTrans1D3" presStyleIdx="0" presStyleCnt="2"/>
      <dgm:spPr/>
      <dgm:t>
        <a:bodyPr/>
        <a:lstStyle/>
        <a:p>
          <a:endParaRPr lang="en-US"/>
        </a:p>
      </dgm:t>
    </dgm:pt>
    <dgm:pt modelId="{E0DB1545-0449-4E6D-B28D-43C31CCE4985}" type="pres">
      <dgm:prSet presAssocID="{88897D4F-6E7C-4BC4-86AB-48806287E7DB}" presName="root2" presStyleCnt="0"/>
      <dgm:spPr/>
    </dgm:pt>
    <dgm:pt modelId="{E798200E-7CFC-4F32-82D4-725016E5F6D3}" type="pres">
      <dgm:prSet presAssocID="{88897D4F-6E7C-4BC4-86AB-48806287E7DB}" presName="LevelTwoTextNode" presStyleLbl="node3" presStyleIdx="0" presStyleCnt="2" custScaleY="17877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99EFA2A-9973-4D1C-B4C8-5CD836710F74}" type="pres">
      <dgm:prSet presAssocID="{88897D4F-6E7C-4BC4-86AB-48806287E7DB}" presName="level3hierChild" presStyleCnt="0"/>
      <dgm:spPr/>
    </dgm:pt>
    <dgm:pt modelId="{0CE0C91A-E9AE-482E-99B5-F9EF842E6969}" type="pres">
      <dgm:prSet presAssocID="{F6596863-4BC5-4A9F-9CE1-08E5FF59E4B7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16123297-CC4C-436F-8E71-909F3E5C4E20}" type="pres">
      <dgm:prSet presAssocID="{F6596863-4BC5-4A9F-9CE1-08E5FF59E4B7}" presName="connTx" presStyleLbl="parChTrans1D2" presStyleIdx="1" presStyleCnt="2"/>
      <dgm:spPr/>
      <dgm:t>
        <a:bodyPr/>
        <a:lstStyle/>
        <a:p>
          <a:endParaRPr lang="en-US"/>
        </a:p>
      </dgm:t>
    </dgm:pt>
    <dgm:pt modelId="{082DE3FA-587D-470F-99B6-FB225D8BF2D3}" type="pres">
      <dgm:prSet presAssocID="{F350BDB7-7687-44A6-92A0-7C63FB450861}" presName="root2" presStyleCnt="0"/>
      <dgm:spPr/>
    </dgm:pt>
    <dgm:pt modelId="{F975EE47-3158-49FF-A784-D31F990572F3}" type="pres">
      <dgm:prSet presAssocID="{F350BDB7-7687-44A6-92A0-7C63FB450861}" presName="LevelTwoTextNode" presStyleLbl="node2" presStyleIdx="1" presStyleCnt="2" custScaleY="17480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F17AAD0-CD43-43F3-AFDF-94CB6E4EB48B}" type="pres">
      <dgm:prSet presAssocID="{F350BDB7-7687-44A6-92A0-7C63FB450861}" presName="level3hierChild" presStyleCnt="0"/>
      <dgm:spPr/>
    </dgm:pt>
    <dgm:pt modelId="{D1BCC7D8-9070-40EB-B1EE-A0A6C4ACCCFD}" type="pres">
      <dgm:prSet presAssocID="{7DDF56CD-B683-4671-88BE-A8061A3DBB49}" presName="conn2-1" presStyleLbl="parChTrans1D3" presStyleIdx="1" presStyleCnt="2"/>
      <dgm:spPr/>
      <dgm:t>
        <a:bodyPr/>
        <a:lstStyle/>
        <a:p>
          <a:endParaRPr lang="en-US"/>
        </a:p>
      </dgm:t>
    </dgm:pt>
    <dgm:pt modelId="{03ADCA6F-4279-4CEF-A336-8CF50AB80BBB}" type="pres">
      <dgm:prSet presAssocID="{7DDF56CD-B683-4671-88BE-A8061A3DBB49}" presName="connTx" presStyleLbl="parChTrans1D3" presStyleIdx="1" presStyleCnt="2"/>
      <dgm:spPr/>
      <dgm:t>
        <a:bodyPr/>
        <a:lstStyle/>
        <a:p>
          <a:endParaRPr lang="en-US"/>
        </a:p>
      </dgm:t>
    </dgm:pt>
    <dgm:pt modelId="{1689FA57-DDD1-4822-9D2F-F24D95332756}" type="pres">
      <dgm:prSet presAssocID="{624494C5-9F78-403D-BA4D-2F5A00DEC46E}" presName="root2" presStyleCnt="0"/>
      <dgm:spPr/>
    </dgm:pt>
    <dgm:pt modelId="{3588C52A-E3AE-45A1-A8BF-BA5818000683}" type="pres">
      <dgm:prSet presAssocID="{624494C5-9F78-403D-BA4D-2F5A00DEC46E}" presName="LevelTwoTextNode" presStyleLbl="node3" presStyleIdx="1" presStyleCnt="2" custScaleX="102745" custScaleY="186598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A6336EA-0FF9-4363-8C61-9395DE6095B1}" type="pres">
      <dgm:prSet presAssocID="{624494C5-9F78-403D-BA4D-2F5A00DEC46E}" presName="level3hierChild" presStyleCnt="0"/>
      <dgm:spPr/>
    </dgm:pt>
  </dgm:ptLst>
  <dgm:cxnLst>
    <dgm:cxn modelId="{046B9905-F860-44ED-BF3B-38EC74F45CD1}" type="presOf" srcId="{624494C5-9F78-403D-BA4D-2F5A00DEC46E}" destId="{3588C52A-E3AE-45A1-A8BF-BA5818000683}" srcOrd="0" destOrd="0" presId="urn:microsoft.com/office/officeart/2008/layout/HorizontalMultiLevelHierarchy"/>
    <dgm:cxn modelId="{F887C717-8310-44E5-B070-B28618569B00}" type="presOf" srcId="{F350BDB7-7687-44A6-92A0-7C63FB450861}" destId="{F975EE47-3158-49FF-A784-D31F990572F3}" srcOrd="0" destOrd="0" presId="urn:microsoft.com/office/officeart/2008/layout/HorizontalMultiLevelHierarchy"/>
    <dgm:cxn modelId="{A88634F6-780A-42BB-8B1E-BACE8D078D78}" srcId="{5FAEDCF3-9D21-4441-8392-49C5D3549263}" destId="{BDCBD96C-E61C-4522-A901-99F56B7389FB}" srcOrd="0" destOrd="0" parTransId="{363A17AE-9034-4131-921C-CDE68483C9C8}" sibTransId="{4BA75555-09CE-4073-9383-CFB513232D3F}"/>
    <dgm:cxn modelId="{D38E6F9D-B0CA-47F4-B4D6-0FEDA0595E6C}" type="presOf" srcId="{363A17AE-9034-4131-921C-CDE68483C9C8}" destId="{91E87075-D5D9-4CF6-B29C-1C1E60DCEA1F}" srcOrd="0" destOrd="0" presId="urn:microsoft.com/office/officeart/2008/layout/HorizontalMultiLevelHierarchy"/>
    <dgm:cxn modelId="{D69539D1-4B3F-4F01-A33B-F3D6CDC8218D}" srcId="{BDCBD96C-E61C-4522-A901-99F56B7389FB}" destId="{88897D4F-6E7C-4BC4-86AB-48806287E7DB}" srcOrd="0" destOrd="0" parTransId="{EFC0FCE0-72C6-4553-8F1B-E84428B2DCF1}" sibTransId="{689B6C98-2145-4A88-8125-FD58C73D960C}"/>
    <dgm:cxn modelId="{991FBDB7-8C8D-47EF-B254-AC19D3E65794}" type="presOf" srcId="{EFC0FCE0-72C6-4553-8F1B-E84428B2DCF1}" destId="{4C0DCCA1-6BA7-4232-A4E4-1B71D7B80CB1}" srcOrd="0" destOrd="0" presId="urn:microsoft.com/office/officeart/2008/layout/HorizontalMultiLevelHierarchy"/>
    <dgm:cxn modelId="{3ECFD6E9-A7DF-4161-82C9-4DC0532C7E94}" type="presOf" srcId="{7DDF56CD-B683-4671-88BE-A8061A3DBB49}" destId="{03ADCA6F-4279-4CEF-A336-8CF50AB80BBB}" srcOrd="1" destOrd="0" presId="urn:microsoft.com/office/officeart/2008/layout/HorizontalMultiLevelHierarchy"/>
    <dgm:cxn modelId="{F17DA5FB-D0DF-4BA9-A9C1-3D7A0642FB64}" type="presOf" srcId="{88897D4F-6E7C-4BC4-86AB-48806287E7DB}" destId="{E798200E-7CFC-4F32-82D4-725016E5F6D3}" srcOrd="0" destOrd="0" presId="urn:microsoft.com/office/officeart/2008/layout/HorizontalMultiLevelHierarchy"/>
    <dgm:cxn modelId="{C4D691B8-8F86-4C99-A5FA-6DFE0721537B}" type="presOf" srcId="{F6596863-4BC5-4A9F-9CE1-08E5FF59E4B7}" destId="{16123297-CC4C-436F-8E71-909F3E5C4E20}" srcOrd="1" destOrd="0" presId="urn:microsoft.com/office/officeart/2008/layout/HorizontalMultiLevelHierarchy"/>
    <dgm:cxn modelId="{20BB72A8-14B3-47F1-9175-4823B1DBEEBD}" srcId="{5FAEDCF3-9D21-4441-8392-49C5D3549263}" destId="{F350BDB7-7687-44A6-92A0-7C63FB450861}" srcOrd="1" destOrd="0" parTransId="{F6596863-4BC5-4A9F-9CE1-08E5FF59E4B7}" sibTransId="{1144A38E-D7FC-4FFF-B90D-B4938BC9E0B7}"/>
    <dgm:cxn modelId="{A62EFEC7-5641-46B5-9AE2-0A641041404D}" type="presOf" srcId="{03F9C535-8E4D-40B9-AF65-E7E41171F196}" destId="{7EF47837-B800-4CE3-BC4F-756F146645D8}" srcOrd="0" destOrd="0" presId="urn:microsoft.com/office/officeart/2008/layout/HorizontalMultiLevelHierarchy"/>
    <dgm:cxn modelId="{4DDF4E70-45DD-4887-A96A-12DDD704BAFD}" type="presOf" srcId="{363A17AE-9034-4131-921C-CDE68483C9C8}" destId="{283E456D-457B-40F3-BE99-A538623D141E}" srcOrd="1" destOrd="0" presId="urn:microsoft.com/office/officeart/2008/layout/HorizontalMultiLevelHierarchy"/>
    <dgm:cxn modelId="{43790CDA-7791-414C-817A-06D9D360A0F8}" srcId="{03F9C535-8E4D-40B9-AF65-E7E41171F196}" destId="{5FAEDCF3-9D21-4441-8392-49C5D3549263}" srcOrd="0" destOrd="0" parTransId="{D77C6965-E500-44E6-9490-881B3975CCB4}" sibTransId="{E5760CC7-D4F6-46F2-B106-C8B7FAE610F3}"/>
    <dgm:cxn modelId="{C3E80DEB-D582-46F3-A3EC-10DC6C20E9B3}" type="presOf" srcId="{BDCBD96C-E61C-4522-A901-99F56B7389FB}" destId="{AE8DD5B6-44ED-4C12-98D9-D27B08C1887A}" srcOrd="0" destOrd="0" presId="urn:microsoft.com/office/officeart/2008/layout/HorizontalMultiLevelHierarchy"/>
    <dgm:cxn modelId="{2B31A58A-3776-4D06-AF7D-617C1FF1B64A}" type="presOf" srcId="{EFC0FCE0-72C6-4553-8F1B-E84428B2DCF1}" destId="{CF241E8F-7DD9-4AD3-BDD3-B1C1721474E3}" srcOrd="1" destOrd="0" presId="urn:microsoft.com/office/officeart/2008/layout/HorizontalMultiLevelHierarchy"/>
    <dgm:cxn modelId="{1895A79D-DA2B-4084-978E-3A96AF00A5C2}" type="presOf" srcId="{F6596863-4BC5-4A9F-9CE1-08E5FF59E4B7}" destId="{0CE0C91A-E9AE-482E-99B5-F9EF842E6969}" srcOrd="0" destOrd="0" presId="urn:microsoft.com/office/officeart/2008/layout/HorizontalMultiLevelHierarchy"/>
    <dgm:cxn modelId="{261A258E-BEFC-4B91-A21E-156DD96B3EB1}" srcId="{F350BDB7-7687-44A6-92A0-7C63FB450861}" destId="{624494C5-9F78-403D-BA4D-2F5A00DEC46E}" srcOrd="0" destOrd="0" parTransId="{7DDF56CD-B683-4671-88BE-A8061A3DBB49}" sibTransId="{E04682CA-6CF4-44CE-ACFE-8BCEC0E3F10B}"/>
    <dgm:cxn modelId="{28786F92-34C3-4CD3-AF52-A30AFCCA86F3}" type="presOf" srcId="{7DDF56CD-B683-4671-88BE-A8061A3DBB49}" destId="{D1BCC7D8-9070-40EB-B1EE-A0A6C4ACCCFD}" srcOrd="0" destOrd="0" presId="urn:microsoft.com/office/officeart/2008/layout/HorizontalMultiLevelHierarchy"/>
    <dgm:cxn modelId="{26F036A0-C6E3-4A4F-88D5-3C8F3110D811}" type="presOf" srcId="{5FAEDCF3-9D21-4441-8392-49C5D3549263}" destId="{1AC21E4C-45BC-4117-B8D9-3C990B47D9C9}" srcOrd="0" destOrd="0" presId="urn:microsoft.com/office/officeart/2008/layout/HorizontalMultiLevelHierarchy"/>
    <dgm:cxn modelId="{776FFA53-B0F9-4CBC-AC59-A34BABAC4950}" type="presParOf" srcId="{7EF47837-B800-4CE3-BC4F-756F146645D8}" destId="{3C1E2380-58BB-424B-8761-4E7A7989F7DA}" srcOrd="0" destOrd="0" presId="urn:microsoft.com/office/officeart/2008/layout/HorizontalMultiLevelHierarchy"/>
    <dgm:cxn modelId="{70DC7322-D5E0-4AAF-AD9C-CC28D5ACB636}" type="presParOf" srcId="{3C1E2380-58BB-424B-8761-4E7A7989F7DA}" destId="{1AC21E4C-45BC-4117-B8D9-3C990B47D9C9}" srcOrd="0" destOrd="0" presId="urn:microsoft.com/office/officeart/2008/layout/HorizontalMultiLevelHierarchy"/>
    <dgm:cxn modelId="{1B5699DF-C660-4A2A-B259-9D0C6E487E22}" type="presParOf" srcId="{3C1E2380-58BB-424B-8761-4E7A7989F7DA}" destId="{0B4EE3AD-B77D-4F08-8540-B866BCEC3D35}" srcOrd="1" destOrd="0" presId="urn:microsoft.com/office/officeart/2008/layout/HorizontalMultiLevelHierarchy"/>
    <dgm:cxn modelId="{03167C61-FF29-4A3C-9365-2E1097027671}" type="presParOf" srcId="{0B4EE3AD-B77D-4F08-8540-B866BCEC3D35}" destId="{91E87075-D5D9-4CF6-B29C-1C1E60DCEA1F}" srcOrd="0" destOrd="0" presId="urn:microsoft.com/office/officeart/2008/layout/HorizontalMultiLevelHierarchy"/>
    <dgm:cxn modelId="{6A30C42B-3855-48BA-9900-5E110A277C9B}" type="presParOf" srcId="{91E87075-D5D9-4CF6-B29C-1C1E60DCEA1F}" destId="{283E456D-457B-40F3-BE99-A538623D141E}" srcOrd="0" destOrd="0" presId="urn:microsoft.com/office/officeart/2008/layout/HorizontalMultiLevelHierarchy"/>
    <dgm:cxn modelId="{DCB51833-68E7-4A1D-8847-A5AB6C169EA2}" type="presParOf" srcId="{0B4EE3AD-B77D-4F08-8540-B866BCEC3D35}" destId="{740CCA13-DE03-41CF-8B42-5840C04C1574}" srcOrd="1" destOrd="0" presId="urn:microsoft.com/office/officeart/2008/layout/HorizontalMultiLevelHierarchy"/>
    <dgm:cxn modelId="{C1217D65-B4DC-44ED-AF31-71E24D8DE3CA}" type="presParOf" srcId="{740CCA13-DE03-41CF-8B42-5840C04C1574}" destId="{AE8DD5B6-44ED-4C12-98D9-D27B08C1887A}" srcOrd="0" destOrd="0" presId="urn:microsoft.com/office/officeart/2008/layout/HorizontalMultiLevelHierarchy"/>
    <dgm:cxn modelId="{F6621330-34F7-4271-9EFC-995D8F12D2F4}" type="presParOf" srcId="{740CCA13-DE03-41CF-8B42-5840C04C1574}" destId="{E8721D6D-D603-4E11-960E-BC40E29768F6}" srcOrd="1" destOrd="0" presId="urn:microsoft.com/office/officeart/2008/layout/HorizontalMultiLevelHierarchy"/>
    <dgm:cxn modelId="{23CC3445-8DD4-4A10-B6DC-37406C62DA80}" type="presParOf" srcId="{E8721D6D-D603-4E11-960E-BC40E29768F6}" destId="{4C0DCCA1-6BA7-4232-A4E4-1B71D7B80CB1}" srcOrd="0" destOrd="0" presId="urn:microsoft.com/office/officeart/2008/layout/HorizontalMultiLevelHierarchy"/>
    <dgm:cxn modelId="{4AED4F57-F9F5-4D43-9218-BB13EFCCEB85}" type="presParOf" srcId="{4C0DCCA1-6BA7-4232-A4E4-1B71D7B80CB1}" destId="{CF241E8F-7DD9-4AD3-BDD3-B1C1721474E3}" srcOrd="0" destOrd="0" presId="urn:microsoft.com/office/officeart/2008/layout/HorizontalMultiLevelHierarchy"/>
    <dgm:cxn modelId="{786D5614-99B9-4CBE-8E67-35C2C0541F86}" type="presParOf" srcId="{E8721D6D-D603-4E11-960E-BC40E29768F6}" destId="{E0DB1545-0449-4E6D-B28D-43C31CCE4985}" srcOrd="1" destOrd="0" presId="urn:microsoft.com/office/officeart/2008/layout/HorizontalMultiLevelHierarchy"/>
    <dgm:cxn modelId="{F9ED9C27-F309-4049-8D13-E604A98A2095}" type="presParOf" srcId="{E0DB1545-0449-4E6D-B28D-43C31CCE4985}" destId="{E798200E-7CFC-4F32-82D4-725016E5F6D3}" srcOrd="0" destOrd="0" presId="urn:microsoft.com/office/officeart/2008/layout/HorizontalMultiLevelHierarchy"/>
    <dgm:cxn modelId="{5905B6AA-1594-479D-843E-A9DD4014AE39}" type="presParOf" srcId="{E0DB1545-0449-4E6D-B28D-43C31CCE4985}" destId="{199EFA2A-9973-4D1C-B4C8-5CD836710F74}" srcOrd="1" destOrd="0" presId="urn:microsoft.com/office/officeart/2008/layout/HorizontalMultiLevelHierarchy"/>
    <dgm:cxn modelId="{5626CDE7-3553-45F2-9ADD-1DDC9C9E69CD}" type="presParOf" srcId="{0B4EE3AD-B77D-4F08-8540-B866BCEC3D35}" destId="{0CE0C91A-E9AE-482E-99B5-F9EF842E6969}" srcOrd="2" destOrd="0" presId="urn:microsoft.com/office/officeart/2008/layout/HorizontalMultiLevelHierarchy"/>
    <dgm:cxn modelId="{2E1E2973-CCA2-48DD-B38C-A1DB6EADD0F6}" type="presParOf" srcId="{0CE0C91A-E9AE-482E-99B5-F9EF842E6969}" destId="{16123297-CC4C-436F-8E71-909F3E5C4E20}" srcOrd="0" destOrd="0" presId="urn:microsoft.com/office/officeart/2008/layout/HorizontalMultiLevelHierarchy"/>
    <dgm:cxn modelId="{04BBEDAB-1224-4821-AE06-91F3815A171F}" type="presParOf" srcId="{0B4EE3AD-B77D-4F08-8540-B866BCEC3D35}" destId="{082DE3FA-587D-470F-99B6-FB225D8BF2D3}" srcOrd="3" destOrd="0" presId="urn:microsoft.com/office/officeart/2008/layout/HorizontalMultiLevelHierarchy"/>
    <dgm:cxn modelId="{C4DC6F83-3AE2-4421-B5FE-57BEB80DC8C6}" type="presParOf" srcId="{082DE3FA-587D-470F-99B6-FB225D8BF2D3}" destId="{F975EE47-3158-49FF-A784-D31F990572F3}" srcOrd="0" destOrd="0" presId="urn:microsoft.com/office/officeart/2008/layout/HorizontalMultiLevelHierarchy"/>
    <dgm:cxn modelId="{EE75EBA1-769C-4BAE-ACDA-23483CC92110}" type="presParOf" srcId="{082DE3FA-587D-470F-99B6-FB225D8BF2D3}" destId="{FF17AAD0-CD43-43F3-AFDF-94CB6E4EB48B}" srcOrd="1" destOrd="0" presId="urn:microsoft.com/office/officeart/2008/layout/HorizontalMultiLevelHierarchy"/>
    <dgm:cxn modelId="{B9079666-EEAE-4C34-B383-8FB0282FC64E}" type="presParOf" srcId="{FF17AAD0-CD43-43F3-AFDF-94CB6E4EB48B}" destId="{D1BCC7D8-9070-40EB-B1EE-A0A6C4ACCCFD}" srcOrd="0" destOrd="0" presId="urn:microsoft.com/office/officeart/2008/layout/HorizontalMultiLevelHierarchy"/>
    <dgm:cxn modelId="{8DF22D8E-B64F-4216-BE5B-079FD33225E0}" type="presParOf" srcId="{D1BCC7D8-9070-40EB-B1EE-A0A6C4ACCCFD}" destId="{03ADCA6F-4279-4CEF-A336-8CF50AB80BBB}" srcOrd="0" destOrd="0" presId="urn:microsoft.com/office/officeart/2008/layout/HorizontalMultiLevelHierarchy"/>
    <dgm:cxn modelId="{0F46729B-C357-4F7B-9549-9EF66AF14323}" type="presParOf" srcId="{FF17AAD0-CD43-43F3-AFDF-94CB6E4EB48B}" destId="{1689FA57-DDD1-4822-9D2F-F24D95332756}" srcOrd="1" destOrd="0" presId="urn:microsoft.com/office/officeart/2008/layout/HorizontalMultiLevelHierarchy"/>
    <dgm:cxn modelId="{1E6A4128-17CC-4DC6-B0B0-4816DEDEE6E2}" type="presParOf" srcId="{1689FA57-DDD1-4822-9D2F-F24D95332756}" destId="{3588C52A-E3AE-45A1-A8BF-BA5818000683}" srcOrd="0" destOrd="0" presId="urn:microsoft.com/office/officeart/2008/layout/HorizontalMultiLevelHierarchy"/>
    <dgm:cxn modelId="{57BE96F6-47B9-4267-975F-AC2A030BE6D6}" type="presParOf" srcId="{1689FA57-DDD1-4822-9D2F-F24D95332756}" destId="{5A6336EA-0FF9-4363-8C61-9395DE6095B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3F9C535-8E4D-40B9-AF65-E7E41171F19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FAEDCF3-9D21-4441-8392-49C5D3549263}">
      <dgm:prSet phldrT="[Text]"/>
      <dgm:spPr/>
      <dgm:t>
        <a:bodyPr/>
        <a:lstStyle/>
        <a:p>
          <a:r>
            <a:rPr lang="en-US" dirty="0" smtClean="0"/>
            <a:t>PILLAR  4: Digital and Innovation</a:t>
          </a:r>
          <a:endParaRPr lang="en-GB" dirty="0"/>
        </a:p>
      </dgm:t>
    </dgm:pt>
    <dgm:pt modelId="{D77C6965-E500-44E6-9490-881B3975CCB4}" type="parTrans" cxnId="{43790CDA-7791-414C-817A-06D9D360A0F8}">
      <dgm:prSet/>
      <dgm:spPr/>
      <dgm:t>
        <a:bodyPr/>
        <a:lstStyle/>
        <a:p>
          <a:endParaRPr lang="en-GB"/>
        </a:p>
      </dgm:t>
    </dgm:pt>
    <dgm:pt modelId="{E5760CC7-D4F6-46F2-B106-C8B7FAE610F3}" type="sibTrans" cxnId="{43790CDA-7791-414C-817A-06D9D360A0F8}">
      <dgm:prSet/>
      <dgm:spPr/>
      <dgm:t>
        <a:bodyPr/>
        <a:lstStyle/>
        <a:p>
          <a:endParaRPr lang="en-GB"/>
        </a:p>
      </dgm:t>
    </dgm:pt>
    <dgm:pt modelId="{F350BDB7-7687-44A6-92A0-7C63FB450861}">
      <dgm:prSet phldrT="[Text]"/>
      <dgm:spPr/>
      <dgm:t>
        <a:bodyPr/>
        <a:lstStyle/>
        <a:p>
          <a:r>
            <a:rPr lang="en-US" b="1" dirty="0" smtClean="0"/>
            <a:t>SO2: </a:t>
          </a:r>
          <a:r>
            <a:rPr lang="en-GB" b="1" dirty="0" smtClean="0">
              <a:latin typeface="Century Gothic" panose="020B0502020202020204" pitchFamily="34" charset="0"/>
            </a:rPr>
            <a:t>Digital Industrialization Strategy</a:t>
          </a:r>
          <a:endParaRPr lang="en-GB" b="1" dirty="0"/>
        </a:p>
      </dgm:t>
    </dgm:pt>
    <dgm:pt modelId="{F6596863-4BC5-4A9F-9CE1-08E5FF59E4B7}" type="parTrans" cxnId="{20BB72A8-14B3-47F1-9175-4823B1DBEEBD}">
      <dgm:prSet/>
      <dgm:spPr/>
      <dgm:t>
        <a:bodyPr/>
        <a:lstStyle/>
        <a:p>
          <a:endParaRPr lang="en-GB"/>
        </a:p>
      </dgm:t>
    </dgm:pt>
    <dgm:pt modelId="{1144A38E-D7FC-4FFF-B90D-B4938BC9E0B7}" type="sibTrans" cxnId="{20BB72A8-14B3-47F1-9175-4823B1DBEEBD}">
      <dgm:prSet/>
      <dgm:spPr/>
      <dgm:t>
        <a:bodyPr/>
        <a:lstStyle/>
        <a:p>
          <a:endParaRPr lang="en-GB"/>
        </a:p>
      </dgm:t>
    </dgm:pt>
    <dgm:pt modelId="{624494C5-9F78-403D-BA4D-2F5A00DEC46E}">
      <dgm:prSet phldrT="[Text]" custT="1"/>
      <dgm:spPr/>
      <dgm:t>
        <a:bodyPr/>
        <a:lstStyle/>
        <a:p>
          <a:r>
            <a:rPr lang="en-GB" sz="1200" b="1" dirty="0" smtClean="0"/>
            <a:t>DO: </a:t>
          </a:r>
          <a:r>
            <a:rPr lang="en-GB" sz="1200" dirty="0" smtClean="0">
              <a:latin typeface="Century Gothic" panose="020B0502020202020204" pitchFamily="34" charset="0"/>
            </a:rPr>
            <a:t>Propel Namibia into a leading position in the digital economy, utilising tech in high impact economic and social sectors.</a:t>
          </a:r>
          <a:endParaRPr lang="en-GB" sz="1200" b="1" dirty="0"/>
        </a:p>
      </dgm:t>
    </dgm:pt>
    <dgm:pt modelId="{7DDF56CD-B683-4671-88BE-A8061A3DBB49}" type="parTrans" cxnId="{261A258E-BEFC-4B91-A21E-156DD96B3EB1}">
      <dgm:prSet/>
      <dgm:spPr/>
      <dgm:t>
        <a:bodyPr/>
        <a:lstStyle/>
        <a:p>
          <a:endParaRPr lang="en-GB"/>
        </a:p>
      </dgm:t>
    </dgm:pt>
    <dgm:pt modelId="{E04682CA-6CF4-44CE-ACFE-8BCEC0E3F10B}" type="sibTrans" cxnId="{261A258E-BEFC-4B91-A21E-156DD96B3EB1}">
      <dgm:prSet/>
      <dgm:spPr/>
      <dgm:t>
        <a:bodyPr/>
        <a:lstStyle/>
        <a:p>
          <a:endParaRPr lang="en-GB"/>
        </a:p>
      </dgm:t>
    </dgm:pt>
    <dgm:pt modelId="{FE442592-AC4C-4A43-88ED-C2CB22F9514C}">
      <dgm:prSet phldrT="[Text]"/>
      <dgm:spPr/>
      <dgm:t>
        <a:bodyPr/>
        <a:lstStyle/>
        <a:p>
          <a:r>
            <a:rPr lang="en-GB" b="1" dirty="0" smtClean="0">
              <a:latin typeface="Century Gothic" panose="020B0502020202020204" pitchFamily="34" charset="0"/>
            </a:rPr>
            <a:t>SO3: Research and Innovation Agenda</a:t>
          </a:r>
          <a:endParaRPr lang="en-GB" b="1" dirty="0"/>
        </a:p>
      </dgm:t>
    </dgm:pt>
    <dgm:pt modelId="{6BB04079-17C0-4760-8CFC-AF8A648583DC}" type="parTrans" cxnId="{4D0BADE7-13D3-4852-A8DC-F82C98206736}">
      <dgm:prSet/>
      <dgm:spPr/>
      <dgm:t>
        <a:bodyPr/>
        <a:lstStyle/>
        <a:p>
          <a:endParaRPr lang="en-GB"/>
        </a:p>
      </dgm:t>
    </dgm:pt>
    <dgm:pt modelId="{230D5887-392C-42BA-B789-B3696DF62B27}" type="sibTrans" cxnId="{4D0BADE7-13D3-4852-A8DC-F82C98206736}">
      <dgm:prSet/>
      <dgm:spPr/>
      <dgm:t>
        <a:bodyPr/>
        <a:lstStyle/>
        <a:p>
          <a:endParaRPr lang="en-GB"/>
        </a:p>
      </dgm:t>
    </dgm:pt>
    <dgm:pt modelId="{04D84C71-F6EE-4466-BEDC-B8F25A5E1D27}">
      <dgm:prSet phldrT="[Text]"/>
      <dgm:spPr/>
      <dgm:t>
        <a:bodyPr/>
        <a:lstStyle/>
        <a:p>
          <a:r>
            <a:rPr lang="en-US" b="1" dirty="0" smtClean="0"/>
            <a:t>DO: </a:t>
          </a:r>
          <a:r>
            <a:rPr lang="en-GB" dirty="0" smtClean="0">
              <a:latin typeface="Century Gothic" panose="020B0502020202020204" pitchFamily="34" charset="0"/>
            </a:rPr>
            <a:t>Established mechanisms and partnerships for development-oriented and market driven research and development.</a:t>
          </a:r>
          <a:endParaRPr lang="en-GB" b="1" dirty="0"/>
        </a:p>
      </dgm:t>
    </dgm:pt>
    <dgm:pt modelId="{6A436EE6-976E-4F6E-AFC1-1FF371C733CA}" type="parTrans" cxnId="{4EA04204-4B0F-4157-9712-C570DDF3500F}">
      <dgm:prSet/>
      <dgm:spPr/>
      <dgm:t>
        <a:bodyPr/>
        <a:lstStyle/>
        <a:p>
          <a:endParaRPr lang="en-GB"/>
        </a:p>
      </dgm:t>
    </dgm:pt>
    <dgm:pt modelId="{D0F9228D-B776-47F8-936B-469BFFC95293}" type="sibTrans" cxnId="{4EA04204-4B0F-4157-9712-C570DDF3500F}">
      <dgm:prSet/>
      <dgm:spPr/>
      <dgm:t>
        <a:bodyPr/>
        <a:lstStyle/>
        <a:p>
          <a:endParaRPr lang="en-GB"/>
        </a:p>
      </dgm:t>
    </dgm:pt>
    <dgm:pt modelId="{BDCBD96C-E61C-4522-A901-99F56B7389FB}">
      <dgm:prSet phldrT="[Text]" custT="1"/>
      <dgm:spPr/>
      <dgm:t>
        <a:bodyPr/>
        <a:lstStyle/>
        <a:p>
          <a:r>
            <a:rPr lang="en-US" sz="1400" b="1" dirty="0" smtClean="0"/>
            <a:t>SO1: </a:t>
          </a:r>
          <a:r>
            <a:rPr lang="en-GB" sz="1400" b="1" dirty="0" smtClean="0">
              <a:latin typeface="Century Gothic" panose="020B0502020202020204" pitchFamily="34" charset="0"/>
            </a:rPr>
            <a:t>Entrepreneurship Ecosystem Deepening</a:t>
          </a:r>
          <a:endParaRPr lang="en-GB" sz="1400" b="1" dirty="0"/>
        </a:p>
      </dgm:t>
    </dgm:pt>
    <dgm:pt modelId="{363A17AE-9034-4131-921C-CDE68483C9C8}" type="parTrans" cxnId="{A88634F6-780A-42BB-8B1E-BACE8D078D78}">
      <dgm:prSet/>
      <dgm:spPr/>
      <dgm:t>
        <a:bodyPr/>
        <a:lstStyle/>
        <a:p>
          <a:endParaRPr lang="en-GB"/>
        </a:p>
      </dgm:t>
    </dgm:pt>
    <dgm:pt modelId="{4BA75555-09CE-4073-9383-CFB513232D3F}" type="sibTrans" cxnId="{A88634F6-780A-42BB-8B1E-BACE8D078D78}">
      <dgm:prSet/>
      <dgm:spPr/>
      <dgm:t>
        <a:bodyPr/>
        <a:lstStyle/>
        <a:p>
          <a:endParaRPr lang="en-GB"/>
        </a:p>
      </dgm:t>
    </dgm:pt>
    <dgm:pt modelId="{88897D4F-6E7C-4BC4-86AB-48806287E7DB}">
      <dgm:prSet phldrT="[Text]" custT="1"/>
      <dgm:spPr/>
      <dgm:t>
        <a:bodyPr/>
        <a:lstStyle/>
        <a:p>
          <a:r>
            <a:rPr lang="en-GB" sz="1200" b="1" dirty="0" smtClean="0">
              <a:latin typeface="Century Gothic" panose="020B0502020202020204" pitchFamily="34" charset="0"/>
            </a:rPr>
            <a:t>DO: </a:t>
          </a:r>
          <a:r>
            <a:rPr lang="en-GB" sz="1200" dirty="0" smtClean="0">
              <a:latin typeface="Century Gothic" panose="020B0502020202020204" pitchFamily="34" charset="0"/>
            </a:rPr>
            <a:t>Establish a fertile ground for innovation and entrepreneurship to drive context relevant and bottom-up economic growth.</a:t>
          </a:r>
          <a:endParaRPr lang="en-GB" sz="1200" b="1" dirty="0"/>
        </a:p>
      </dgm:t>
    </dgm:pt>
    <dgm:pt modelId="{EFC0FCE0-72C6-4553-8F1B-E84428B2DCF1}" type="parTrans" cxnId="{D69539D1-4B3F-4F01-A33B-F3D6CDC8218D}">
      <dgm:prSet/>
      <dgm:spPr/>
      <dgm:t>
        <a:bodyPr/>
        <a:lstStyle/>
        <a:p>
          <a:endParaRPr lang="en-GB"/>
        </a:p>
      </dgm:t>
    </dgm:pt>
    <dgm:pt modelId="{689B6C98-2145-4A88-8125-FD58C73D960C}" type="sibTrans" cxnId="{D69539D1-4B3F-4F01-A33B-F3D6CDC8218D}">
      <dgm:prSet/>
      <dgm:spPr/>
      <dgm:t>
        <a:bodyPr/>
        <a:lstStyle/>
        <a:p>
          <a:endParaRPr lang="en-GB"/>
        </a:p>
      </dgm:t>
    </dgm:pt>
    <dgm:pt modelId="{7EF47837-B800-4CE3-BC4F-756F146645D8}" type="pres">
      <dgm:prSet presAssocID="{03F9C535-8E4D-40B9-AF65-E7E41171F19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C1E2380-58BB-424B-8761-4E7A7989F7DA}" type="pres">
      <dgm:prSet presAssocID="{5FAEDCF3-9D21-4441-8392-49C5D3549263}" presName="root1" presStyleCnt="0"/>
      <dgm:spPr/>
    </dgm:pt>
    <dgm:pt modelId="{1AC21E4C-45BC-4117-B8D9-3C990B47D9C9}" type="pres">
      <dgm:prSet presAssocID="{5FAEDCF3-9D21-4441-8392-49C5D354926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B4EE3AD-B77D-4F08-8540-B866BCEC3D35}" type="pres">
      <dgm:prSet presAssocID="{5FAEDCF3-9D21-4441-8392-49C5D3549263}" presName="level2hierChild" presStyleCnt="0"/>
      <dgm:spPr/>
    </dgm:pt>
    <dgm:pt modelId="{91E87075-D5D9-4CF6-B29C-1C1E60DCEA1F}" type="pres">
      <dgm:prSet presAssocID="{363A17AE-9034-4131-921C-CDE68483C9C8}" presName="conn2-1" presStyleLbl="parChTrans1D2" presStyleIdx="0" presStyleCnt="3"/>
      <dgm:spPr/>
      <dgm:t>
        <a:bodyPr/>
        <a:lstStyle/>
        <a:p>
          <a:endParaRPr lang="en-US"/>
        </a:p>
      </dgm:t>
    </dgm:pt>
    <dgm:pt modelId="{283E456D-457B-40F3-BE99-A538623D141E}" type="pres">
      <dgm:prSet presAssocID="{363A17AE-9034-4131-921C-CDE68483C9C8}" presName="connTx" presStyleLbl="parChTrans1D2" presStyleIdx="0" presStyleCnt="3"/>
      <dgm:spPr/>
      <dgm:t>
        <a:bodyPr/>
        <a:lstStyle/>
        <a:p>
          <a:endParaRPr lang="en-US"/>
        </a:p>
      </dgm:t>
    </dgm:pt>
    <dgm:pt modelId="{740CCA13-DE03-41CF-8B42-5840C04C1574}" type="pres">
      <dgm:prSet presAssocID="{BDCBD96C-E61C-4522-A901-99F56B7389FB}" presName="root2" presStyleCnt="0"/>
      <dgm:spPr/>
    </dgm:pt>
    <dgm:pt modelId="{AE8DD5B6-44ED-4C12-98D9-D27B08C1887A}" type="pres">
      <dgm:prSet presAssocID="{BDCBD96C-E61C-4522-A901-99F56B7389FB}" presName="LevelTwoTextNode" presStyleLbl="node2" presStyleIdx="0" presStyleCnt="3" custScaleY="15219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8721D6D-D603-4E11-960E-BC40E29768F6}" type="pres">
      <dgm:prSet presAssocID="{BDCBD96C-E61C-4522-A901-99F56B7389FB}" presName="level3hierChild" presStyleCnt="0"/>
      <dgm:spPr/>
    </dgm:pt>
    <dgm:pt modelId="{4C0DCCA1-6BA7-4232-A4E4-1B71D7B80CB1}" type="pres">
      <dgm:prSet presAssocID="{EFC0FCE0-72C6-4553-8F1B-E84428B2DCF1}" presName="conn2-1" presStyleLbl="parChTrans1D3" presStyleIdx="0" presStyleCnt="3"/>
      <dgm:spPr/>
      <dgm:t>
        <a:bodyPr/>
        <a:lstStyle/>
        <a:p>
          <a:endParaRPr lang="en-US"/>
        </a:p>
      </dgm:t>
    </dgm:pt>
    <dgm:pt modelId="{CF241E8F-7DD9-4AD3-BDD3-B1C1721474E3}" type="pres">
      <dgm:prSet presAssocID="{EFC0FCE0-72C6-4553-8F1B-E84428B2DCF1}" presName="connTx" presStyleLbl="parChTrans1D3" presStyleIdx="0" presStyleCnt="3"/>
      <dgm:spPr/>
      <dgm:t>
        <a:bodyPr/>
        <a:lstStyle/>
        <a:p>
          <a:endParaRPr lang="en-US"/>
        </a:p>
      </dgm:t>
    </dgm:pt>
    <dgm:pt modelId="{E0DB1545-0449-4E6D-B28D-43C31CCE4985}" type="pres">
      <dgm:prSet presAssocID="{88897D4F-6E7C-4BC4-86AB-48806287E7DB}" presName="root2" presStyleCnt="0"/>
      <dgm:spPr/>
    </dgm:pt>
    <dgm:pt modelId="{E798200E-7CFC-4F32-82D4-725016E5F6D3}" type="pres">
      <dgm:prSet presAssocID="{88897D4F-6E7C-4BC4-86AB-48806287E7DB}" presName="LevelTwoTextNode" presStyleLbl="node3" presStyleIdx="0" presStyleCnt="3" custScaleY="14970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99EFA2A-9973-4D1C-B4C8-5CD836710F74}" type="pres">
      <dgm:prSet presAssocID="{88897D4F-6E7C-4BC4-86AB-48806287E7DB}" presName="level3hierChild" presStyleCnt="0"/>
      <dgm:spPr/>
    </dgm:pt>
    <dgm:pt modelId="{0CE0C91A-E9AE-482E-99B5-F9EF842E6969}" type="pres">
      <dgm:prSet presAssocID="{F6596863-4BC5-4A9F-9CE1-08E5FF59E4B7}" presName="conn2-1" presStyleLbl="parChTrans1D2" presStyleIdx="1" presStyleCnt="3"/>
      <dgm:spPr/>
      <dgm:t>
        <a:bodyPr/>
        <a:lstStyle/>
        <a:p>
          <a:endParaRPr lang="en-US"/>
        </a:p>
      </dgm:t>
    </dgm:pt>
    <dgm:pt modelId="{16123297-CC4C-436F-8E71-909F3E5C4E20}" type="pres">
      <dgm:prSet presAssocID="{F6596863-4BC5-4A9F-9CE1-08E5FF59E4B7}" presName="connTx" presStyleLbl="parChTrans1D2" presStyleIdx="1" presStyleCnt="3"/>
      <dgm:spPr/>
      <dgm:t>
        <a:bodyPr/>
        <a:lstStyle/>
        <a:p>
          <a:endParaRPr lang="en-US"/>
        </a:p>
      </dgm:t>
    </dgm:pt>
    <dgm:pt modelId="{082DE3FA-587D-470F-99B6-FB225D8BF2D3}" type="pres">
      <dgm:prSet presAssocID="{F350BDB7-7687-44A6-92A0-7C63FB450861}" presName="root2" presStyleCnt="0"/>
      <dgm:spPr/>
    </dgm:pt>
    <dgm:pt modelId="{F975EE47-3158-49FF-A784-D31F990572F3}" type="pres">
      <dgm:prSet presAssocID="{F350BDB7-7687-44A6-92A0-7C63FB450861}" presName="LevelTwoTextNode" presStyleLbl="node2" presStyleIdx="1" presStyleCnt="3" custScaleY="11970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F17AAD0-CD43-43F3-AFDF-94CB6E4EB48B}" type="pres">
      <dgm:prSet presAssocID="{F350BDB7-7687-44A6-92A0-7C63FB450861}" presName="level3hierChild" presStyleCnt="0"/>
      <dgm:spPr/>
    </dgm:pt>
    <dgm:pt modelId="{D1BCC7D8-9070-40EB-B1EE-A0A6C4ACCCFD}" type="pres">
      <dgm:prSet presAssocID="{7DDF56CD-B683-4671-88BE-A8061A3DBB49}" presName="conn2-1" presStyleLbl="parChTrans1D3" presStyleIdx="1" presStyleCnt="3"/>
      <dgm:spPr/>
      <dgm:t>
        <a:bodyPr/>
        <a:lstStyle/>
        <a:p>
          <a:endParaRPr lang="en-US"/>
        </a:p>
      </dgm:t>
    </dgm:pt>
    <dgm:pt modelId="{03ADCA6F-4279-4CEF-A336-8CF50AB80BBB}" type="pres">
      <dgm:prSet presAssocID="{7DDF56CD-B683-4671-88BE-A8061A3DBB49}" presName="connTx" presStyleLbl="parChTrans1D3" presStyleIdx="1" presStyleCnt="3"/>
      <dgm:spPr/>
      <dgm:t>
        <a:bodyPr/>
        <a:lstStyle/>
        <a:p>
          <a:endParaRPr lang="en-US"/>
        </a:p>
      </dgm:t>
    </dgm:pt>
    <dgm:pt modelId="{1689FA57-DDD1-4822-9D2F-F24D95332756}" type="pres">
      <dgm:prSet presAssocID="{624494C5-9F78-403D-BA4D-2F5A00DEC46E}" presName="root2" presStyleCnt="0"/>
      <dgm:spPr/>
    </dgm:pt>
    <dgm:pt modelId="{3588C52A-E3AE-45A1-A8BF-BA5818000683}" type="pres">
      <dgm:prSet presAssocID="{624494C5-9F78-403D-BA4D-2F5A00DEC46E}" presName="LevelTwoTextNode" presStyleLbl="node3" presStyleIdx="1" presStyleCnt="3" custScaleX="102745" custScaleY="16451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A6336EA-0FF9-4363-8C61-9395DE6095B1}" type="pres">
      <dgm:prSet presAssocID="{624494C5-9F78-403D-BA4D-2F5A00DEC46E}" presName="level3hierChild" presStyleCnt="0"/>
      <dgm:spPr/>
    </dgm:pt>
    <dgm:pt modelId="{5D0E97D8-288D-4EDD-82DF-8ADEADB1D588}" type="pres">
      <dgm:prSet presAssocID="{6BB04079-17C0-4760-8CFC-AF8A648583DC}" presName="conn2-1" presStyleLbl="parChTrans1D2" presStyleIdx="2" presStyleCnt="3"/>
      <dgm:spPr/>
      <dgm:t>
        <a:bodyPr/>
        <a:lstStyle/>
        <a:p>
          <a:endParaRPr lang="en-US"/>
        </a:p>
      </dgm:t>
    </dgm:pt>
    <dgm:pt modelId="{F3A203BB-F3CB-4022-AAB7-F72618E010D0}" type="pres">
      <dgm:prSet presAssocID="{6BB04079-17C0-4760-8CFC-AF8A648583DC}" presName="connTx" presStyleLbl="parChTrans1D2" presStyleIdx="2" presStyleCnt="3"/>
      <dgm:spPr/>
      <dgm:t>
        <a:bodyPr/>
        <a:lstStyle/>
        <a:p>
          <a:endParaRPr lang="en-US"/>
        </a:p>
      </dgm:t>
    </dgm:pt>
    <dgm:pt modelId="{22201671-AA76-44A0-AE9F-DC82131B1381}" type="pres">
      <dgm:prSet presAssocID="{FE442592-AC4C-4A43-88ED-C2CB22F9514C}" presName="root2" presStyleCnt="0"/>
      <dgm:spPr/>
    </dgm:pt>
    <dgm:pt modelId="{C97F89A6-899C-42E9-AD7E-152BDC8B0364}" type="pres">
      <dgm:prSet presAssocID="{FE442592-AC4C-4A43-88ED-C2CB22F9514C}" presName="LevelTwoTextNode" presStyleLbl="node2" presStyleIdx="2" presStyleCnt="3" custScaleY="12305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E2E1AF0-5C78-4CF3-9FCB-39C3200B6213}" type="pres">
      <dgm:prSet presAssocID="{FE442592-AC4C-4A43-88ED-C2CB22F9514C}" presName="level3hierChild" presStyleCnt="0"/>
      <dgm:spPr/>
    </dgm:pt>
    <dgm:pt modelId="{D5B60054-CD5F-418A-B961-C84E8B1E6620}" type="pres">
      <dgm:prSet presAssocID="{6A436EE6-976E-4F6E-AFC1-1FF371C733CA}" presName="conn2-1" presStyleLbl="parChTrans1D3" presStyleIdx="2" presStyleCnt="3"/>
      <dgm:spPr/>
      <dgm:t>
        <a:bodyPr/>
        <a:lstStyle/>
        <a:p>
          <a:endParaRPr lang="en-US"/>
        </a:p>
      </dgm:t>
    </dgm:pt>
    <dgm:pt modelId="{5338AF2F-BC55-4B20-AB11-47FCC6D1BC0B}" type="pres">
      <dgm:prSet presAssocID="{6A436EE6-976E-4F6E-AFC1-1FF371C733CA}" presName="connTx" presStyleLbl="parChTrans1D3" presStyleIdx="2" presStyleCnt="3"/>
      <dgm:spPr/>
      <dgm:t>
        <a:bodyPr/>
        <a:lstStyle/>
        <a:p>
          <a:endParaRPr lang="en-US"/>
        </a:p>
      </dgm:t>
    </dgm:pt>
    <dgm:pt modelId="{EFB46F94-DF29-455C-86F8-338A8CA26EB4}" type="pres">
      <dgm:prSet presAssocID="{04D84C71-F6EE-4466-BEDC-B8F25A5E1D27}" presName="root2" presStyleCnt="0"/>
      <dgm:spPr/>
    </dgm:pt>
    <dgm:pt modelId="{8D498601-E1C1-4339-8941-42336E96F182}" type="pres">
      <dgm:prSet presAssocID="{04D84C71-F6EE-4466-BEDC-B8F25A5E1D27}" presName="LevelTwoTextNode" presStyleLbl="node3" presStyleIdx="2" presStyleCnt="3" custScaleY="12546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BAC8AE90-5582-4A70-ADB6-2F1CDE11295A}" type="pres">
      <dgm:prSet presAssocID="{04D84C71-F6EE-4466-BEDC-B8F25A5E1D27}" presName="level3hierChild" presStyleCnt="0"/>
      <dgm:spPr/>
    </dgm:pt>
  </dgm:ptLst>
  <dgm:cxnLst>
    <dgm:cxn modelId="{1FA5FE71-4190-4A6F-9D91-13690FBBF892}" type="presOf" srcId="{6A436EE6-976E-4F6E-AFC1-1FF371C733CA}" destId="{5338AF2F-BC55-4B20-AB11-47FCC6D1BC0B}" srcOrd="1" destOrd="0" presId="urn:microsoft.com/office/officeart/2008/layout/HorizontalMultiLevelHierarchy"/>
    <dgm:cxn modelId="{29A2B3EC-4648-4755-9877-655388CA1823}" type="presOf" srcId="{6A436EE6-976E-4F6E-AFC1-1FF371C733CA}" destId="{D5B60054-CD5F-418A-B961-C84E8B1E6620}" srcOrd="0" destOrd="0" presId="urn:microsoft.com/office/officeart/2008/layout/HorizontalMultiLevelHierarchy"/>
    <dgm:cxn modelId="{2A1A6839-FDDB-41A5-877F-21AEB384245A}" type="presOf" srcId="{363A17AE-9034-4131-921C-CDE68483C9C8}" destId="{91E87075-D5D9-4CF6-B29C-1C1E60DCEA1F}" srcOrd="0" destOrd="0" presId="urn:microsoft.com/office/officeart/2008/layout/HorizontalMultiLevelHierarchy"/>
    <dgm:cxn modelId="{DCCA21A6-C4B5-452D-8E38-47FBA5832E86}" type="presOf" srcId="{6BB04079-17C0-4760-8CFC-AF8A648583DC}" destId="{F3A203BB-F3CB-4022-AAB7-F72618E010D0}" srcOrd="1" destOrd="0" presId="urn:microsoft.com/office/officeart/2008/layout/HorizontalMultiLevelHierarchy"/>
    <dgm:cxn modelId="{923F76DA-7662-4C92-A146-B60D6F424CC8}" type="presOf" srcId="{F6596863-4BC5-4A9F-9CE1-08E5FF59E4B7}" destId="{0CE0C91A-E9AE-482E-99B5-F9EF842E6969}" srcOrd="0" destOrd="0" presId="urn:microsoft.com/office/officeart/2008/layout/HorizontalMultiLevelHierarchy"/>
    <dgm:cxn modelId="{4D0BADE7-13D3-4852-A8DC-F82C98206736}" srcId="{5FAEDCF3-9D21-4441-8392-49C5D3549263}" destId="{FE442592-AC4C-4A43-88ED-C2CB22F9514C}" srcOrd="2" destOrd="0" parTransId="{6BB04079-17C0-4760-8CFC-AF8A648583DC}" sibTransId="{230D5887-392C-42BA-B789-B3696DF62B27}"/>
    <dgm:cxn modelId="{D8634B51-9598-4EBE-ADC8-780F2B3909E4}" type="presOf" srcId="{FE442592-AC4C-4A43-88ED-C2CB22F9514C}" destId="{C97F89A6-899C-42E9-AD7E-152BDC8B0364}" srcOrd="0" destOrd="0" presId="urn:microsoft.com/office/officeart/2008/layout/HorizontalMultiLevelHierarchy"/>
    <dgm:cxn modelId="{A88634F6-780A-42BB-8B1E-BACE8D078D78}" srcId="{5FAEDCF3-9D21-4441-8392-49C5D3549263}" destId="{BDCBD96C-E61C-4522-A901-99F56B7389FB}" srcOrd="0" destOrd="0" parTransId="{363A17AE-9034-4131-921C-CDE68483C9C8}" sibTransId="{4BA75555-09CE-4073-9383-CFB513232D3F}"/>
    <dgm:cxn modelId="{8D595A43-DD57-47B6-8979-82780DAD24AD}" type="presOf" srcId="{EFC0FCE0-72C6-4553-8F1B-E84428B2DCF1}" destId="{4C0DCCA1-6BA7-4232-A4E4-1B71D7B80CB1}" srcOrd="0" destOrd="0" presId="urn:microsoft.com/office/officeart/2008/layout/HorizontalMultiLevelHierarchy"/>
    <dgm:cxn modelId="{4EA04204-4B0F-4157-9712-C570DDF3500F}" srcId="{FE442592-AC4C-4A43-88ED-C2CB22F9514C}" destId="{04D84C71-F6EE-4466-BEDC-B8F25A5E1D27}" srcOrd="0" destOrd="0" parTransId="{6A436EE6-976E-4F6E-AFC1-1FF371C733CA}" sibTransId="{D0F9228D-B776-47F8-936B-469BFFC95293}"/>
    <dgm:cxn modelId="{D69539D1-4B3F-4F01-A33B-F3D6CDC8218D}" srcId="{BDCBD96C-E61C-4522-A901-99F56B7389FB}" destId="{88897D4F-6E7C-4BC4-86AB-48806287E7DB}" srcOrd="0" destOrd="0" parTransId="{EFC0FCE0-72C6-4553-8F1B-E84428B2DCF1}" sibTransId="{689B6C98-2145-4A88-8125-FD58C73D960C}"/>
    <dgm:cxn modelId="{9EC88885-14AB-4C5E-8D40-69D6A6408CF5}" type="presOf" srcId="{F6596863-4BC5-4A9F-9CE1-08E5FF59E4B7}" destId="{16123297-CC4C-436F-8E71-909F3E5C4E20}" srcOrd="1" destOrd="0" presId="urn:microsoft.com/office/officeart/2008/layout/HorizontalMultiLevelHierarchy"/>
    <dgm:cxn modelId="{20BB72A8-14B3-47F1-9175-4823B1DBEEBD}" srcId="{5FAEDCF3-9D21-4441-8392-49C5D3549263}" destId="{F350BDB7-7687-44A6-92A0-7C63FB450861}" srcOrd="1" destOrd="0" parTransId="{F6596863-4BC5-4A9F-9CE1-08E5FF59E4B7}" sibTransId="{1144A38E-D7FC-4FFF-B90D-B4938BC9E0B7}"/>
    <dgm:cxn modelId="{F27614B6-BDF0-4544-AE23-36D77169AC93}" type="presOf" srcId="{BDCBD96C-E61C-4522-A901-99F56B7389FB}" destId="{AE8DD5B6-44ED-4C12-98D9-D27B08C1887A}" srcOrd="0" destOrd="0" presId="urn:microsoft.com/office/officeart/2008/layout/HorizontalMultiLevelHierarchy"/>
    <dgm:cxn modelId="{871EE0C0-1B6F-4B28-B64A-1DAEAF0032D3}" type="presOf" srcId="{363A17AE-9034-4131-921C-CDE68483C9C8}" destId="{283E456D-457B-40F3-BE99-A538623D141E}" srcOrd="1" destOrd="0" presId="urn:microsoft.com/office/officeart/2008/layout/HorizontalMultiLevelHierarchy"/>
    <dgm:cxn modelId="{21F7A016-7CAC-49FD-BEB9-3CBFEDC39E92}" type="presOf" srcId="{6BB04079-17C0-4760-8CFC-AF8A648583DC}" destId="{5D0E97D8-288D-4EDD-82DF-8ADEADB1D588}" srcOrd="0" destOrd="0" presId="urn:microsoft.com/office/officeart/2008/layout/HorizontalMultiLevelHierarchy"/>
    <dgm:cxn modelId="{56F1C5FD-6ECA-4108-B344-A136D92D6730}" type="presOf" srcId="{F350BDB7-7687-44A6-92A0-7C63FB450861}" destId="{F975EE47-3158-49FF-A784-D31F990572F3}" srcOrd="0" destOrd="0" presId="urn:microsoft.com/office/officeart/2008/layout/HorizontalMultiLevelHierarchy"/>
    <dgm:cxn modelId="{43790CDA-7791-414C-817A-06D9D360A0F8}" srcId="{03F9C535-8E4D-40B9-AF65-E7E41171F196}" destId="{5FAEDCF3-9D21-4441-8392-49C5D3549263}" srcOrd="0" destOrd="0" parTransId="{D77C6965-E500-44E6-9490-881B3975CCB4}" sibTransId="{E5760CC7-D4F6-46F2-B106-C8B7FAE610F3}"/>
    <dgm:cxn modelId="{0E9A6CC8-C48B-4304-94C6-C57A6FC88F4C}" type="presOf" srcId="{04D84C71-F6EE-4466-BEDC-B8F25A5E1D27}" destId="{8D498601-E1C1-4339-8941-42336E96F182}" srcOrd="0" destOrd="0" presId="urn:microsoft.com/office/officeart/2008/layout/HorizontalMultiLevelHierarchy"/>
    <dgm:cxn modelId="{261A258E-BEFC-4B91-A21E-156DD96B3EB1}" srcId="{F350BDB7-7687-44A6-92A0-7C63FB450861}" destId="{624494C5-9F78-403D-BA4D-2F5A00DEC46E}" srcOrd="0" destOrd="0" parTransId="{7DDF56CD-B683-4671-88BE-A8061A3DBB49}" sibTransId="{E04682CA-6CF4-44CE-ACFE-8BCEC0E3F10B}"/>
    <dgm:cxn modelId="{E9B1A442-B856-4161-BD94-97C7FB637221}" type="presOf" srcId="{EFC0FCE0-72C6-4553-8F1B-E84428B2DCF1}" destId="{CF241E8F-7DD9-4AD3-BDD3-B1C1721474E3}" srcOrd="1" destOrd="0" presId="urn:microsoft.com/office/officeart/2008/layout/HorizontalMultiLevelHierarchy"/>
    <dgm:cxn modelId="{1457A559-D0D9-43BA-80CA-D2913C0B1713}" type="presOf" srcId="{5FAEDCF3-9D21-4441-8392-49C5D3549263}" destId="{1AC21E4C-45BC-4117-B8D9-3C990B47D9C9}" srcOrd="0" destOrd="0" presId="urn:microsoft.com/office/officeart/2008/layout/HorizontalMultiLevelHierarchy"/>
    <dgm:cxn modelId="{7E72504F-8C71-4B7C-8D4D-52DD4FDD079F}" type="presOf" srcId="{624494C5-9F78-403D-BA4D-2F5A00DEC46E}" destId="{3588C52A-E3AE-45A1-A8BF-BA5818000683}" srcOrd="0" destOrd="0" presId="urn:microsoft.com/office/officeart/2008/layout/HorizontalMultiLevelHierarchy"/>
    <dgm:cxn modelId="{DF25CC64-6C5B-4985-95B2-DECF08D7A5C5}" type="presOf" srcId="{7DDF56CD-B683-4671-88BE-A8061A3DBB49}" destId="{03ADCA6F-4279-4CEF-A336-8CF50AB80BBB}" srcOrd="1" destOrd="0" presId="urn:microsoft.com/office/officeart/2008/layout/HorizontalMultiLevelHierarchy"/>
    <dgm:cxn modelId="{436F5F86-07ED-4B05-810F-E3217C9DF41E}" type="presOf" srcId="{88897D4F-6E7C-4BC4-86AB-48806287E7DB}" destId="{E798200E-7CFC-4F32-82D4-725016E5F6D3}" srcOrd="0" destOrd="0" presId="urn:microsoft.com/office/officeart/2008/layout/HorizontalMultiLevelHierarchy"/>
    <dgm:cxn modelId="{23693D31-EFCB-4A6E-A2DA-BAA3037DB6D7}" type="presOf" srcId="{03F9C535-8E4D-40B9-AF65-E7E41171F196}" destId="{7EF47837-B800-4CE3-BC4F-756F146645D8}" srcOrd="0" destOrd="0" presId="urn:microsoft.com/office/officeart/2008/layout/HorizontalMultiLevelHierarchy"/>
    <dgm:cxn modelId="{BB9ECEC7-8E0F-40F6-897D-6393571C00A3}" type="presOf" srcId="{7DDF56CD-B683-4671-88BE-A8061A3DBB49}" destId="{D1BCC7D8-9070-40EB-B1EE-A0A6C4ACCCFD}" srcOrd="0" destOrd="0" presId="urn:microsoft.com/office/officeart/2008/layout/HorizontalMultiLevelHierarchy"/>
    <dgm:cxn modelId="{8A67B6AE-E940-4F09-BF8A-FA2CDFCDB9C7}" type="presParOf" srcId="{7EF47837-B800-4CE3-BC4F-756F146645D8}" destId="{3C1E2380-58BB-424B-8761-4E7A7989F7DA}" srcOrd="0" destOrd="0" presId="urn:microsoft.com/office/officeart/2008/layout/HorizontalMultiLevelHierarchy"/>
    <dgm:cxn modelId="{6C54FD28-81E6-49BA-9E7C-F52F06A6CE9A}" type="presParOf" srcId="{3C1E2380-58BB-424B-8761-4E7A7989F7DA}" destId="{1AC21E4C-45BC-4117-B8D9-3C990B47D9C9}" srcOrd="0" destOrd="0" presId="urn:microsoft.com/office/officeart/2008/layout/HorizontalMultiLevelHierarchy"/>
    <dgm:cxn modelId="{405C03AD-FC7E-4A79-BC7C-42378707775D}" type="presParOf" srcId="{3C1E2380-58BB-424B-8761-4E7A7989F7DA}" destId="{0B4EE3AD-B77D-4F08-8540-B866BCEC3D35}" srcOrd="1" destOrd="0" presId="urn:microsoft.com/office/officeart/2008/layout/HorizontalMultiLevelHierarchy"/>
    <dgm:cxn modelId="{2E3A1C87-FC93-46A9-B346-8E5A9AEB942D}" type="presParOf" srcId="{0B4EE3AD-B77D-4F08-8540-B866BCEC3D35}" destId="{91E87075-D5D9-4CF6-B29C-1C1E60DCEA1F}" srcOrd="0" destOrd="0" presId="urn:microsoft.com/office/officeart/2008/layout/HorizontalMultiLevelHierarchy"/>
    <dgm:cxn modelId="{F9017A17-933C-427A-AFF4-6346D31F84A6}" type="presParOf" srcId="{91E87075-D5D9-4CF6-B29C-1C1E60DCEA1F}" destId="{283E456D-457B-40F3-BE99-A538623D141E}" srcOrd="0" destOrd="0" presId="urn:microsoft.com/office/officeart/2008/layout/HorizontalMultiLevelHierarchy"/>
    <dgm:cxn modelId="{189A0BFC-23FE-4D1F-ADEC-7B31142E33D6}" type="presParOf" srcId="{0B4EE3AD-B77D-4F08-8540-B866BCEC3D35}" destId="{740CCA13-DE03-41CF-8B42-5840C04C1574}" srcOrd="1" destOrd="0" presId="urn:microsoft.com/office/officeart/2008/layout/HorizontalMultiLevelHierarchy"/>
    <dgm:cxn modelId="{8E158084-6B98-48EF-86FC-F9EB4E3E3A78}" type="presParOf" srcId="{740CCA13-DE03-41CF-8B42-5840C04C1574}" destId="{AE8DD5B6-44ED-4C12-98D9-D27B08C1887A}" srcOrd="0" destOrd="0" presId="urn:microsoft.com/office/officeart/2008/layout/HorizontalMultiLevelHierarchy"/>
    <dgm:cxn modelId="{9E0277AF-052B-44E8-890E-AE27EFD7857A}" type="presParOf" srcId="{740CCA13-DE03-41CF-8B42-5840C04C1574}" destId="{E8721D6D-D603-4E11-960E-BC40E29768F6}" srcOrd="1" destOrd="0" presId="urn:microsoft.com/office/officeart/2008/layout/HorizontalMultiLevelHierarchy"/>
    <dgm:cxn modelId="{C8C1B8F7-6F7F-45BE-A4FE-C7A04ED08524}" type="presParOf" srcId="{E8721D6D-D603-4E11-960E-BC40E29768F6}" destId="{4C0DCCA1-6BA7-4232-A4E4-1B71D7B80CB1}" srcOrd="0" destOrd="0" presId="urn:microsoft.com/office/officeart/2008/layout/HorizontalMultiLevelHierarchy"/>
    <dgm:cxn modelId="{66662560-8C9C-45C6-86F9-117C566FA661}" type="presParOf" srcId="{4C0DCCA1-6BA7-4232-A4E4-1B71D7B80CB1}" destId="{CF241E8F-7DD9-4AD3-BDD3-B1C1721474E3}" srcOrd="0" destOrd="0" presId="urn:microsoft.com/office/officeart/2008/layout/HorizontalMultiLevelHierarchy"/>
    <dgm:cxn modelId="{97DA815D-F84F-41F8-ADF2-5B1DBAC6F5D6}" type="presParOf" srcId="{E8721D6D-D603-4E11-960E-BC40E29768F6}" destId="{E0DB1545-0449-4E6D-B28D-43C31CCE4985}" srcOrd="1" destOrd="0" presId="urn:microsoft.com/office/officeart/2008/layout/HorizontalMultiLevelHierarchy"/>
    <dgm:cxn modelId="{DC49D35E-3980-4789-A43B-CCB7AAAF1C1C}" type="presParOf" srcId="{E0DB1545-0449-4E6D-B28D-43C31CCE4985}" destId="{E798200E-7CFC-4F32-82D4-725016E5F6D3}" srcOrd="0" destOrd="0" presId="urn:microsoft.com/office/officeart/2008/layout/HorizontalMultiLevelHierarchy"/>
    <dgm:cxn modelId="{19EE3377-96A2-4408-9CAD-B5C098BCFD56}" type="presParOf" srcId="{E0DB1545-0449-4E6D-B28D-43C31CCE4985}" destId="{199EFA2A-9973-4D1C-B4C8-5CD836710F74}" srcOrd="1" destOrd="0" presId="urn:microsoft.com/office/officeart/2008/layout/HorizontalMultiLevelHierarchy"/>
    <dgm:cxn modelId="{7485EA42-0529-4C53-9E1D-DFA47B47C1CF}" type="presParOf" srcId="{0B4EE3AD-B77D-4F08-8540-B866BCEC3D35}" destId="{0CE0C91A-E9AE-482E-99B5-F9EF842E6969}" srcOrd="2" destOrd="0" presId="urn:microsoft.com/office/officeart/2008/layout/HorizontalMultiLevelHierarchy"/>
    <dgm:cxn modelId="{81E8B902-283D-4BA0-A229-3F01D1114667}" type="presParOf" srcId="{0CE0C91A-E9AE-482E-99B5-F9EF842E6969}" destId="{16123297-CC4C-436F-8E71-909F3E5C4E20}" srcOrd="0" destOrd="0" presId="urn:microsoft.com/office/officeart/2008/layout/HorizontalMultiLevelHierarchy"/>
    <dgm:cxn modelId="{2854677A-9466-4160-84B8-96B8B70FC6BB}" type="presParOf" srcId="{0B4EE3AD-B77D-4F08-8540-B866BCEC3D35}" destId="{082DE3FA-587D-470F-99B6-FB225D8BF2D3}" srcOrd="3" destOrd="0" presId="urn:microsoft.com/office/officeart/2008/layout/HorizontalMultiLevelHierarchy"/>
    <dgm:cxn modelId="{CAA62AAB-D334-4E10-A0FE-B96C4DDAAEAD}" type="presParOf" srcId="{082DE3FA-587D-470F-99B6-FB225D8BF2D3}" destId="{F975EE47-3158-49FF-A784-D31F990572F3}" srcOrd="0" destOrd="0" presId="urn:microsoft.com/office/officeart/2008/layout/HorizontalMultiLevelHierarchy"/>
    <dgm:cxn modelId="{D21F155C-A702-44F6-A751-EBDA8F3EB483}" type="presParOf" srcId="{082DE3FA-587D-470F-99B6-FB225D8BF2D3}" destId="{FF17AAD0-CD43-43F3-AFDF-94CB6E4EB48B}" srcOrd="1" destOrd="0" presId="urn:microsoft.com/office/officeart/2008/layout/HorizontalMultiLevelHierarchy"/>
    <dgm:cxn modelId="{B7E5F6A3-480B-4A22-A6ED-E605B868055B}" type="presParOf" srcId="{FF17AAD0-CD43-43F3-AFDF-94CB6E4EB48B}" destId="{D1BCC7D8-9070-40EB-B1EE-A0A6C4ACCCFD}" srcOrd="0" destOrd="0" presId="urn:microsoft.com/office/officeart/2008/layout/HorizontalMultiLevelHierarchy"/>
    <dgm:cxn modelId="{947E6503-4867-4C88-8531-C7FFA19C6321}" type="presParOf" srcId="{D1BCC7D8-9070-40EB-B1EE-A0A6C4ACCCFD}" destId="{03ADCA6F-4279-4CEF-A336-8CF50AB80BBB}" srcOrd="0" destOrd="0" presId="urn:microsoft.com/office/officeart/2008/layout/HorizontalMultiLevelHierarchy"/>
    <dgm:cxn modelId="{8FFA8C47-192A-48B2-B553-E0BF5BA12CB3}" type="presParOf" srcId="{FF17AAD0-CD43-43F3-AFDF-94CB6E4EB48B}" destId="{1689FA57-DDD1-4822-9D2F-F24D95332756}" srcOrd="1" destOrd="0" presId="urn:microsoft.com/office/officeart/2008/layout/HorizontalMultiLevelHierarchy"/>
    <dgm:cxn modelId="{2FFE98F4-75D7-494A-B4F7-201510F0B8B5}" type="presParOf" srcId="{1689FA57-DDD1-4822-9D2F-F24D95332756}" destId="{3588C52A-E3AE-45A1-A8BF-BA5818000683}" srcOrd="0" destOrd="0" presId="urn:microsoft.com/office/officeart/2008/layout/HorizontalMultiLevelHierarchy"/>
    <dgm:cxn modelId="{9A007D1A-7A07-4B8A-A30A-A0B393FFFDDA}" type="presParOf" srcId="{1689FA57-DDD1-4822-9D2F-F24D95332756}" destId="{5A6336EA-0FF9-4363-8C61-9395DE6095B1}" srcOrd="1" destOrd="0" presId="urn:microsoft.com/office/officeart/2008/layout/HorizontalMultiLevelHierarchy"/>
    <dgm:cxn modelId="{1DB3AEA6-FC88-46FB-B0B1-BAD3D5DA9601}" type="presParOf" srcId="{0B4EE3AD-B77D-4F08-8540-B866BCEC3D35}" destId="{5D0E97D8-288D-4EDD-82DF-8ADEADB1D588}" srcOrd="4" destOrd="0" presId="urn:microsoft.com/office/officeart/2008/layout/HorizontalMultiLevelHierarchy"/>
    <dgm:cxn modelId="{02390290-F8BE-4696-BE6E-B9A2A3BF80C8}" type="presParOf" srcId="{5D0E97D8-288D-4EDD-82DF-8ADEADB1D588}" destId="{F3A203BB-F3CB-4022-AAB7-F72618E010D0}" srcOrd="0" destOrd="0" presId="urn:microsoft.com/office/officeart/2008/layout/HorizontalMultiLevelHierarchy"/>
    <dgm:cxn modelId="{FBB58ADD-F133-4A8D-B9BA-B03F44DF049C}" type="presParOf" srcId="{0B4EE3AD-B77D-4F08-8540-B866BCEC3D35}" destId="{22201671-AA76-44A0-AE9F-DC82131B1381}" srcOrd="5" destOrd="0" presId="urn:microsoft.com/office/officeart/2008/layout/HorizontalMultiLevelHierarchy"/>
    <dgm:cxn modelId="{74AE911E-20EA-4537-8C25-2F99F079F6BB}" type="presParOf" srcId="{22201671-AA76-44A0-AE9F-DC82131B1381}" destId="{C97F89A6-899C-42E9-AD7E-152BDC8B0364}" srcOrd="0" destOrd="0" presId="urn:microsoft.com/office/officeart/2008/layout/HorizontalMultiLevelHierarchy"/>
    <dgm:cxn modelId="{85816D9E-AEA4-439F-9233-A578E48FF0C9}" type="presParOf" srcId="{22201671-AA76-44A0-AE9F-DC82131B1381}" destId="{FE2E1AF0-5C78-4CF3-9FCB-39C3200B6213}" srcOrd="1" destOrd="0" presId="urn:microsoft.com/office/officeart/2008/layout/HorizontalMultiLevelHierarchy"/>
    <dgm:cxn modelId="{5D46C7D4-E4C3-4268-A0ED-B25ED79DE7B8}" type="presParOf" srcId="{FE2E1AF0-5C78-4CF3-9FCB-39C3200B6213}" destId="{D5B60054-CD5F-418A-B961-C84E8B1E6620}" srcOrd="0" destOrd="0" presId="urn:microsoft.com/office/officeart/2008/layout/HorizontalMultiLevelHierarchy"/>
    <dgm:cxn modelId="{FC3BC6B3-F3AE-41AF-9E86-3D9BCF7FA226}" type="presParOf" srcId="{D5B60054-CD5F-418A-B961-C84E8B1E6620}" destId="{5338AF2F-BC55-4B20-AB11-47FCC6D1BC0B}" srcOrd="0" destOrd="0" presId="urn:microsoft.com/office/officeart/2008/layout/HorizontalMultiLevelHierarchy"/>
    <dgm:cxn modelId="{B51A75A5-C75F-4BAB-B3D8-35452C487086}" type="presParOf" srcId="{FE2E1AF0-5C78-4CF3-9FCB-39C3200B6213}" destId="{EFB46F94-DF29-455C-86F8-338A8CA26EB4}" srcOrd="1" destOrd="0" presId="urn:microsoft.com/office/officeart/2008/layout/HorizontalMultiLevelHierarchy"/>
    <dgm:cxn modelId="{3B9BCA1B-9EF1-4419-AD84-03C9B0787210}" type="presParOf" srcId="{EFB46F94-DF29-455C-86F8-338A8CA26EB4}" destId="{8D498601-E1C1-4339-8941-42336E96F182}" srcOrd="0" destOrd="0" presId="urn:microsoft.com/office/officeart/2008/layout/HorizontalMultiLevelHierarchy"/>
    <dgm:cxn modelId="{27FF49D0-152F-4FA2-AEFE-13C1EEB9AC71}" type="presParOf" srcId="{EFB46F94-DF29-455C-86F8-338A8CA26EB4}" destId="{BAC8AE90-5582-4A70-ADB6-2F1CDE11295A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3F9C535-8E4D-40B9-AF65-E7E41171F19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FAEDCF3-9D21-4441-8392-49C5D3549263}">
      <dgm:prSet phldrT="[Text]"/>
      <dgm:spPr/>
      <dgm:t>
        <a:bodyPr/>
        <a:lstStyle/>
        <a:p>
          <a:r>
            <a:rPr lang="en-US" dirty="0" smtClean="0"/>
            <a:t>PILLAR  5: Policy &amp; Regulation</a:t>
          </a:r>
          <a:endParaRPr lang="en-GB" dirty="0"/>
        </a:p>
      </dgm:t>
    </dgm:pt>
    <dgm:pt modelId="{D77C6965-E500-44E6-9490-881B3975CCB4}" type="parTrans" cxnId="{43790CDA-7791-414C-817A-06D9D360A0F8}">
      <dgm:prSet/>
      <dgm:spPr/>
      <dgm:t>
        <a:bodyPr/>
        <a:lstStyle/>
        <a:p>
          <a:endParaRPr lang="en-GB"/>
        </a:p>
      </dgm:t>
    </dgm:pt>
    <dgm:pt modelId="{E5760CC7-D4F6-46F2-B106-C8B7FAE610F3}" type="sibTrans" cxnId="{43790CDA-7791-414C-817A-06D9D360A0F8}">
      <dgm:prSet/>
      <dgm:spPr/>
      <dgm:t>
        <a:bodyPr/>
        <a:lstStyle/>
        <a:p>
          <a:endParaRPr lang="en-GB"/>
        </a:p>
      </dgm:t>
    </dgm:pt>
    <dgm:pt modelId="{F350BDB7-7687-44A6-92A0-7C63FB450861}">
      <dgm:prSet phldrT="[Text]"/>
      <dgm:spPr/>
      <dgm:t>
        <a:bodyPr/>
        <a:lstStyle/>
        <a:p>
          <a:r>
            <a:rPr lang="en-US" b="1" dirty="0" smtClean="0"/>
            <a:t>SO2: </a:t>
          </a:r>
          <a:r>
            <a:rPr lang="en-GB" b="1" dirty="0" smtClean="0">
              <a:latin typeface="Century Gothic" panose="020B0502020202020204" pitchFamily="34" charset="0"/>
            </a:rPr>
            <a:t>Adoption of Outstanding Legislation</a:t>
          </a:r>
          <a:endParaRPr lang="en-GB" b="1" dirty="0"/>
        </a:p>
      </dgm:t>
    </dgm:pt>
    <dgm:pt modelId="{F6596863-4BC5-4A9F-9CE1-08E5FF59E4B7}" type="parTrans" cxnId="{20BB72A8-14B3-47F1-9175-4823B1DBEEBD}">
      <dgm:prSet/>
      <dgm:spPr/>
      <dgm:t>
        <a:bodyPr/>
        <a:lstStyle/>
        <a:p>
          <a:endParaRPr lang="en-GB"/>
        </a:p>
      </dgm:t>
    </dgm:pt>
    <dgm:pt modelId="{1144A38E-D7FC-4FFF-B90D-B4938BC9E0B7}" type="sibTrans" cxnId="{20BB72A8-14B3-47F1-9175-4823B1DBEEBD}">
      <dgm:prSet/>
      <dgm:spPr/>
      <dgm:t>
        <a:bodyPr/>
        <a:lstStyle/>
        <a:p>
          <a:endParaRPr lang="en-GB"/>
        </a:p>
      </dgm:t>
    </dgm:pt>
    <dgm:pt modelId="{624494C5-9F78-403D-BA4D-2F5A00DEC46E}">
      <dgm:prSet phldrT="[Text]" custT="1"/>
      <dgm:spPr/>
      <dgm:t>
        <a:bodyPr/>
        <a:lstStyle/>
        <a:p>
          <a:r>
            <a:rPr lang="en-GB" sz="1400" b="0" dirty="0" smtClean="0"/>
            <a:t>DO: Adoption and implementation of this legislation creates an enabling </a:t>
          </a:r>
          <a:r>
            <a:rPr lang="en-GB" sz="1200" b="0" dirty="0" smtClean="0"/>
            <a:t>environment</a:t>
          </a:r>
          <a:r>
            <a:rPr lang="en-GB" sz="1400" b="0" dirty="0" smtClean="0"/>
            <a:t> for Namibia to leverage digital technologies for economic growth, innovation, and enhanced public service delivery</a:t>
          </a:r>
          <a:endParaRPr lang="en-GB" sz="1400" b="0" dirty="0"/>
        </a:p>
      </dgm:t>
    </dgm:pt>
    <dgm:pt modelId="{7DDF56CD-B683-4671-88BE-A8061A3DBB49}" type="parTrans" cxnId="{261A258E-BEFC-4B91-A21E-156DD96B3EB1}">
      <dgm:prSet/>
      <dgm:spPr/>
      <dgm:t>
        <a:bodyPr/>
        <a:lstStyle/>
        <a:p>
          <a:endParaRPr lang="en-GB"/>
        </a:p>
      </dgm:t>
    </dgm:pt>
    <dgm:pt modelId="{E04682CA-6CF4-44CE-ACFE-8BCEC0E3F10B}" type="sibTrans" cxnId="{261A258E-BEFC-4B91-A21E-156DD96B3EB1}">
      <dgm:prSet/>
      <dgm:spPr/>
      <dgm:t>
        <a:bodyPr/>
        <a:lstStyle/>
        <a:p>
          <a:endParaRPr lang="en-GB"/>
        </a:p>
      </dgm:t>
    </dgm:pt>
    <dgm:pt modelId="{FE442592-AC4C-4A43-88ED-C2CB22F9514C}">
      <dgm:prSet phldrT="[Text]"/>
      <dgm:spPr/>
      <dgm:t>
        <a:bodyPr/>
        <a:lstStyle/>
        <a:p>
          <a:r>
            <a:rPr lang="en-GB" b="1" dirty="0" smtClean="0">
              <a:latin typeface="Century Gothic" panose="020B0502020202020204" pitchFamily="34" charset="0"/>
            </a:rPr>
            <a:t>SO3:Regulatory Sandboxes</a:t>
          </a:r>
          <a:endParaRPr lang="en-GB" b="1" dirty="0"/>
        </a:p>
      </dgm:t>
    </dgm:pt>
    <dgm:pt modelId="{6BB04079-17C0-4760-8CFC-AF8A648583DC}" type="parTrans" cxnId="{4D0BADE7-13D3-4852-A8DC-F82C98206736}">
      <dgm:prSet/>
      <dgm:spPr/>
      <dgm:t>
        <a:bodyPr/>
        <a:lstStyle/>
        <a:p>
          <a:endParaRPr lang="en-GB"/>
        </a:p>
      </dgm:t>
    </dgm:pt>
    <dgm:pt modelId="{230D5887-392C-42BA-B789-B3696DF62B27}" type="sibTrans" cxnId="{4D0BADE7-13D3-4852-A8DC-F82C98206736}">
      <dgm:prSet/>
      <dgm:spPr/>
      <dgm:t>
        <a:bodyPr/>
        <a:lstStyle/>
        <a:p>
          <a:endParaRPr lang="en-GB"/>
        </a:p>
      </dgm:t>
    </dgm:pt>
    <dgm:pt modelId="{04D84C71-F6EE-4466-BEDC-B8F25A5E1D27}">
      <dgm:prSet phldrT="[Text]" custT="1"/>
      <dgm:spPr/>
      <dgm:t>
        <a:bodyPr/>
        <a:lstStyle/>
        <a:p>
          <a:r>
            <a:rPr lang="en-US" sz="1800" b="0" dirty="0" smtClean="0"/>
            <a:t>DO: </a:t>
          </a:r>
          <a:r>
            <a:rPr lang="en-GB" sz="1800" b="0" dirty="0" smtClean="0">
              <a:latin typeface="Century Gothic" panose="020B0502020202020204" pitchFamily="34" charset="0"/>
            </a:rPr>
            <a:t>Accelerated regulation of emerging digital services through responsive regulatory innovation</a:t>
          </a:r>
          <a:endParaRPr lang="en-GB" sz="1800" b="0" dirty="0"/>
        </a:p>
      </dgm:t>
    </dgm:pt>
    <dgm:pt modelId="{6A436EE6-976E-4F6E-AFC1-1FF371C733CA}" type="parTrans" cxnId="{4EA04204-4B0F-4157-9712-C570DDF3500F}">
      <dgm:prSet/>
      <dgm:spPr/>
      <dgm:t>
        <a:bodyPr/>
        <a:lstStyle/>
        <a:p>
          <a:endParaRPr lang="en-GB"/>
        </a:p>
      </dgm:t>
    </dgm:pt>
    <dgm:pt modelId="{D0F9228D-B776-47F8-936B-469BFFC95293}" type="sibTrans" cxnId="{4EA04204-4B0F-4157-9712-C570DDF3500F}">
      <dgm:prSet/>
      <dgm:spPr/>
      <dgm:t>
        <a:bodyPr/>
        <a:lstStyle/>
        <a:p>
          <a:endParaRPr lang="en-GB"/>
        </a:p>
      </dgm:t>
    </dgm:pt>
    <dgm:pt modelId="{BDCBD96C-E61C-4522-A901-99F56B7389FB}">
      <dgm:prSet phldrT="[Text]"/>
      <dgm:spPr/>
      <dgm:t>
        <a:bodyPr/>
        <a:lstStyle/>
        <a:p>
          <a:r>
            <a:rPr lang="en-US" b="1" dirty="0" smtClean="0"/>
            <a:t>SO1: </a:t>
          </a:r>
          <a:r>
            <a:rPr lang="en-GB" b="1" dirty="0" smtClean="0">
              <a:latin typeface="Century Gothic" panose="020B0502020202020204" pitchFamily="34" charset="0"/>
            </a:rPr>
            <a:t>Emerging Technology Governance</a:t>
          </a:r>
          <a:endParaRPr lang="en-GB" b="1" dirty="0"/>
        </a:p>
      </dgm:t>
    </dgm:pt>
    <dgm:pt modelId="{363A17AE-9034-4131-921C-CDE68483C9C8}" type="parTrans" cxnId="{A88634F6-780A-42BB-8B1E-BACE8D078D78}">
      <dgm:prSet/>
      <dgm:spPr/>
      <dgm:t>
        <a:bodyPr/>
        <a:lstStyle/>
        <a:p>
          <a:endParaRPr lang="en-GB"/>
        </a:p>
      </dgm:t>
    </dgm:pt>
    <dgm:pt modelId="{4BA75555-09CE-4073-9383-CFB513232D3F}" type="sibTrans" cxnId="{A88634F6-780A-42BB-8B1E-BACE8D078D78}">
      <dgm:prSet/>
      <dgm:spPr/>
      <dgm:t>
        <a:bodyPr/>
        <a:lstStyle/>
        <a:p>
          <a:endParaRPr lang="en-GB"/>
        </a:p>
      </dgm:t>
    </dgm:pt>
    <dgm:pt modelId="{88897D4F-6E7C-4BC4-86AB-48806287E7DB}">
      <dgm:prSet phldrT="[Text]" custT="1"/>
      <dgm:spPr/>
      <dgm:t>
        <a:bodyPr/>
        <a:lstStyle/>
        <a:p>
          <a:r>
            <a:rPr lang="en-GB" sz="1400" b="0" dirty="0" smtClean="0">
              <a:latin typeface="Century Gothic" panose="020B0502020202020204" pitchFamily="34" charset="0"/>
            </a:rPr>
            <a:t>DO: Ensuring that innovation is nurtured while implementing necessary security measures and ethical safeguards.</a:t>
          </a:r>
          <a:endParaRPr lang="en-GB" sz="1400" b="0" dirty="0"/>
        </a:p>
      </dgm:t>
    </dgm:pt>
    <dgm:pt modelId="{EFC0FCE0-72C6-4553-8F1B-E84428B2DCF1}" type="parTrans" cxnId="{D69539D1-4B3F-4F01-A33B-F3D6CDC8218D}">
      <dgm:prSet/>
      <dgm:spPr/>
      <dgm:t>
        <a:bodyPr/>
        <a:lstStyle/>
        <a:p>
          <a:endParaRPr lang="en-GB"/>
        </a:p>
      </dgm:t>
    </dgm:pt>
    <dgm:pt modelId="{689B6C98-2145-4A88-8125-FD58C73D960C}" type="sibTrans" cxnId="{D69539D1-4B3F-4F01-A33B-F3D6CDC8218D}">
      <dgm:prSet/>
      <dgm:spPr/>
      <dgm:t>
        <a:bodyPr/>
        <a:lstStyle/>
        <a:p>
          <a:endParaRPr lang="en-GB"/>
        </a:p>
      </dgm:t>
    </dgm:pt>
    <dgm:pt modelId="{7EF47837-B800-4CE3-BC4F-756F146645D8}" type="pres">
      <dgm:prSet presAssocID="{03F9C535-8E4D-40B9-AF65-E7E41171F19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C1E2380-58BB-424B-8761-4E7A7989F7DA}" type="pres">
      <dgm:prSet presAssocID="{5FAEDCF3-9D21-4441-8392-49C5D3549263}" presName="root1" presStyleCnt="0"/>
      <dgm:spPr/>
    </dgm:pt>
    <dgm:pt modelId="{1AC21E4C-45BC-4117-B8D9-3C990B47D9C9}" type="pres">
      <dgm:prSet presAssocID="{5FAEDCF3-9D21-4441-8392-49C5D354926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B4EE3AD-B77D-4F08-8540-B866BCEC3D35}" type="pres">
      <dgm:prSet presAssocID="{5FAEDCF3-9D21-4441-8392-49C5D3549263}" presName="level2hierChild" presStyleCnt="0"/>
      <dgm:spPr/>
    </dgm:pt>
    <dgm:pt modelId="{91E87075-D5D9-4CF6-B29C-1C1E60DCEA1F}" type="pres">
      <dgm:prSet presAssocID="{363A17AE-9034-4131-921C-CDE68483C9C8}" presName="conn2-1" presStyleLbl="parChTrans1D2" presStyleIdx="0" presStyleCnt="3"/>
      <dgm:spPr/>
      <dgm:t>
        <a:bodyPr/>
        <a:lstStyle/>
        <a:p>
          <a:endParaRPr lang="en-US"/>
        </a:p>
      </dgm:t>
    </dgm:pt>
    <dgm:pt modelId="{283E456D-457B-40F3-BE99-A538623D141E}" type="pres">
      <dgm:prSet presAssocID="{363A17AE-9034-4131-921C-CDE68483C9C8}" presName="connTx" presStyleLbl="parChTrans1D2" presStyleIdx="0" presStyleCnt="3"/>
      <dgm:spPr/>
      <dgm:t>
        <a:bodyPr/>
        <a:lstStyle/>
        <a:p>
          <a:endParaRPr lang="en-US"/>
        </a:p>
      </dgm:t>
    </dgm:pt>
    <dgm:pt modelId="{740CCA13-DE03-41CF-8B42-5840C04C1574}" type="pres">
      <dgm:prSet presAssocID="{BDCBD96C-E61C-4522-A901-99F56B7389FB}" presName="root2" presStyleCnt="0"/>
      <dgm:spPr/>
    </dgm:pt>
    <dgm:pt modelId="{AE8DD5B6-44ED-4C12-98D9-D27B08C1887A}" type="pres">
      <dgm:prSet presAssocID="{BDCBD96C-E61C-4522-A901-99F56B7389FB}" presName="LevelTwoTextNode" presStyleLbl="node2" presStyleIdx="0" presStyleCnt="3" custScaleY="15219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8721D6D-D603-4E11-960E-BC40E29768F6}" type="pres">
      <dgm:prSet presAssocID="{BDCBD96C-E61C-4522-A901-99F56B7389FB}" presName="level3hierChild" presStyleCnt="0"/>
      <dgm:spPr/>
    </dgm:pt>
    <dgm:pt modelId="{4C0DCCA1-6BA7-4232-A4E4-1B71D7B80CB1}" type="pres">
      <dgm:prSet presAssocID="{EFC0FCE0-72C6-4553-8F1B-E84428B2DCF1}" presName="conn2-1" presStyleLbl="parChTrans1D3" presStyleIdx="0" presStyleCnt="3"/>
      <dgm:spPr/>
      <dgm:t>
        <a:bodyPr/>
        <a:lstStyle/>
        <a:p>
          <a:endParaRPr lang="en-US"/>
        </a:p>
      </dgm:t>
    </dgm:pt>
    <dgm:pt modelId="{CF241E8F-7DD9-4AD3-BDD3-B1C1721474E3}" type="pres">
      <dgm:prSet presAssocID="{EFC0FCE0-72C6-4553-8F1B-E84428B2DCF1}" presName="connTx" presStyleLbl="parChTrans1D3" presStyleIdx="0" presStyleCnt="3"/>
      <dgm:spPr/>
      <dgm:t>
        <a:bodyPr/>
        <a:lstStyle/>
        <a:p>
          <a:endParaRPr lang="en-US"/>
        </a:p>
      </dgm:t>
    </dgm:pt>
    <dgm:pt modelId="{E0DB1545-0449-4E6D-B28D-43C31CCE4985}" type="pres">
      <dgm:prSet presAssocID="{88897D4F-6E7C-4BC4-86AB-48806287E7DB}" presName="root2" presStyleCnt="0"/>
      <dgm:spPr/>
    </dgm:pt>
    <dgm:pt modelId="{E798200E-7CFC-4F32-82D4-725016E5F6D3}" type="pres">
      <dgm:prSet presAssocID="{88897D4F-6E7C-4BC4-86AB-48806287E7DB}" presName="LevelTwoTextNode" presStyleLbl="node3" presStyleIdx="0" presStyleCnt="3" custScaleY="14062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99EFA2A-9973-4D1C-B4C8-5CD836710F74}" type="pres">
      <dgm:prSet presAssocID="{88897D4F-6E7C-4BC4-86AB-48806287E7DB}" presName="level3hierChild" presStyleCnt="0"/>
      <dgm:spPr/>
    </dgm:pt>
    <dgm:pt modelId="{0CE0C91A-E9AE-482E-99B5-F9EF842E6969}" type="pres">
      <dgm:prSet presAssocID="{F6596863-4BC5-4A9F-9CE1-08E5FF59E4B7}" presName="conn2-1" presStyleLbl="parChTrans1D2" presStyleIdx="1" presStyleCnt="3"/>
      <dgm:spPr/>
      <dgm:t>
        <a:bodyPr/>
        <a:lstStyle/>
        <a:p>
          <a:endParaRPr lang="en-US"/>
        </a:p>
      </dgm:t>
    </dgm:pt>
    <dgm:pt modelId="{16123297-CC4C-436F-8E71-909F3E5C4E20}" type="pres">
      <dgm:prSet presAssocID="{F6596863-4BC5-4A9F-9CE1-08E5FF59E4B7}" presName="connTx" presStyleLbl="parChTrans1D2" presStyleIdx="1" presStyleCnt="3"/>
      <dgm:spPr/>
      <dgm:t>
        <a:bodyPr/>
        <a:lstStyle/>
        <a:p>
          <a:endParaRPr lang="en-US"/>
        </a:p>
      </dgm:t>
    </dgm:pt>
    <dgm:pt modelId="{082DE3FA-587D-470F-99B6-FB225D8BF2D3}" type="pres">
      <dgm:prSet presAssocID="{F350BDB7-7687-44A6-92A0-7C63FB450861}" presName="root2" presStyleCnt="0"/>
      <dgm:spPr/>
    </dgm:pt>
    <dgm:pt modelId="{F975EE47-3158-49FF-A784-D31F990572F3}" type="pres">
      <dgm:prSet presAssocID="{F350BDB7-7687-44A6-92A0-7C63FB450861}" presName="LevelTwoTextNode" presStyleLbl="node2" presStyleIdx="1" presStyleCnt="3" custScaleY="132602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F17AAD0-CD43-43F3-AFDF-94CB6E4EB48B}" type="pres">
      <dgm:prSet presAssocID="{F350BDB7-7687-44A6-92A0-7C63FB450861}" presName="level3hierChild" presStyleCnt="0"/>
      <dgm:spPr/>
    </dgm:pt>
    <dgm:pt modelId="{D1BCC7D8-9070-40EB-B1EE-A0A6C4ACCCFD}" type="pres">
      <dgm:prSet presAssocID="{7DDF56CD-B683-4671-88BE-A8061A3DBB49}" presName="conn2-1" presStyleLbl="parChTrans1D3" presStyleIdx="1" presStyleCnt="3"/>
      <dgm:spPr/>
      <dgm:t>
        <a:bodyPr/>
        <a:lstStyle/>
        <a:p>
          <a:endParaRPr lang="en-US"/>
        </a:p>
      </dgm:t>
    </dgm:pt>
    <dgm:pt modelId="{03ADCA6F-4279-4CEF-A336-8CF50AB80BBB}" type="pres">
      <dgm:prSet presAssocID="{7DDF56CD-B683-4671-88BE-A8061A3DBB49}" presName="connTx" presStyleLbl="parChTrans1D3" presStyleIdx="1" presStyleCnt="3"/>
      <dgm:spPr/>
      <dgm:t>
        <a:bodyPr/>
        <a:lstStyle/>
        <a:p>
          <a:endParaRPr lang="en-US"/>
        </a:p>
      </dgm:t>
    </dgm:pt>
    <dgm:pt modelId="{1689FA57-DDD1-4822-9D2F-F24D95332756}" type="pres">
      <dgm:prSet presAssocID="{624494C5-9F78-403D-BA4D-2F5A00DEC46E}" presName="root2" presStyleCnt="0"/>
      <dgm:spPr/>
    </dgm:pt>
    <dgm:pt modelId="{3588C52A-E3AE-45A1-A8BF-BA5818000683}" type="pres">
      <dgm:prSet presAssocID="{624494C5-9F78-403D-BA4D-2F5A00DEC46E}" presName="LevelTwoTextNode" presStyleLbl="node3" presStyleIdx="1" presStyleCnt="3" custScaleX="102745" custScaleY="159312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A6336EA-0FF9-4363-8C61-9395DE6095B1}" type="pres">
      <dgm:prSet presAssocID="{624494C5-9F78-403D-BA4D-2F5A00DEC46E}" presName="level3hierChild" presStyleCnt="0"/>
      <dgm:spPr/>
    </dgm:pt>
    <dgm:pt modelId="{5D0E97D8-288D-4EDD-82DF-8ADEADB1D588}" type="pres">
      <dgm:prSet presAssocID="{6BB04079-17C0-4760-8CFC-AF8A648583DC}" presName="conn2-1" presStyleLbl="parChTrans1D2" presStyleIdx="2" presStyleCnt="3"/>
      <dgm:spPr/>
      <dgm:t>
        <a:bodyPr/>
        <a:lstStyle/>
        <a:p>
          <a:endParaRPr lang="en-US"/>
        </a:p>
      </dgm:t>
    </dgm:pt>
    <dgm:pt modelId="{F3A203BB-F3CB-4022-AAB7-F72618E010D0}" type="pres">
      <dgm:prSet presAssocID="{6BB04079-17C0-4760-8CFC-AF8A648583DC}" presName="connTx" presStyleLbl="parChTrans1D2" presStyleIdx="2" presStyleCnt="3"/>
      <dgm:spPr/>
      <dgm:t>
        <a:bodyPr/>
        <a:lstStyle/>
        <a:p>
          <a:endParaRPr lang="en-US"/>
        </a:p>
      </dgm:t>
    </dgm:pt>
    <dgm:pt modelId="{22201671-AA76-44A0-AE9F-DC82131B1381}" type="pres">
      <dgm:prSet presAssocID="{FE442592-AC4C-4A43-88ED-C2CB22F9514C}" presName="root2" presStyleCnt="0"/>
      <dgm:spPr/>
    </dgm:pt>
    <dgm:pt modelId="{C97F89A6-899C-42E9-AD7E-152BDC8B0364}" type="pres">
      <dgm:prSet presAssocID="{FE442592-AC4C-4A43-88ED-C2CB22F9514C}" presName="LevelTwoTextNode" presStyleLbl="node2" presStyleIdx="2" presStyleCnt="3" custScaleY="13535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E2E1AF0-5C78-4CF3-9FCB-39C3200B6213}" type="pres">
      <dgm:prSet presAssocID="{FE442592-AC4C-4A43-88ED-C2CB22F9514C}" presName="level3hierChild" presStyleCnt="0"/>
      <dgm:spPr/>
    </dgm:pt>
    <dgm:pt modelId="{D5B60054-CD5F-418A-B961-C84E8B1E6620}" type="pres">
      <dgm:prSet presAssocID="{6A436EE6-976E-4F6E-AFC1-1FF371C733CA}" presName="conn2-1" presStyleLbl="parChTrans1D3" presStyleIdx="2" presStyleCnt="3"/>
      <dgm:spPr/>
      <dgm:t>
        <a:bodyPr/>
        <a:lstStyle/>
        <a:p>
          <a:endParaRPr lang="en-US"/>
        </a:p>
      </dgm:t>
    </dgm:pt>
    <dgm:pt modelId="{5338AF2F-BC55-4B20-AB11-47FCC6D1BC0B}" type="pres">
      <dgm:prSet presAssocID="{6A436EE6-976E-4F6E-AFC1-1FF371C733CA}" presName="connTx" presStyleLbl="parChTrans1D3" presStyleIdx="2" presStyleCnt="3"/>
      <dgm:spPr/>
      <dgm:t>
        <a:bodyPr/>
        <a:lstStyle/>
        <a:p>
          <a:endParaRPr lang="en-US"/>
        </a:p>
      </dgm:t>
    </dgm:pt>
    <dgm:pt modelId="{EFB46F94-DF29-455C-86F8-338A8CA26EB4}" type="pres">
      <dgm:prSet presAssocID="{04D84C71-F6EE-4466-BEDC-B8F25A5E1D27}" presName="root2" presStyleCnt="0"/>
      <dgm:spPr/>
    </dgm:pt>
    <dgm:pt modelId="{8D498601-E1C1-4339-8941-42336E96F182}" type="pres">
      <dgm:prSet presAssocID="{04D84C71-F6EE-4466-BEDC-B8F25A5E1D27}" presName="LevelTwoTextNode" presStyleLbl="node3" presStyleIdx="2" presStyleCnt="3" custScaleY="14614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C8AE90-5582-4A70-ADB6-2F1CDE11295A}" type="pres">
      <dgm:prSet presAssocID="{04D84C71-F6EE-4466-BEDC-B8F25A5E1D27}" presName="level3hierChild" presStyleCnt="0"/>
      <dgm:spPr/>
    </dgm:pt>
  </dgm:ptLst>
  <dgm:cxnLst>
    <dgm:cxn modelId="{4D0BADE7-13D3-4852-A8DC-F82C98206736}" srcId="{5FAEDCF3-9D21-4441-8392-49C5D3549263}" destId="{FE442592-AC4C-4A43-88ED-C2CB22F9514C}" srcOrd="2" destOrd="0" parTransId="{6BB04079-17C0-4760-8CFC-AF8A648583DC}" sibTransId="{230D5887-392C-42BA-B789-B3696DF62B27}"/>
    <dgm:cxn modelId="{43790CDA-7791-414C-817A-06D9D360A0F8}" srcId="{03F9C535-8E4D-40B9-AF65-E7E41171F196}" destId="{5FAEDCF3-9D21-4441-8392-49C5D3549263}" srcOrd="0" destOrd="0" parTransId="{D77C6965-E500-44E6-9490-881B3975CCB4}" sibTransId="{E5760CC7-D4F6-46F2-B106-C8B7FAE610F3}"/>
    <dgm:cxn modelId="{DA01FEF3-F1F5-40D8-88BA-970910B73A5E}" type="presOf" srcId="{6A436EE6-976E-4F6E-AFC1-1FF371C733CA}" destId="{D5B60054-CD5F-418A-B961-C84E8B1E6620}" srcOrd="0" destOrd="0" presId="urn:microsoft.com/office/officeart/2008/layout/HorizontalMultiLevelHierarchy"/>
    <dgm:cxn modelId="{261A258E-BEFC-4B91-A21E-156DD96B3EB1}" srcId="{F350BDB7-7687-44A6-92A0-7C63FB450861}" destId="{624494C5-9F78-403D-BA4D-2F5A00DEC46E}" srcOrd="0" destOrd="0" parTransId="{7DDF56CD-B683-4671-88BE-A8061A3DBB49}" sibTransId="{E04682CA-6CF4-44CE-ACFE-8BCEC0E3F10B}"/>
    <dgm:cxn modelId="{B6E06341-EF67-4F6E-A1C7-510A9B6CD05A}" type="presOf" srcId="{F350BDB7-7687-44A6-92A0-7C63FB450861}" destId="{F975EE47-3158-49FF-A784-D31F990572F3}" srcOrd="0" destOrd="0" presId="urn:microsoft.com/office/officeart/2008/layout/HorizontalMultiLevelHierarchy"/>
    <dgm:cxn modelId="{0BC2B3F3-F022-4DC2-980D-61F063FAD2A2}" type="presOf" srcId="{363A17AE-9034-4131-921C-CDE68483C9C8}" destId="{283E456D-457B-40F3-BE99-A538623D141E}" srcOrd="1" destOrd="0" presId="urn:microsoft.com/office/officeart/2008/layout/HorizontalMultiLevelHierarchy"/>
    <dgm:cxn modelId="{20BB72A8-14B3-47F1-9175-4823B1DBEEBD}" srcId="{5FAEDCF3-9D21-4441-8392-49C5D3549263}" destId="{F350BDB7-7687-44A6-92A0-7C63FB450861}" srcOrd="1" destOrd="0" parTransId="{F6596863-4BC5-4A9F-9CE1-08E5FF59E4B7}" sibTransId="{1144A38E-D7FC-4FFF-B90D-B4938BC9E0B7}"/>
    <dgm:cxn modelId="{F258BA09-F5AB-4DF2-81CF-C9CCD72F3194}" type="presOf" srcId="{7DDF56CD-B683-4671-88BE-A8061A3DBB49}" destId="{03ADCA6F-4279-4CEF-A336-8CF50AB80BBB}" srcOrd="1" destOrd="0" presId="urn:microsoft.com/office/officeart/2008/layout/HorizontalMultiLevelHierarchy"/>
    <dgm:cxn modelId="{82BFB14D-969D-4D04-A571-246B66C9EF30}" type="presOf" srcId="{7DDF56CD-B683-4671-88BE-A8061A3DBB49}" destId="{D1BCC7D8-9070-40EB-B1EE-A0A6C4ACCCFD}" srcOrd="0" destOrd="0" presId="urn:microsoft.com/office/officeart/2008/layout/HorizontalMultiLevelHierarchy"/>
    <dgm:cxn modelId="{33641FBF-56BC-4604-ACCF-B5A22B9C94EB}" type="presOf" srcId="{6BB04079-17C0-4760-8CFC-AF8A648583DC}" destId="{F3A203BB-F3CB-4022-AAB7-F72618E010D0}" srcOrd="1" destOrd="0" presId="urn:microsoft.com/office/officeart/2008/layout/HorizontalMultiLevelHierarchy"/>
    <dgm:cxn modelId="{738962EF-7CEB-438F-A6B9-4304EAF1A3F3}" type="presOf" srcId="{EFC0FCE0-72C6-4553-8F1B-E84428B2DCF1}" destId="{4C0DCCA1-6BA7-4232-A4E4-1B71D7B80CB1}" srcOrd="0" destOrd="0" presId="urn:microsoft.com/office/officeart/2008/layout/HorizontalMultiLevelHierarchy"/>
    <dgm:cxn modelId="{A7550684-B91F-4828-A3A1-138421C8EDDB}" type="presOf" srcId="{F6596863-4BC5-4A9F-9CE1-08E5FF59E4B7}" destId="{0CE0C91A-E9AE-482E-99B5-F9EF842E6969}" srcOrd="0" destOrd="0" presId="urn:microsoft.com/office/officeart/2008/layout/HorizontalMultiLevelHierarchy"/>
    <dgm:cxn modelId="{6098C209-E3FC-487E-9A2D-B512F624DADC}" type="presOf" srcId="{FE442592-AC4C-4A43-88ED-C2CB22F9514C}" destId="{C97F89A6-899C-42E9-AD7E-152BDC8B0364}" srcOrd="0" destOrd="0" presId="urn:microsoft.com/office/officeart/2008/layout/HorizontalMultiLevelHierarchy"/>
    <dgm:cxn modelId="{88DD584E-029D-452D-8C18-4DEB62FC966F}" type="presOf" srcId="{363A17AE-9034-4131-921C-CDE68483C9C8}" destId="{91E87075-D5D9-4CF6-B29C-1C1E60DCEA1F}" srcOrd="0" destOrd="0" presId="urn:microsoft.com/office/officeart/2008/layout/HorizontalMultiLevelHierarchy"/>
    <dgm:cxn modelId="{A027DD80-C678-46FB-8AAC-16435A4B5EC0}" type="presOf" srcId="{EFC0FCE0-72C6-4553-8F1B-E84428B2DCF1}" destId="{CF241E8F-7DD9-4AD3-BDD3-B1C1721474E3}" srcOrd="1" destOrd="0" presId="urn:microsoft.com/office/officeart/2008/layout/HorizontalMultiLevelHierarchy"/>
    <dgm:cxn modelId="{FF58B934-B955-4943-BA71-C1B51F8E44D2}" type="presOf" srcId="{624494C5-9F78-403D-BA4D-2F5A00DEC46E}" destId="{3588C52A-E3AE-45A1-A8BF-BA5818000683}" srcOrd="0" destOrd="0" presId="urn:microsoft.com/office/officeart/2008/layout/HorizontalMultiLevelHierarchy"/>
    <dgm:cxn modelId="{D69539D1-4B3F-4F01-A33B-F3D6CDC8218D}" srcId="{BDCBD96C-E61C-4522-A901-99F56B7389FB}" destId="{88897D4F-6E7C-4BC4-86AB-48806287E7DB}" srcOrd="0" destOrd="0" parTransId="{EFC0FCE0-72C6-4553-8F1B-E84428B2DCF1}" sibTransId="{689B6C98-2145-4A88-8125-FD58C73D960C}"/>
    <dgm:cxn modelId="{70C25A0A-489A-4236-AC2A-48B93C02059A}" type="presOf" srcId="{6A436EE6-976E-4F6E-AFC1-1FF371C733CA}" destId="{5338AF2F-BC55-4B20-AB11-47FCC6D1BC0B}" srcOrd="1" destOrd="0" presId="urn:microsoft.com/office/officeart/2008/layout/HorizontalMultiLevelHierarchy"/>
    <dgm:cxn modelId="{4EA04204-4B0F-4157-9712-C570DDF3500F}" srcId="{FE442592-AC4C-4A43-88ED-C2CB22F9514C}" destId="{04D84C71-F6EE-4466-BEDC-B8F25A5E1D27}" srcOrd="0" destOrd="0" parTransId="{6A436EE6-976E-4F6E-AFC1-1FF371C733CA}" sibTransId="{D0F9228D-B776-47F8-936B-469BFFC95293}"/>
    <dgm:cxn modelId="{C3C51905-531C-4928-BB30-7D3DC5326D4E}" type="presOf" srcId="{03F9C535-8E4D-40B9-AF65-E7E41171F196}" destId="{7EF47837-B800-4CE3-BC4F-756F146645D8}" srcOrd="0" destOrd="0" presId="urn:microsoft.com/office/officeart/2008/layout/HorizontalMultiLevelHierarchy"/>
    <dgm:cxn modelId="{96248E5F-F744-4B2B-BE1B-6A767FD25C3E}" type="presOf" srcId="{F6596863-4BC5-4A9F-9CE1-08E5FF59E4B7}" destId="{16123297-CC4C-436F-8E71-909F3E5C4E20}" srcOrd="1" destOrd="0" presId="urn:microsoft.com/office/officeart/2008/layout/HorizontalMultiLevelHierarchy"/>
    <dgm:cxn modelId="{FD0D829A-2EE3-433A-A37E-FA9CDDA30F41}" type="presOf" srcId="{04D84C71-F6EE-4466-BEDC-B8F25A5E1D27}" destId="{8D498601-E1C1-4339-8941-42336E96F182}" srcOrd="0" destOrd="0" presId="urn:microsoft.com/office/officeart/2008/layout/HorizontalMultiLevelHierarchy"/>
    <dgm:cxn modelId="{DCC3A8B2-BD43-44F5-871B-3DA5A063CBB1}" type="presOf" srcId="{BDCBD96C-E61C-4522-A901-99F56B7389FB}" destId="{AE8DD5B6-44ED-4C12-98D9-D27B08C1887A}" srcOrd="0" destOrd="0" presId="urn:microsoft.com/office/officeart/2008/layout/HorizontalMultiLevelHierarchy"/>
    <dgm:cxn modelId="{3D862F82-F8E8-467E-ADDB-0957D25258C0}" type="presOf" srcId="{6BB04079-17C0-4760-8CFC-AF8A648583DC}" destId="{5D0E97D8-288D-4EDD-82DF-8ADEADB1D588}" srcOrd="0" destOrd="0" presId="urn:microsoft.com/office/officeart/2008/layout/HorizontalMultiLevelHierarchy"/>
    <dgm:cxn modelId="{F8DF8F2C-B8CF-4346-A3EF-2979E9E1174D}" type="presOf" srcId="{5FAEDCF3-9D21-4441-8392-49C5D3549263}" destId="{1AC21E4C-45BC-4117-B8D9-3C990B47D9C9}" srcOrd="0" destOrd="0" presId="urn:microsoft.com/office/officeart/2008/layout/HorizontalMultiLevelHierarchy"/>
    <dgm:cxn modelId="{0DD4E259-BDE4-497F-BD66-5F4D1C8AC950}" type="presOf" srcId="{88897D4F-6E7C-4BC4-86AB-48806287E7DB}" destId="{E798200E-7CFC-4F32-82D4-725016E5F6D3}" srcOrd="0" destOrd="0" presId="urn:microsoft.com/office/officeart/2008/layout/HorizontalMultiLevelHierarchy"/>
    <dgm:cxn modelId="{A88634F6-780A-42BB-8B1E-BACE8D078D78}" srcId="{5FAEDCF3-9D21-4441-8392-49C5D3549263}" destId="{BDCBD96C-E61C-4522-A901-99F56B7389FB}" srcOrd="0" destOrd="0" parTransId="{363A17AE-9034-4131-921C-CDE68483C9C8}" sibTransId="{4BA75555-09CE-4073-9383-CFB513232D3F}"/>
    <dgm:cxn modelId="{DC5058AC-EF9D-4422-A647-9568474C9DC0}" type="presParOf" srcId="{7EF47837-B800-4CE3-BC4F-756F146645D8}" destId="{3C1E2380-58BB-424B-8761-4E7A7989F7DA}" srcOrd="0" destOrd="0" presId="urn:microsoft.com/office/officeart/2008/layout/HorizontalMultiLevelHierarchy"/>
    <dgm:cxn modelId="{EA56FAD9-F380-4ABB-9C75-779D74C754AD}" type="presParOf" srcId="{3C1E2380-58BB-424B-8761-4E7A7989F7DA}" destId="{1AC21E4C-45BC-4117-B8D9-3C990B47D9C9}" srcOrd="0" destOrd="0" presId="urn:microsoft.com/office/officeart/2008/layout/HorizontalMultiLevelHierarchy"/>
    <dgm:cxn modelId="{49AF5A67-2DBA-45BA-A402-92E02FEFB95A}" type="presParOf" srcId="{3C1E2380-58BB-424B-8761-4E7A7989F7DA}" destId="{0B4EE3AD-B77D-4F08-8540-B866BCEC3D35}" srcOrd="1" destOrd="0" presId="urn:microsoft.com/office/officeart/2008/layout/HorizontalMultiLevelHierarchy"/>
    <dgm:cxn modelId="{0B504511-C457-4B4B-B5D5-F0A18F25BED8}" type="presParOf" srcId="{0B4EE3AD-B77D-4F08-8540-B866BCEC3D35}" destId="{91E87075-D5D9-4CF6-B29C-1C1E60DCEA1F}" srcOrd="0" destOrd="0" presId="urn:microsoft.com/office/officeart/2008/layout/HorizontalMultiLevelHierarchy"/>
    <dgm:cxn modelId="{DF20E348-3937-47A6-9F6C-3961ACDC3BE8}" type="presParOf" srcId="{91E87075-D5D9-4CF6-B29C-1C1E60DCEA1F}" destId="{283E456D-457B-40F3-BE99-A538623D141E}" srcOrd="0" destOrd="0" presId="urn:microsoft.com/office/officeart/2008/layout/HorizontalMultiLevelHierarchy"/>
    <dgm:cxn modelId="{7654AB8A-2997-4721-A495-503C3FC7A46A}" type="presParOf" srcId="{0B4EE3AD-B77D-4F08-8540-B866BCEC3D35}" destId="{740CCA13-DE03-41CF-8B42-5840C04C1574}" srcOrd="1" destOrd="0" presId="urn:microsoft.com/office/officeart/2008/layout/HorizontalMultiLevelHierarchy"/>
    <dgm:cxn modelId="{6A9F7D55-EC78-46D4-B52C-AFC569BBC759}" type="presParOf" srcId="{740CCA13-DE03-41CF-8B42-5840C04C1574}" destId="{AE8DD5B6-44ED-4C12-98D9-D27B08C1887A}" srcOrd="0" destOrd="0" presId="urn:microsoft.com/office/officeart/2008/layout/HorizontalMultiLevelHierarchy"/>
    <dgm:cxn modelId="{62BBCDC6-52FF-4D80-9BC6-3D2BEE67F5BC}" type="presParOf" srcId="{740CCA13-DE03-41CF-8B42-5840C04C1574}" destId="{E8721D6D-D603-4E11-960E-BC40E29768F6}" srcOrd="1" destOrd="0" presId="urn:microsoft.com/office/officeart/2008/layout/HorizontalMultiLevelHierarchy"/>
    <dgm:cxn modelId="{1FDF0F22-58C7-4C9E-8E5A-8118C2CE9EAE}" type="presParOf" srcId="{E8721D6D-D603-4E11-960E-BC40E29768F6}" destId="{4C0DCCA1-6BA7-4232-A4E4-1B71D7B80CB1}" srcOrd="0" destOrd="0" presId="urn:microsoft.com/office/officeart/2008/layout/HorizontalMultiLevelHierarchy"/>
    <dgm:cxn modelId="{F4FD4508-CC9D-46BD-B807-5D09707BC4B8}" type="presParOf" srcId="{4C0DCCA1-6BA7-4232-A4E4-1B71D7B80CB1}" destId="{CF241E8F-7DD9-4AD3-BDD3-B1C1721474E3}" srcOrd="0" destOrd="0" presId="urn:microsoft.com/office/officeart/2008/layout/HorizontalMultiLevelHierarchy"/>
    <dgm:cxn modelId="{40464A32-DDA5-46BE-B9C1-85A3BE6AED69}" type="presParOf" srcId="{E8721D6D-D603-4E11-960E-BC40E29768F6}" destId="{E0DB1545-0449-4E6D-B28D-43C31CCE4985}" srcOrd="1" destOrd="0" presId="urn:microsoft.com/office/officeart/2008/layout/HorizontalMultiLevelHierarchy"/>
    <dgm:cxn modelId="{6A114730-46A9-4CBF-AAF0-2E3936C01BAC}" type="presParOf" srcId="{E0DB1545-0449-4E6D-B28D-43C31CCE4985}" destId="{E798200E-7CFC-4F32-82D4-725016E5F6D3}" srcOrd="0" destOrd="0" presId="urn:microsoft.com/office/officeart/2008/layout/HorizontalMultiLevelHierarchy"/>
    <dgm:cxn modelId="{66A71437-E8C6-48CD-9D1E-74C8BE55A533}" type="presParOf" srcId="{E0DB1545-0449-4E6D-B28D-43C31CCE4985}" destId="{199EFA2A-9973-4D1C-B4C8-5CD836710F74}" srcOrd="1" destOrd="0" presId="urn:microsoft.com/office/officeart/2008/layout/HorizontalMultiLevelHierarchy"/>
    <dgm:cxn modelId="{67EEB388-9AF1-444D-9A77-035D349BE869}" type="presParOf" srcId="{0B4EE3AD-B77D-4F08-8540-B866BCEC3D35}" destId="{0CE0C91A-E9AE-482E-99B5-F9EF842E6969}" srcOrd="2" destOrd="0" presId="urn:microsoft.com/office/officeart/2008/layout/HorizontalMultiLevelHierarchy"/>
    <dgm:cxn modelId="{AA16438B-9866-448E-B4F9-C76CB2AAD617}" type="presParOf" srcId="{0CE0C91A-E9AE-482E-99B5-F9EF842E6969}" destId="{16123297-CC4C-436F-8E71-909F3E5C4E20}" srcOrd="0" destOrd="0" presId="urn:microsoft.com/office/officeart/2008/layout/HorizontalMultiLevelHierarchy"/>
    <dgm:cxn modelId="{1D03B874-B957-4EF3-A056-E67CEB5573B6}" type="presParOf" srcId="{0B4EE3AD-B77D-4F08-8540-B866BCEC3D35}" destId="{082DE3FA-587D-470F-99B6-FB225D8BF2D3}" srcOrd="3" destOrd="0" presId="urn:microsoft.com/office/officeart/2008/layout/HorizontalMultiLevelHierarchy"/>
    <dgm:cxn modelId="{290A5116-6B44-4072-9DBE-5D41D80B3CBF}" type="presParOf" srcId="{082DE3FA-587D-470F-99B6-FB225D8BF2D3}" destId="{F975EE47-3158-49FF-A784-D31F990572F3}" srcOrd="0" destOrd="0" presId="urn:microsoft.com/office/officeart/2008/layout/HorizontalMultiLevelHierarchy"/>
    <dgm:cxn modelId="{EAA38539-2E93-4A4F-9F49-FCA493FDD9D4}" type="presParOf" srcId="{082DE3FA-587D-470F-99B6-FB225D8BF2D3}" destId="{FF17AAD0-CD43-43F3-AFDF-94CB6E4EB48B}" srcOrd="1" destOrd="0" presId="urn:microsoft.com/office/officeart/2008/layout/HorizontalMultiLevelHierarchy"/>
    <dgm:cxn modelId="{2DCFD7E6-E608-4AF1-82DD-A4770A34EE8A}" type="presParOf" srcId="{FF17AAD0-CD43-43F3-AFDF-94CB6E4EB48B}" destId="{D1BCC7D8-9070-40EB-B1EE-A0A6C4ACCCFD}" srcOrd="0" destOrd="0" presId="urn:microsoft.com/office/officeart/2008/layout/HorizontalMultiLevelHierarchy"/>
    <dgm:cxn modelId="{697AB39D-93F3-4746-A46C-B195DA610AE3}" type="presParOf" srcId="{D1BCC7D8-9070-40EB-B1EE-A0A6C4ACCCFD}" destId="{03ADCA6F-4279-4CEF-A336-8CF50AB80BBB}" srcOrd="0" destOrd="0" presId="urn:microsoft.com/office/officeart/2008/layout/HorizontalMultiLevelHierarchy"/>
    <dgm:cxn modelId="{6B0C693C-9C60-456F-AFB0-E89B6CFCFA1D}" type="presParOf" srcId="{FF17AAD0-CD43-43F3-AFDF-94CB6E4EB48B}" destId="{1689FA57-DDD1-4822-9D2F-F24D95332756}" srcOrd="1" destOrd="0" presId="urn:microsoft.com/office/officeart/2008/layout/HorizontalMultiLevelHierarchy"/>
    <dgm:cxn modelId="{056AB933-1F4F-4E23-8E67-2A3149871940}" type="presParOf" srcId="{1689FA57-DDD1-4822-9D2F-F24D95332756}" destId="{3588C52A-E3AE-45A1-A8BF-BA5818000683}" srcOrd="0" destOrd="0" presId="urn:microsoft.com/office/officeart/2008/layout/HorizontalMultiLevelHierarchy"/>
    <dgm:cxn modelId="{E35A7CF6-E889-4F40-96F7-373DB955D113}" type="presParOf" srcId="{1689FA57-DDD1-4822-9D2F-F24D95332756}" destId="{5A6336EA-0FF9-4363-8C61-9395DE6095B1}" srcOrd="1" destOrd="0" presId="urn:microsoft.com/office/officeart/2008/layout/HorizontalMultiLevelHierarchy"/>
    <dgm:cxn modelId="{2FE720AF-ECB5-4638-954A-CAAC8E1BCEFC}" type="presParOf" srcId="{0B4EE3AD-B77D-4F08-8540-B866BCEC3D35}" destId="{5D0E97D8-288D-4EDD-82DF-8ADEADB1D588}" srcOrd="4" destOrd="0" presId="urn:microsoft.com/office/officeart/2008/layout/HorizontalMultiLevelHierarchy"/>
    <dgm:cxn modelId="{86F7DE82-0AEA-43A3-93C2-A1E7BFAB1742}" type="presParOf" srcId="{5D0E97D8-288D-4EDD-82DF-8ADEADB1D588}" destId="{F3A203BB-F3CB-4022-AAB7-F72618E010D0}" srcOrd="0" destOrd="0" presId="urn:microsoft.com/office/officeart/2008/layout/HorizontalMultiLevelHierarchy"/>
    <dgm:cxn modelId="{4F05222D-4E1A-410F-AAE3-68328ADB23A2}" type="presParOf" srcId="{0B4EE3AD-B77D-4F08-8540-B866BCEC3D35}" destId="{22201671-AA76-44A0-AE9F-DC82131B1381}" srcOrd="5" destOrd="0" presId="urn:microsoft.com/office/officeart/2008/layout/HorizontalMultiLevelHierarchy"/>
    <dgm:cxn modelId="{BD34F08D-57A9-4091-8C4D-639878782290}" type="presParOf" srcId="{22201671-AA76-44A0-AE9F-DC82131B1381}" destId="{C97F89A6-899C-42E9-AD7E-152BDC8B0364}" srcOrd="0" destOrd="0" presId="urn:microsoft.com/office/officeart/2008/layout/HorizontalMultiLevelHierarchy"/>
    <dgm:cxn modelId="{FD527AB7-769A-4DDD-B2CD-0ED7553E62D3}" type="presParOf" srcId="{22201671-AA76-44A0-AE9F-DC82131B1381}" destId="{FE2E1AF0-5C78-4CF3-9FCB-39C3200B6213}" srcOrd="1" destOrd="0" presId="urn:microsoft.com/office/officeart/2008/layout/HorizontalMultiLevelHierarchy"/>
    <dgm:cxn modelId="{10B3FCBE-3A64-4055-BE6B-DD3F5DB60FE8}" type="presParOf" srcId="{FE2E1AF0-5C78-4CF3-9FCB-39C3200B6213}" destId="{D5B60054-CD5F-418A-B961-C84E8B1E6620}" srcOrd="0" destOrd="0" presId="urn:microsoft.com/office/officeart/2008/layout/HorizontalMultiLevelHierarchy"/>
    <dgm:cxn modelId="{92E1F73B-B072-4086-B0F3-DBFD3D7F8585}" type="presParOf" srcId="{D5B60054-CD5F-418A-B961-C84E8B1E6620}" destId="{5338AF2F-BC55-4B20-AB11-47FCC6D1BC0B}" srcOrd="0" destOrd="0" presId="urn:microsoft.com/office/officeart/2008/layout/HorizontalMultiLevelHierarchy"/>
    <dgm:cxn modelId="{77D86F28-DCFF-49D0-8CE0-174FF5232EE0}" type="presParOf" srcId="{FE2E1AF0-5C78-4CF3-9FCB-39C3200B6213}" destId="{EFB46F94-DF29-455C-86F8-338A8CA26EB4}" srcOrd="1" destOrd="0" presId="urn:microsoft.com/office/officeart/2008/layout/HorizontalMultiLevelHierarchy"/>
    <dgm:cxn modelId="{477E94FD-8C7F-4646-BFC7-1A13EDE7989B}" type="presParOf" srcId="{EFB46F94-DF29-455C-86F8-338A8CA26EB4}" destId="{8D498601-E1C1-4339-8941-42336E96F182}" srcOrd="0" destOrd="0" presId="urn:microsoft.com/office/officeart/2008/layout/HorizontalMultiLevelHierarchy"/>
    <dgm:cxn modelId="{C7C2A5BF-2F47-4749-8EEB-FF7764D7E366}" type="presParOf" srcId="{EFB46F94-DF29-455C-86F8-338A8CA26EB4}" destId="{BAC8AE90-5582-4A70-ADB6-2F1CDE11295A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537DB73-EACE-4A8B-8395-40FE7CDC62F9}" type="doc">
      <dgm:prSet loTypeId="urn:microsoft.com/office/officeart/2005/8/layout/hProcess9" loCatId="process" qsTypeId="urn:microsoft.com/office/officeart/2005/8/quickstyle/simple1" qsCatId="simple" csTypeId="urn:microsoft.com/office/officeart/2005/8/colors/accent1_1" csCatId="accent1" phldr="1"/>
      <dgm:spPr/>
    </dgm:pt>
    <dgm:pt modelId="{8CABD558-2DC1-496A-BBF2-6FFDD304D32B}">
      <dgm:prSet phldrT="[Text]" custT="1"/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400" b="1" dirty="0" smtClean="0"/>
            <a:t>Validation by </a:t>
          </a:r>
          <a:endParaRPr lang="en-GB" sz="1400" b="1" dirty="0" smtClean="0"/>
        </a:p>
        <a:p>
          <a:pPr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 smtClean="0"/>
            <a:t>key stakeholders</a:t>
          </a:r>
          <a:endParaRPr lang="en-GB" sz="1400" b="1" dirty="0" smtClean="0"/>
        </a:p>
      </dgm:t>
    </dgm:pt>
    <dgm:pt modelId="{F6BD1AD3-78EB-46A5-9C05-70B1484252C1}" type="parTrans" cxnId="{2448C876-EC9C-47BC-93D1-6EF2A6F7D8A4}">
      <dgm:prSet/>
      <dgm:spPr/>
      <dgm:t>
        <a:bodyPr/>
        <a:lstStyle/>
        <a:p>
          <a:endParaRPr lang="en-GB"/>
        </a:p>
      </dgm:t>
    </dgm:pt>
    <dgm:pt modelId="{198C2BBD-5C3C-4FB5-AE85-34900DE58D6F}" type="sibTrans" cxnId="{2448C876-EC9C-47BC-93D1-6EF2A6F7D8A4}">
      <dgm:prSet/>
      <dgm:spPr/>
      <dgm:t>
        <a:bodyPr/>
        <a:lstStyle/>
        <a:p>
          <a:endParaRPr lang="en-GB"/>
        </a:p>
      </dgm:t>
    </dgm:pt>
    <dgm:pt modelId="{15BEBF3E-25F6-430C-8D1B-178B30C8AA41}">
      <dgm:prSet phldrT="[Text]" custT="1"/>
      <dgm:spPr/>
      <dgm:t>
        <a:bodyPr/>
        <a:lstStyle/>
        <a:p>
          <a:r>
            <a:rPr lang="en-GB" sz="1400" b="1" dirty="0" smtClean="0"/>
            <a:t>Finalisation</a:t>
          </a:r>
        </a:p>
        <a:p>
          <a:r>
            <a:rPr lang="en-GB" sz="1400" b="1" dirty="0" smtClean="0"/>
            <a:t>Of the Strategy </a:t>
          </a:r>
        </a:p>
        <a:p>
          <a:endParaRPr lang="en-GB" sz="1400" b="1" dirty="0"/>
        </a:p>
      </dgm:t>
    </dgm:pt>
    <dgm:pt modelId="{78D8C8E7-7359-4558-A634-868F7667A255}" type="parTrans" cxnId="{72C05D39-EE41-41EF-A05C-6AD8BFE255F2}">
      <dgm:prSet/>
      <dgm:spPr/>
      <dgm:t>
        <a:bodyPr/>
        <a:lstStyle/>
        <a:p>
          <a:endParaRPr lang="en-GB"/>
        </a:p>
      </dgm:t>
    </dgm:pt>
    <dgm:pt modelId="{1294CBF7-876B-43A9-89F6-E4A04D21AE60}" type="sibTrans" cxnId="{72C05D39-EE41-41EF-A05C-6AD8BFE255F2}">
      <dgm:prSet/>
      <dgm:spPr/>
      <dgm:t>
        <a:bodyPr/>
        <a:lstStyle/>
        <a:p>
          <a:endParaRPr lang="en-GB"/>
        </a:p>
      </dgm:t>
    </dgm:pt>
    <dgm:pt modelId="{55CBB9BB-190F-491A-93DA-282D66997AB6}">
      <dgm:prSet phldrT="[Text]" custT="1"/>
      <dgm:spPr/>
      <dgm:t>
        <a:bodyPr/>
        <a:lstStyle/>
        <a:p>
          <a:r>
            <a:rPr lang="en-GB" sz="1400" b="1" dirty="0" smtClean="0"/>
            <a:t>Submit Strategy to Cabinet for approval and implementation </a:t>
          </a:r>
          <a:endParaRPr lang="en-GB" sz="1400" b="1" dirty="0"/>
        </a:p>
      </dgm:t>
    </dgm:pt>
    <dgm:pt modelId="{A5EC0B65-7B18-423D-8E60-62A2842D1DA7}" type="parTrans" cxnId="{D9F8B2BA-0C79-4647-9A1F-9060DE971DDC}">
      <dgm:prSet/>
      <dgm:spPr/>
      <dgm:t>
        <a:bodyPr/>
        <a:lstStyle/>
        <a:p>
          <a:endParaRPr lang="en-GB"/>
        </a:p>
      </dgm:t>
    </dgm:pt>
    <dgm:pt modelId="{B08BE7D3-B158-4E0B-95AB-54C63E8B86D7}" type="sibTrans" cxnId="{D9F8B2BA-0C79-4647-9A1F-9060DE971DDC}">
      <dgm:prSet/>
      <dgm:spPr/>
      <dgm:t>
        <a:bodyPr/>
        <a:lstStyle/>
        <a:p>
          <a:endParaRPr lang="en-GB"/>
        </a:p>
      </dgm:t>
    </dgm:pt>
    <dgm:pt modelId="{0714F00B-9EEE-4AAA-97E8-21946B440C99}">
      <dgm:prSet phldrT="[Text]" custT="1"/>
      <dgm:spPr/>
      <dgm:t>
        <a:bodyPr/>
        <a:lstStyle/>
        <a:p>
          <a:r>
            <a:rPr lang="en-GB" sz="1400" b="1" dirty="0" smtClean="0"/>
            <a:t>Launch the Strategy</a:t>
          </a:r>
          <a:endParaRPr lang="en-GB" sz="1400" b="1" dirty="0" smtClean="0"/>
        </a:p>
      </dgm:t>
    </dgm:pt>
    <dgm:pt modelId="{5D9DAC0F-B9AD-4ACE-96D7-CEDFEB528381}" type="parTrans" cxnId="{5F3BCABD-C16D-4D39-BD24-B302D91AAB63}">
      <dgm:prSet/>
      <dgm:spPr/>
      <dgm:t>
        <a:bodyPr/>
        <a:lstStyle/>
        <a:p>
          <a:endParaRPr lang="en-GB"/>
        </a:p>
      </dgm:t>
    </dgm:pt>
    <dgm:pt modelId="{EF3EC08F-EBB3-408A-99D3-C88D7F1C3BB3}" type="sibTrans" cxnId="{5F3BCABD-C16D-4D39-BD24-B302D91AAB63}">
      <dgm:prSet/>
      <dgm:spPr/>
      <dgm:t>
        <a:bodyPr/>
        <a:lstStyle/>
        <a:p>
          <a:endParaRPr lang="en-GB"/>
        </a:p>
      </dgm:t>
    </dgm:pt>
    <dgm:pt modelId="{6CB9F198-3462-40C6-8222-0B16B9DD2562}">
      <dgm:prSet custT="1"/>
      <dgm:spPr/>
      <dgm:t>
        <a:bodyPr/>
        <a:lstStyle/>
        <a:p>
          <a:r>
            <a:rPr lang="en-US" sz="1400" b="1" i="0" dirty="0" smtClean="0"/>
            <a:t>Strategy implementation</a:t>
          </a:r>
          <a:endParaRPr lang="en-GB" sz="1400" b="1" i="0" dirty="0" smtClean="0"/>
        </a:p>
      </dgm:t>
    </dgm:pt>
    <dgm:pt modelId="{98653183-01D8-4E54-8475-691C3873F4F6}" type="parTrans" cxnId="{8F6B456A-5F14-421F-91BE-4742A1BFBA78}">
      <dgm:prSet/>
      <dgm:spPr/>
      <dgm:t>
        <a:bodyPr/>
        <a:lstStyle/>
        <a:p>
          <a:endParaRPr lang="en-GB"/>
        </a:p>
      </dgm:t>
    </dgm:pt>
    <dgm:pt modelId="{EF9E0793-9C8A-41CA-B1C7-5FC87957D058}" type="sibTrans" cxnId="{8F6B456A-5F14-421F-91BE-4742A1BFBA78}">
      <dgm:prSet/>
      <dgm:spPr/>
      <dgm:t>
        <a:bodyPr/>
        <a:lstStyle/>
        <a:p>
          <a:endParaRPr lang="en-GB"/>
        </a:p>
      </dgm:t>
    </dgm:pt>
    <dgm:pt modelId="{BE18BD24-5BEB-484B-9DC2-A9C6C5F22AB0}" type="pres">
      <dgm:prSet presAssocID="{A537DB73-EACE-4A8B-8395-40FE7CDC62F9}" presName="CompostProcess" presStyleCnt="0">
        <dgm:presLayoutVars>
          <dgm:dir/>
          <dgm:resizeHandles val="exact"/>
        </dgm:presLayoutVars>
      </dgm:prSet>
      <dgm:spPr/>
    </dgm:pt>
    <dgm:pt modelId="{DC6DC291-B202-4BF8-B6E3-B0AFC7CFB0CD}" type="pres">
      <dgm:prSet presAssocID="{A537DB73-EACE-4A8B-8395-40FE7CDC62F9}" presName="arrow" presStyleLbl="bgShp" presStyleIdx="0" presStyleCnt="1"/>
      <dgm:spPr/>
    </dgm:pt>
    <dgm:pt modelId="{EB3FBCBE-40D4-4183-8324-309786E80752}" type="pres">
      <dgm:prSet presAssocID="{A537DB73-EACE-4A8B-8395-40FE7CDC62F9}" presName="linearProcess" presStyleCnt="0"/>
      <dgm:spPr/>
    </dgm:pt>
    <dgm:pt modelId="{2B4C732E-4BA8-4FCE-9962-4091AF9D8B3E}" type="pres">
      <dgm:prSet presAssocID="{8CABD558-2DC1-496A-BBF2-6FFDD304D32B}" presName="textNode" presStyleLbl="node1" presStyleIdx="0" presStyleCnt="5" custScaleX="87735" custScaleY="94376" custLinFactNeighborX="52560" custLinFactNeighborY="-213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9C42DBB-DC1D-476B-A5DD-0FDC78AF79E7}" type="pres">
      <dgm:prSet presAssocID="{198C2BBD-5C3C-4FB5-AE85-34900DE58D6F}" presName="sibTrans" presStyleCnt="0"/>
      <dgm:spPr/>
    </dgm:pt>
    <dgm:pt modelId="{CBBBAC94-029A-49A5-BDE5-54DCCE348072}" type="pres">
      <dgm:prSet presAssocID="{15BEBF3E-25F6-430C-8D1B-178B30C8AA41}" presName="textNode" presStyleLbl="node1" presStyleIdx="1" presStyleCnt="5" custScaleX="9784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5FFAC01-0602-4BC6-B859-2FB3F7933F46}" type="pres">
      <dgm:prSet presAssocID="{1294CBF7-876B-43A9-89F6-E4A04D21AE60}" presName="sibTrans" presStyleCnt="0"/>
      <dgm:spPr/>
    </dgm:pt>
    <dgm:pt modelId="{7D9577CE-A504-4DB4-8EA9-168C2A444AB8}" type="pres">
      <dgm:prSet presAssocID="{55CBB9BB-190F-491A-93DA-282D66997AB6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865BB93-2FDA-43B3-A790-2EBCDE9E9F93}" type="pres">
      <dgm:prSet presAssocID="{B08BE7D3-B158-4E0B-95AB-54C63E8B86D7}" presName="sibTrans" presStyleCnt="0"/>
      <dgm:spPr/>
    </dgm:pt>
    <dgm:pt modelId="{891BDCC2-52C0-4E4B-97BF-9F16E70C971E}" type="pres">
      <dgm:prSet presAssocID="{0714F00B-9EEE-4AAA-97E8-21946B440C99}" presName="textNode" presStyleLbl="node1" presStyleIdx="3" presStyleCnt="5" custScaleX="11051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4C6D6BF-2B22-4B61-AFF1-C99DD736B82C}" type="pres">
      <dgm:prSet presAssocID="{EF3EC08F-EBB3-408A-99D3-C88D7F1C3BB3}" presName="sibTrans" presStyleCnt="0"/>
      <dgm:spPr/>
    </dgm:pt>
    <dgm:pt modelId="{E0365EED-B396-46F8-93B8-86E690772DBE}" type="pres">
      <dgm:prSet presAssocID="{6CB9F198-3462-40C6-8222-0B16B9DD2562}" presName="textNode" presStyleLbl="node1" presStyleIdx="4" presStyleCnt="5" custLinFactNeighborX="-53972" custLinFactNeighborY="-106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4D64F699-9114-4805-94A1-2CD88078C432}" type="presOf" srcId="{55CBB9BB-190F-491A-93DA-282D66997AB6}" destId="{7D9577CE-A504-4DB4-8EA9-168C2A444AB8}" srcOrd="0" destOrd="0" presId="urn:microsoft.com/office/officeart/2005/8/layout/hProcess9"/>
    <dgm:cxn modelId="{2448C876-EC9C-47BC-93D1-6EF2A6F7D8A4}" srcId="{A537DB73-EACE-4A8B-8395-40FE7CDC62F9}" destId="{8CABD558-2DC1-496A-BBF2-6FFDD304D32B}" srcOrd="0" destOrd="0" parTransId="{F6BD1AD3-78EB-46A5-9C05-70B1484252C1}" sibTransId="{198C2BBD-5C3C-4FB5-AE85-34900DE58D6F}"/>
    <dgm:cxn modelId="{B3927B82-9178-4ED9-9F36-3090F8CE8B96}" type="presOf" srcId="{6CB9F198-3462-40C6-8222-0B16B9DD2562}" destId="{E0365EED-B396-46F8-93B8-86E690772DBE}" srcOrd="0" destOrd="0" presId="urn:microsoft.com/office/officeart/2005/8/layout/hProcess9"/>
    <dgm:cxn modelId="{E53102F7-9C28-4858-AFF0-03F821B4FEA8}" type="presOf" srcId="{8CABD558-2DC1-496A-BBF2-6FFDD304D32B}" destId="{2B4C732E-4BA8-4FCE-9962-4091AF9D8B3E}" srcOrd="0" destOrd="0" presId="urn:microsoft.com/office/officeart/2005/8/layout/hProcess9"/>
    <dgm:cxn modelId="{8F6B456A-5F14-421F-91BE-4742A1BFBA78}" srcId="{A537DB73-EACE-4A8B-8395-40FE7CDC62F9}" destId="{6CB9F198-3462-40C6-8222-0B16B9DD2562}" srcOrd="4" destOrd="0" parTransId="{98653183-01D8-4E54-8475-691C3873F4F6}" sibTransId="{EF9E0793-9C8A-41CA-B1C7-5FC87957D058}"/>
    <dgm:cxn modelId="{72C05D39-EE41-41EF-A05C-6AD8BFE255F2}" srcId="{A537DB73-EACE-4A8B-8395-40FE7CDC62F9}" destId="{15BEBF3E-25F6-430C-8D1B-178B30C8AA41}" srcOrd="1" destOrd="0" parTransId="{78D8C8E7-7359-4558-A634-868F7667A255}" sibTransId="{1294CBF7-876B-43A9-89F6-E4A04D21AE60}"/>
    <dgm:cxn modelId="{CBE4D965-8027-4332-8E3A-3FC010B1392E}" type="presOf" srcId="{0714F00B-9EEE-4AAA-97E8-21946B440C99}" destId="{891BDCC2-52C0-4E4B-97BF-9F16E70C971E}" srcOrd="0" destOrd="0" presId="urn:microsoft.com/office/officeart/2005/8/layout/hProcess9"/>
    <dgm:cxn modelId="{D9F8B2BA-0C79-4647-9A1F-9060DE971DDC}" srcId="{A537DB73-EACE-4A8B-8395-40FE7CDC62F9}" destId="{55CBB9BB-190F-491A-93DA-282D66997AB6}" srcOrd="2" destOrd="0" parTransId="{A5EC0B65-7B18-423D-8E60-62A2842D1DA7}" sibTransId="{B08BE7D3-B158-4E0B-95AB-54C63E8B86D7}"/>
    <dgm:cxn modelId="{CDCBA8D2-4488-4B26-97C3-AA6CA3D27FC5}" type="presOf" srcId="{A537DB73-EACE-4A8B-8395-40FE7CDC62F9}" destId="{BE18BD24-5BEB-484B-9DC2-A9C6C5F22AB0}" srcOrd="0" destOrd="0" presId="urn:microsoft.com/office/officeart/2005/8/layout/hProcess9"/>
    <dgm:cxn modelId="{5F3BCABD-C16D-4D39-BD24-B302D91AAB63}" srcId="{A537DB73-EACE-4A8B-8395-40FE7CDC62F9}" destId="{0714F00B-9EEE-4AAA-97E8-21946B440C99}" srcOrd="3" destOrd="0" parTransId="{5D9DAC0F-B9AD-4ACE-96D7-CEDFEB528381}" sibTransId="{EF3EC08F-EBB3-408A-99D3-C88D7F1C3BB3}"/>
    <dgm:cxn modelId="{AC51130E-703D-492A-89C1-0A7039B71ED4}" type="presOf" srcId="{15BEBF3E-25F6-430C-8D1B-178B30C8AA41}" destId="{CBBBAC94-029A-49A5-BDE5-54DCCE348072}" srcOrd="0" destOrd="0" presId="urn:microsoft.com/office/officeart/2005/8/layout/hProcess9"/>
    <dgm:cxn modelId="{E26DEE9F-F5EF-4F82-8D10-D668840E0D0A}" type="presParOf" srcId="{BE18BD24-5BEB-484B-9DC2-A9C6C5F22AB0}" destId="{DC6DC291-B202-4BF8-B6E3-B0AFC7CFB0CD}" srcOrd="0" destOrd="0" presId="urn:microsoft.com/office/officeart/2005/8/layout/hProcess9"/>
    <dgm:cxn modelId="{C4651C12-ABC0-4986-8523-BF169F3156D2}" type="presParOf" srcId="{BE18BD24-5BEB-484B-9DC2-A9C6C5F22AB0}" destId="{EB3FBCBE-40D4-4183-8324-309786E80752}" srcOrd="1" destOrd="0" presId="urn:microsoft.com/office/officeart/2005/8/layout/hProcess9"/>
    <dgm:cxn modelId="{792B1D94-4AAF-4180-8CBD-3D88CCB4C57C}" type="presParOf" srcId="{EB3FBCBE-40D4-4183-8324-309786E80752}" destId="{2B4C732E-4BA8-4FCE-9962-4091AF9D8B3E}" srcOrd="0" destOrd="0" presId="urn:microsoft.com/office/officeart/2005/8/layout/hProcess9"/>
    <dgm:cxn modelId="{6DB4A69B-0C23-4D10-9099-14A65CFD8F10}" type="presParOf" srcId="{EB3FBCBE-40D4-4183-8324-309786E80752}" destId="{79C42DBB-DC1D-476B-A5DD-0FDC78AF79E7}" srcOrd="1" destOrd="0" presId="urn:microsoft.com/office/officeart/2005/8/layout/hProcess9"/>
    <dgm:cxn modelId="{82770082-F619-4C5E-879C-E88273B4AF01}" type="presParOf" srcId="{EB3FBCBE-40D4-4183-8324-309786E80752}" destId="{CBBBAC94-029A-49A5-BDE5-54DCCE348072}" srcOrd="2" destOrd="0" presId="urn:microsoft.com/office/officeart/2005/8/layout/hProcess9"/>
    <dgm:cxn modelId="{940154A3-E6D0-4368-920B-63EB60801AEA}" type="presParOf" srcId="{EB3FBCBE-40D4-4183-8324-309786E80752}" destId="{55FFAC01-0602-4BC6-B859-2FB3F7933F46}" srcOrd="3" destOrd="0" presId="urn:microsoft.com/office/officeart/2005/8/layout/hProcess9"/>
    <dgm:cxn modelId="{2DE1BD24-4157-46DD-A8A1-2F94DF6F242F}" type="presParOf" srcId="{EB3FBCBE-40D4-4183-8324-309786E80752}" destId="{7D9577CE-A504-4DB4-8EA9-168C2A444AB8}" srcOrd="4" destOrd="0" presId="urn:microsoft.com/office/officeart/2005/8/layout/hProcess9"/>
    <dgm:cxn modelId="{19E43213-B561-4349-B25B-F4E2CB955B72}" type="presParOf" srcId="{EB3FBCBE-40D4-4183-8324-309786E80752}" destId="{9865BB93-2FDA-43B3-A790-2EBCDE9E9F93}" srcOrd="5" destOrd="0" presId="urn:microsoft.com/office/officeart/2005/8/layout/hProcess9"/>
    <dgm:cxn modelId="{9794B409-0B6E-42A6-8445-63E6F65DDC82}" type="presParOf" srcId="{EB3FBCBE-40D4-4183-8324-309786E80752}" destId="{891BDCC2-52C0-4E4B-97BF-9F16E70C971E}" srcOrd="6" destOrd="0" presId="urn:microsoft.com/office/officeart/2005/8/layout/hProcess9"/>
    <dgm:cxn modelId="{9C0F77A9-3071-480F-9E11-C8066AFB6BE2}" type="presParOf" srcId="{EB3FBCBE-40D4-4183-8324-309786E80752}" destId="{B4C6D6BF-2B22-4B61-AFF1-C99DD736B82C}" srcOrd="7" destOrd="0" presId="urn:microsoft.com/office/officeart/2005/8/layout/hProcess9"/>
    <dgm:cxn modelId="{20C766C2-B06A-4E15-8BFF-7A37F3B25D24}" type="presParOf" srcId="{EB3FBCBE-40D4-4183-8324-309786E80752}" destId="{E0365EED-B396-46F8-93B8-86E690772DBE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575BE3-9383-4E49-976D-A8F186E9E45E}">
      <dsp:nvSpPr>
        <dsp:cNvPr id="0" name=""/>
        <dsp:cNvSpPr/>
      </dsp:nvSpPr>
      <dsp:spPr>
        <a:xfrm rot="5400000">
          <a:off x="-69130" y="70140"/>
          <a:ext cx="460871" cy="3226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1</a:t>
          </a:r>
          <a:endParaRPr lang="en-GB" sz="900" kern="1200" dirty="0"/>
        </a:p>
      </dsp:txBody>
      <dsp:txXfrm rot="-5400000">
        <a:off x="2" y="162314"/>
        <a:ext cx="322609" cy="138262"/>
      </dsp:txXfrm>
    </dsp:sp>
    <dsp:sp modelId="{43BEA6BE-BE4A-4A49-B07D-1E4B91218DDA}">
      <dsp:nvSpPr>
        <dsp:cNvPr id="0" name=""/>
        <dsp:cNvSpPr/>
      </dsp:nvSpPr>
      <dsp:spPr>
        <a:xfrm rot="5400000">
          <a:off x="3059521" y="-2735901"/>
          <a:ext cx="299566" cy="57733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INTRODUCTION</a:t>
          </a:r>
          <a:endParaRPr lang="en-GB" sz="1700" kern="1200" dirty="0"/>
        </a:p>
      </dsp:txBody>
      <dsp:txXfrm rot="-5400000">
        <a:off x="322609" y="15635"/>
        <a:ext cx="5758766" cy="270318"/>
      </dsp:txXfrm>
    </dsp:sp>
    <dsp:sp modelId="{973972D5-F1B4-4F5B-872E-6A3FADF2F98B}">
      <dsp:nvSpPr>
        <dsp:cNvPr id="0" name=""/>
        <dsp:cNvSpPr/>
      </dsp:nvSpPr>
      <dsp:spPr>
        <a:xfrm rot="5400000">
          <a:off x="-69130" y="470263"/>
          <a:ext cx="460871" cy="3226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2</a:t>
          </a:r>
          <a:endParaRPr lang="en-GB" sz="900" kern="1200" dirty="0"/>
        </a:p>
      </dsp:txBody>
      <dsp:txXfrm rot="-5400000">
        <a:off x="2" y="562437"/>
        <a:ext cx="322609" cy="138262"/>
      </dsp:txXfrm>
    </dsp:sp>
    <dsp:sp modelId="{8363F0B2-30F5-4B7C-A1C1-9B9093F67752}">
      <dsp:nvSpPr>
        <dsp:cNvPr id="0" name=""/>
        <dsp:cNvSpPr/>
      </dsp:nvSpPr>
      <dsp:spPr>
        <a:xfrm rot="5400000">
          <a:off x="3059521" y="-2335778"/>
          <a:ext cx="299566" cy="57733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HIGH LEVEL STATEMENTS</a:t>
          </a:r>
          <a:endParaRPr lang="en-GB" sz="1700" kern="1200" dirty="0"/>
        </a:p>
      </dsp:txBody>
      <dsp:txXfrm rot="-5400000">
        <a:off x="322609" y="415758"/>
        <a:ext cx="5758766" cy="270318"/>
      </dsp:txXfrm>
    </dsp:sp>
    <dsp:sp modelId="{0605E218-4009-4972-B225-6D01D6683D61}">
      <dsp:nvSpPr>
        <dsp:cNvPr id="0" name=""/>
        <dsp:cNvSpPr/>
      </dsp:nvSpPr>
      <dsp:spPr>
        <a:xfrm rot="5400000">
          <a:off x="-69130" y="870387"/>
          <a:ext cx="460871" cy="3226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3</a:t>
          </a:r>
          <a:endParaRPr lang="en-GB" sz="900" kern="1200" dirty="0"/>
        </a:p>
      </dsp:txBody>
      <dsp:txXfrm rot="-5400000">
        <a:off x="2" y="962561"/>
        <a:ext cx="322609" cy="138262"/>
      </dsp:txXfrm>
    </dsp:sp>
    <dsp:sp modelId="{BE8D0D84-2811-4C4E-9EFB-937B743B3105}">
      <dsp:nvSpPr>
        <dsp:cNvPr id="0" name=""/>
        <dsp:cNvSpPr/>
      </dsp:nvSpPr>
      <dsp:spPr>
        <a:xfrm rot="5400000">
          <a:off x="3059521" y="-1935655"/>
          <a:ext cx="299566" cy="57733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CHALLENGES</a:t>
          </a:r>
          <a:endParaRPr lang="en-GB" sz="1700" kern="1200" dirty="0"/>
        </a:p>
      </dsp:txBody>
      <dsp:txXfrm rot="-5400000">
        <a:off x="322609" y="815881"/>
        <a:ext cx="5758766" cy="270318"/>
      </dsp:txXfrm>
    </dsp:sp>
    <dsp:sp modelId="{B733E233-DB48-4CDD-9BCF-048050702180}">
      <dsp:nvSpPr>
        <dsp:cNvPr id="0" name=""/>
        <dsp:cNvSpPr/>
      </dsp:nvSpPr>
      <dsp:spPr>
        <a:xfrm rot="5400000">
          <a:off x="-69130" y="1270510"/>
          <a:ext cx="460871" cy="3226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4</a:t>
          </a:r>
          <a:endParaRPr lang="en-GB" sz="900" kern="1200" dirty="0"/>
        </a:p>
      </dsp:txBody>
      <dsp:txXfrm rot="-5400000">
        <a:off x="2" y="1362684"/>
        <a:ext cx="322609" cy="138262"/>
      </dsp:txXfrm>
    </dsp:sp>
    <dsp:sp modelId="{8D8FA867-EA4B-4517-ABDC-CA58C33F6A1A}">
      <dsp:nvSpPr>
        <dsp:cNvPr id="0" name=""/>
        <dsp:cNvSpPr/>
      </dsp:nvSpPr>
      <dsp:spPr>
        <a:xfrm rot="5400000">
          <a:off x="3059521" y="-1535532"/>
          <a:ext cx="299566" cy="57733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POLICY ALIGHNMENT</a:t>
          </a:r>
          <a:endParaRPr lang="en-GB" sz="1700" kern="1200" dirty="0"/>
        </a:p>
      </dsp:txBody>
      <dsp:txXfrm rot="-5400000">
        <a:off x="322609" y="1216004"/>
        <a:ext cx="5758766" cy="270318"/>
      </dsp:txXfrm>
    </dsp:sp>
    <dsp:sp modelId="{01122F64-C77B-4D86-B7FA-8388FDB6D260}">
      <dsp:nvSpPr>
        <dsp:cNvPr id="0" name=""/>
        <dsp:cNvSpPr/>
      </dsp:nvSpPr>
      <dsp:spPr>
        <a:xfrm rot="5400000">
          <a:off x="-69130" y="1670633"/>
          <a:ext cx="460871" cy="3226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5</a:t>
          </a:r>
          <a:endParaRPr lang="en-GB" sz="900" kern="1200" dirty="0"/>
        </a:p>
      </dsp:txBody>
      <dsp:txXfrm rot="-5400000">
        <a:off x="2" y="1762807"/>
        <a:ext cx="322609" cy="138262"/>
      </dsp:txXfrm>
    </dsp:sp>
    <dsp:sp modelId="{CBF75BAF-5DE4-4FC9-8BCB-33AA91587736}">
      <dsp:nvSpPr>
        <dsp:cNvPr id="0" name=""/>
        <dsp:cNvSpPr/>
      </dsp:nvSpPr>
      <dsp:spPr>
        <a:xfrm rot="5400000">
          <a:off x="3059521" y="-1135409"/>
          <a:ext cx="299566" cy="57733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ALIGNMENT</a:t>
          </a:r>
          <a:endParaRPr lang="en-GB" sz="1700" kern="1200" dirty="0"/>
        </a:p>
      </dsp:txBody>
      <dsp:txXfrm rot="-5400000">
        <a:off x="322609" y="1616127"/>
        <a:ext cx="5758766" cy="270318"/>
      </dsp:txXfrm>
    </dsp:sp>
    <dsp:sp modelId="{A371CB7F-B5D0-4410-982E-0A851211038F}">
      <dsp:nvSpPr>
        <dsp:cNvPr id="0" name=""/>
        <dsp:cNvSpPr/>
      </dsp:nvSpPr>
      <dsp:spPr>
        <a:xfrm rot="5400000">
          <a:off x="-69130" y="2070756"/>
          <a:ext cx="460871" cy="3226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6</a:t>
          </a:r>
          <a:endParaRPr lang="en-GB" sz="900" kern="1200" dirty="0"/>
        </a:p>
      </dsp:txBody>
      <dsp:txXfrm rot="-5400000">
        <a:off x="2" y="2162930"/>
        <a:ext cx="322609" cy="138262"/>
      </dsp:txXfrm>
    </dsp:sp>
    <dsp:sp modelId="{0596114A-DB7A-4484-93B2-8283FDCBA84F}">
      <dsp:nvSpPr>
        <dsp:cNvPr id="0" name=""/>
        <dsp:cNvSpPr/>
      </dsp:nvSpPr>
      <dsp:spPr>
        <a:xfrm rot="5400000">
          <a:off x="3059521" y="-735285"/>
          <a:ext cx="299566" cy="57733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METHODOLOGY/APPROACH</a:t>
          </a:r>
          <a:endParaRPr lang="en-GB" sz="1700" kern="1200" dirty="0"/>
        </a:p>
      </dsp:txBody>
      <dsp:txXfrm rot="-5400000">
        <a:off x="322609" y="2016251"/>
        <a:ext cx="5758766" cy="270318"/>
      </dsp:txXfrm>
    </dsp:sp>
    <dsp:sp modelId="{AE2CCC30-F9F9-4B5F-8E09-47F30A3F9CC8}">
      <dsp:nvSpPr>
        <dsp:cNvPr id="0" name=""/>
        <dsp:cNvSpPr/>
      </dsp:nvSpPr>
      <dsp:spPr>
        <a:xfrm rot="5400000">
          <a:off x="-69130" y="2470879"/>
          <a:ext cx="460871" cy="3226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7</a:t>
          </a:r>
          <a:endParaRPr lang="en-GB" sz="900" kern="1200" dirty="0"/>
        </a:p>
      </dsp:txBody>
      <dsp:txXfrm rot="-5400000">
        <a:off x="2" y="2563053"/>
        <a:ext cx="322609" cy="138262"/>
      </dsp:txXfrm>
    </dsp:sp>
    <dsp:sp modelId="{25735500-02D4-47C9-85F8-6CAF6C89B93A}">
      <dsp:nvSpPr>
        <dsp:cNvPr id="0" name=""/>
        <dsp:cNvSpPr/>
      </dsp:nvSpPr>
      <dsp:spPr>
        <a:xfrm rot="5400000">
          <a:off x="3059521" y="-335162"/>
          <a:ext cx="299566" cy="57733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STRATEGIC FRAMEWORK</a:t>
          </a:r>
          <a:endParaRPr lang="en-GB" sz="1700" kern="1200" dirty="0"/>
        </a:p>
      </dsp:txBody>
      <dsp:txXfrm rot="-5400000">
        <a:off x="322609" y="2416374"/>
        <a:ext cx="5758766" cy="270318"/>
      </dsp:txXfrm>
    </dsp:sp>
    <dsp:sp modelId="{76E6DE16-3FE4-48C7-971B-ADB970C9C615}">
      <dsp:nvSpPr>
        <dsp:cNvPr id="0" name=""/>
        <dsp:cNvSpPr/>
      </dsp:nvSpPr>
      <dsp:spPr>
        <a:xfrm rot="5400000">
          <a:off x="-69130" y="2871003"/>
          <a:ext cx="460871" cy="3226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8</a:t>
          </a:r>
          <a:endParaRPr lang="en-GB" sz="900" kern="1200" dirty="0"/>
        </a:p>
      </dsp:txBody>
      <dsp:txXfrm rot="-5400000">
        <a:off x="2" y="2963177"/>
        <a:ext cx="322609" cy="138262"/>
      </dsp:txXfrm>
    </dsp:sp>
    <dsp:sp modelId="{A2C6DA2E-69FE-4794-80FB-275A9A4D6B81}">
      <dsp:nvSpPr>
        <dsp:cNvPr id="0" name=""/>
        <dsp:cNvSpPr/>
      </dsp:nvSpPr>
      <dsp:spPr>
        <a:xfrm rot="5400000">
          <a:off x="3059521" y="64960"/>
          <a:ext cx="299566" cy="57733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PILLAR FOCUS</a:t>
          </a:r>
          <a:endParaRPr lang="en-GB" sz="1700" kern="1200" dirty="0"/>
        </a:p>
      </dsp:txBody>
      <dsp:txXfrm rot="-5400000">
        <a:off x="322609" y="2816496"/>
        <a:ext cx="5758766" cy="270318"/>
      </dsp:txXfrm>
    </dsp:sp>
    <dsp:sp modelId="{91462113-2009-4821-80B3-A4FF77EF19C1}">
      <dsp:nvSpPr>
        <dsp:cNvPr id="0" name=""/>
        <dsp:cNvSpPr/>
      </dsp:nvSpPr>
      <dsp:spPr>
        <a:xfrm rot="5400000">
          <a:off x="-69130" y="3271126"/>
          <a:ext cx="460871" cy="3226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9</a:t>
          </a:r>
          <a:endParaRPr lang="en-GB" sz="900" kern="1200" dirty="0"/>
        </a:p>
      </dsp:txBody>
      <dsp:txXfrm rot="-5400000">
        <a:off x="2" y="3363300"/>
        <a:ext cx="322609" cy="138262"/>
      </dsp:txXfrm>
    </dsp:sp>
    <dsp:sp modelId="{8C75A2BF-64BF-405C-BA9D-2ED4C962A729}">
      <dsp:nvSpPr>
        <dsp:cNvPr id="0" name=""/>
        <dsp:cNvSpPr/>
      </dsp:nvSpPr>
      <dsp:spPr>
        <a:xfrm rot="5400000">
          <a:off x="3059521" y="465083"/>
          <a:ext cx="299566" cy="57733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IMPLEMENTATION</a:t>
          </a:r>
          <a:endParaRPr lang="en-GB" sz="1700" kern="1200" dirty="0"/>
        </a:p>
      </dsp:txBody>
      <dsp:txXfrm rot="-5400000">
        <a:off x="322609" y="3216619"/>
        <a:ext cx="5758766" cy="270318"/>
      </dsp:txXfrm>
    </dsp:sp>
    <dsp:sp modelId="{C3D09A2B-829B-4FEF-B618-FB57FE756EAB}">
      <dsp:nvSpPr>
        <dsp:cNvPr id="0" name=""/>
        <dsp:cNvSpPr/>
      </dsp:nvSpPr>
      <dsp:spPr>
        <a:xfrm rot="5400000">
          <a:off x="-69130" y="3671249"/>
          <a:ext cx="460871" cy="3226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10</a:t>
          </a:r>
          <a:endParaRPr lang="en-GB" sz="900" kern="1200" dirty="0"/>
        </a:p>
      </dsp:txBody>
      <dsp:txXfrm rot="-5400000">
        <a:off x="2" y="3763423"/>
        <a:ext cx="322609" cy="138262"/>
      </dsp:txXfrm>
    </dsp:sp>
    <dsp:sp modelId="{EF91CD46-5622-4ECF-8872-9DFEBE862F36}">
      <dsp:nvSpPr>
        <dsp:cNvPr id="0" name=""/>
        <dsp:cNvSpPr/>
      </dsp:nvSpPr>
      <dsp:spPr>
        <a:xfrm rot="5400000">
          <a:off x="3059521" y="865206"/>
          <a:ext cx="299566" cy="57733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MONITORING &amp; EVALUATION</a:t>
          </a:r>
          <a:endParaRPr lang="en-GB" sz="1700" kern="1200" dirty="0"/>
        </a:p>
      </dsp:txBody>
      <dsp:txXfrm rot="-5400000">
        <a:off x="322609" y="3616742"/>
        <a:ext cx="5758766" cy="2703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85D658-FC94-4B57-82F7-E39D7D692104}">
      <dsp:nvSpPr>
        <dsp:cNvPr id="0" name=""/>
        <dsp:cNvSpPr/>
      </dsp:nvSpPr>
      <dsp:spPr>
        <a:xfrm>
          <a:off x="6" y="0"/>
          <a:ext cx="2480916" cy="417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000" kern="1200" dirty="0" smtClean="0"/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 smtClean="0"/>
            <a:t>To empower Namibians to thrive in a digital era by strategically leveraging digital innovations for national development.</a:t>
          </a:r>
          <a:endParaRPr lang="en-GB" sz="1600" kern="1200" dirty="0"/>
        </a:p>
      </dsp:txBody>
      <dsp:txXfrm>
        <a:off x="6" y="1669820"/>
        <a:ext cx="2480916" cy="1669820"/>
      </dsp:txXfrm>
    </dsp:sp>
    <dsp:sp modelId="{3058AA85-BF28-47FF-9D84-9AF5F3252E2B}">
      <dsp:nvSpPr>
        <dsp:cNvPr id="0" name=""/>
        <dsp:cNvSpPr/>
      </dsp:nvSpPr>
      <dsp:spPr>
        <a:xfrm>
          <a:off x="546990" y="250473"/>
          <a:ext cx="1390125" cy="139012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1E9112-8B24-4F96-8F02-8CEA5F7C6EC4}">
      <dsp:nvSpPr>
        <dsp:cNvPr id="0" name=""/>
        <dsp:cNvSpPr/>
      </dsp:nvSpPr>
      <dsp:spPr>
        <a:xfrm>
          <a:off x="2556938" y="0"/>
          <a:ext cx="2480916" cy="417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1</a:t>
          </a:r>
          <a:r>
            <a:rPr lang="en-US" sz="1400" kern="1200" dirty="0" smtClean="0"/>
            <a:t>. To </a:t>
          </a:r>
          <a:r>
            <a:rPr lang="en-GB" sz="1400" kern="1200" dirty="0" smtClean="0"/>
            <a:t>create a roadmap. 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2. To </a:t>
          </a:r>
          <a:r>
            <a:rPr lang="en-GB" sz="1400" kern="1200" dirty="0" smtClean="0"/>
            <a:t>bridge the digital divide.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/>
            <a:t>3. To promote  digital literacy.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/>
            <a:t>4. To </a:t>
          </a:r>
          <a:r>
            <a:rPr lang="en-GB" sz="1400" kern="1200" dirty="0" smtClean="0"/>
            <a:t>provide  </a:t>
          </a:r>
          <a:r>
            <a:rPr lang="en-GB" sz="1400" kern="1200" dirty="0" smtClean="0"/>
            <a:t>citizen-centric digital public services.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/>
            <a:t>5. Create opportunities for all </a:t>
          </a:r>
          <a:endParaRPr lang="en-GB" sz="1400" kern="1200" dirty="0"/>
        </a:p>
      </dsp:txBody>
      <dsp:txXfrm>
        <a:off x="2556938" y="1669820"/>
        <a:ext cx="2480916" cy="1669820"/>
      </dsp:txXfrm>
    </dsp:sp>
    <dsp:sp modelId="{D3A5CF25-9F6B-42D1-87E5-D70A6D29DFD8}">
      <dsp:nvSpPr>
        <dsp:cNvPr id="0" name=""/>
        <dsp:cNvSpPr/>
      </dsp:nvSpPr>
      <dsp:spPr>
        <a:xfrm>
          <a:off x="3102334" y="250473"/>
          <a:ext cx="1390125" cy="1390125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E920BF-85C2-495A-8409-1DE7271ACA05}">
      <dsp:nvSpPr>
        <dsp:cNvPr id="0" name=""/>
        <dsp:cNvSpPr/>
      </dsp:nvSpPr>
      <dsp:spPr>
        <a:xfrm>
          <a:off x="5112282" y="0"/>
          <a:ext cx="2480916" cy="417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1. Whole of Society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2. Sustainability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3. Agility</a:t>
          </a:r>
          <a:endParaRPr lang="en-GB" sz="1600" kern="1200" dirty="0"/>
        </a:p>
      </dsp:txBody>
      <dsp:txXfrm>
        <a:off x="5112282" y="1669820"/>
        <a:ext cx="2480916" cy="1669820"/>
      </dsp:txXfrm>
    </dsp:sp>
    <dsp:sp modelId="{075F9ED4-75C0-4BF4-8F98-E283813DAEAB}">
      <dsp:nvSpPr>
        <dsp:cNvPr id="0" name=""/>
        <dsp:cNvSpPr/>
      </dsp:nvSpPr>
      <dsp:spPr>
        <a:xfrm>
          <a:off x="5657678" y="250473"/>
          <a:ext cx="1390125" cy="139012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86A00F-18B3-4209-8AB5-591DAA953A07}">
      <dsp:nvSpPr>
        <dsp:cNvPr id="0" name=""/>
        <dsp:cNvSpPr/>
      </dsp:nvSpPr>
      <dsp:spPr>
        <a:xfrm>
          <a:off x="353470" y="3824525"/>
          <a:ext cx="6887852" cy="350023"/>
        </a:xfrm>
        <a:prstGeom prst="leftRightArrow">
          <a:avLst/>
        </a:prstGeom>
        <a:solidFill>
          <a:schemeClr val="lt1"/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F9DB7E-8A97-4EA0-AAEF-F205FEB30C01}">
      <dsp:nvSpPr>
        <dsp:cNvPr id="0" name=""/>
        <dsp:cNvSpPr/>
      </dsp:nvSpPr>
      <dsp:spPr>
        <a:xfrm>
          <a:off x="5177694" y="2816733"/>
          <a:ext cx="2259298" cy="146351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Validation of inputs </a:t>
          </a:r>
          <a:endParaRPr lang="en-GB" sz="1600" kern="1200" dirty="0"/>
        </a:p>
      </dsp:txBody>
      <dsp:txXfrm>
        <a:off x="5887632" y="3214760"/>
        <a:ext cx="1517210" cy="1033336"/>
      </dsp:txXfrm>
    </dsp:sp>
    <dsp:sp modelId="{7E223FAA-61DB-4CAF-ACA9-60AB8A9622CA}">
      <dsp:nvSpPr>
        <dsp:cNvPr id="0" name=""/>
        <dsp:cNvSpPr/>
      </dsp:nvSpPr>
      <dsp:spPr>
        <a:xfrm>
          <a:off x="81375" y="2624179"/>
          <a:ext cx="2967090" cy="174901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Collect quantitative data for quantitative assessment</a:t>
          </a:r>
          <a:endParaRPr lang="en-GB" sz="1600" kern="1200" dirty="0"/>
        </a:p>
      </dsp:txBody>
      <dsp:txXfrm>
        <a:off x="119795" y="3099852"/>
        <a:ext cx="2000123" cy="1234921"/>
      </dsp:txXfrm>
    </dsp:sp>
    <dsp:sp modelId="{7969BDE8-97DB-4B6C-9B31-947ECB6BCE9B}">
      <dsp:nvSpPr>
        <dsp:cNvPr id="0" name=""/>
        <dsp:cNvSpPr/>
      </dsp:nvSpPr>
      <dsp:spPr>
        <a:xfrm>
          <a:off x="4579612" y="393"/>
          <a:ext cx="2853674" cy="15319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Inclusivity</a:t>
          </a:r>
          <a:endParaRPr lang="en-GB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Takes stock of challenges and issues of concerns from all stakeholders</a:t>
          </a:r>
          <a:endParaRPr lang="en-GB" sz="1400" kern="1200" dirty="0"/>
        </a:p>
      </dsp:txBody>
      <dsp:txXfrm>
        <a:off x="5469368" y="34046"/>
        <a:ext cx="1930265" cy="1081676"/>
      </dsp:txXfrm>
    </dsp:sp>
    <dsp:sp modelId="{8A127042-5EB5-4A01-9B2B-C1C5E4D4440D}">
      <dsp:nvSpPr>
        <dsp:cNvPr id="0" name=""/>
        <dsp:cNvSpPr/>
      </dsp:nvSpPr>
      <dsp:spPr>
        <a:xfrm>
          <a:off x="0" y="-69013"/>
          <a:ext cx="3441181" cy="184134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Research &amp; Analysis</a:t>
          </a:r>
          <a:endParaRPr lang="en-GB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Benchmarking</a:t>
          </a:r>
          <a:endParaRPr lang="en-GB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Global Trends</a:t>
          </a:r>
          <a:endParaRPr lang="en-GB" sz="1900" kern="1200" dirty="0"/>
        </a:p>
      </dsp:txBody>
      <dsp:txXfrm>
        <a:off x="40448" y="-28565"/>
        <a:ext cx="2327931" cy="1300114"/>
      </dsp:txXfrm>
    </dsp:sp>
    <dsp:sp modelId="{2FF2E9AE-D7D6-448D-929C-5A30D8FBD61F}">
      <dsp:nvSpPr>
        <dsp:cNvPr id="0" name=""/>
        <dsp:cNvSpPr/>
      </dsp:nvSpPr>
      <dsp:spPr>
        <a:xfrm>
          <a:off x="1990410" y="272229"/>
          <a:ext cx="1980315" cy="1980315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Digital Landscape Assessment</a:t>
          </a:r>
          <a:endParaRPr lang="en-GB" sz="2300" kern="1200" dirty="0"/>
        </a:p>
      </dsp:txBody>
      <dsp:txXfrm>
        <a:off x="2570431" y="852250"/>
        <a:ext cx="1400294" cy="1400294"/>
      </dsp:txXfrm>
    </dsp:sp>
    <dsp:sp modelId="{26D258A1-B3E4-48BA-9AAF-2E71F68DB61F}">
      <dsp:nvSpPr>
        <dsp:cNvPr id="0" name=""/>
        <dsp:cNvSpPr/>
      </dsp:nvSpPr>
      <dsp:spPr>
        <a:xfrm rot="5400000">
          <a:off x="4062196" y="272229"/>
          <a:ext cx="1980315" cy="1980315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Stakeholder Workshops </a:t>
          </a:r>
          <a:endParaRPr lang="en-GB" sz="2400" kern="1200" dirty="0"/>
        </a:p>
      </dsp:txBody>
      <dsp:txXfrm rot="-5400000">
        <a:off x="4062196" y="852250"/>
        <a:ext cx="1400294" cy="1400294"/>
      </dsp:txXfrm>
    </dsp:sp>
    <dsp:sp modelId="{D33A28CE-4D51-4CC0-A6B3-424DA97A6F62}">
      <dsp:nvSpPr>
        <dsp:cNvPr id="0" name=""/>
        <dsp:cNvSpPr/>
      </dsp:nvSpPr>
      <dsp:spPr>
        <a:xfrm rot="10800000">
          <a:off x="4062196" y="2344015"/>
          <a:ext cx="1980315" cy="1980315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1-On-1 Interviews</a:t>
          </a:r>
          <a:endParaRPr lang="en-GB" sz="2400" kern="1200" dirty="0"/>
        </a:p>
      </dsp:txBody>
      <dsp:txXfrm rot="10800000">
        <a:off x="4062196" y="2344015"/>
        <a:ext cx="1400294" cy="1400294"/>
      </dsp:txXfrm>
    </dsp:sp>
    <dsp:sp modelId="{4D2A296B-6D5E-400C-891E-B49A64C2E77E}">
      <dsp:nvSpPr>
        <dsp:cNvPr id="0" name=""/>
        <dsp:cNvSpPr/>
      </dsp:nvSpPr>
      <dsp:spPr>
        <a:xfrm rot="16200000">
          <a:off x="1990410" y="2344015"/>
          <a:ext cx="1980315" cy="1980315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National Survey</a:t>
          </a:r>
          <a:endParaRPr lang="en-GB" sz="2400" kern="1200" dirty="0"/>
        </a:p>
      </dsp:txBody>
      <dsp:txXfrm rot="5400000">
        <a:off x="2570431" y="2344015"/>
        <a:ext cx="1400294" cy="1400294"/>
      </dsp:txXfrm>
    </dsp:sp>
    <dsp:sp modelId="{18C4D998-F28A-4CE7-8EC1-EC1904F81E33}">
      <dsp:nvSpPr>
        <dsp:cNvPr id="0" name=""/>
        <dsp:cNvSpPr/>
      </dsp:nvSpPr>
      <dsp:spPr>
        <a:xfrm>
          <a:off x="3674594" y="1886667"/>
          <a:ext cx="683734" cy="594552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0AF2D-9A5F-415B-ADF2-873A08199A5A}">
      <dsp:nvSpPr>
        <dsp:cNvPr id="0" name=""/>
        <dsp:cNvSpPr/>
      </dsp:nvSpPr>
      <dsp:spPr>
        <a:xfrm rot="10800000">
          <a:off x="3674594" y="2115341"/>
          <a:ext cx="683734" cy="594552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CC7D8-9070-40EB-B1EE-A0A6C4ACCCFD}">
      <dsp:nvSpPr>
        <dsp:cNvPr id="0" name=""/>
        <dsp:cNvSpPr/>
      </dsp:nvSpPr>
      <dsp:spPr>
        <a:xfrm>
          <a:off x="4425377" y="3363012"/>
          <a:ext cx="5376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768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680779" y="3395290"/>
        <a:ext cx="26884" cy="26884"/>
      </dsp:txXfrm>
    </dsp:sp>
    <dsp:sp modelId="{0CE0C91A-E9AE-482E-99B5-F9EF842E6969}">
      <dsp:nvSpPr>
        <dsp:cNvPr id="0" name=""/>
        <dsp:cNvSpPr/>
      </dsp:nvSpPr>
      <dsp:spPr>
        <a:xfrm>
          <a:off x="1199254" y="2359791"/>
          <a:ext cx="537687" cy="10489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8843" y="0"/>
              </a:lnTo>
              <a:lnTo>
                <a:pt x="268843" y="1048940"/>
              </a:lnTo>
              <a:lnTo>
                <a:pt x="537687" y="104894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438630" y="2854794"/>
        <a:ext cx="58936" cy="58936"/>
      </dsp:txXfrm>
    </dsp:sp>
    <dsp:sp modelId="{C7290E6C-3ACE-4D27-8A40-94A615B6EA3D}">
      <dsp:nvSpPr>
        <dsp:cNvPr id="0" name=""/>
        <dsp:cNvSpPr/>
      </dsp:nvSpPr>
      <dsp:spPr>
        <a:xfrm>
          <a:off x="4425377" y="1275405"/>
          <a:ext cx="537687" cy="7082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8843" y="0"/>
              </a:lnTo>
              <a:lnTo>
                <a:pt x="268843" y="708210"/>
              </a:lnTo>
              <a:lnTo>
                <a:pt x="537687" y="70821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671991" y="1607280"/>
        <a:ext cx="44459" cy="44459"/>
      </dsp:txXfrm>
    </dsp:sp>
    <dsp:sp modelId="{4C0DCCA1-6BA7-4232-A4E4-1B71D7B80CB1}">
      <dsp:nvSpPr>
        <dsp:cNvPr id="0" name=""/>
        <dsp:cNvSpPr/>
      </dsp:nvSpPr>
      <dsp:spPr>
        <a:xfrm>
          <a:off x="4425377" y="610243"/>
          <a:ext cx="537687" cy="665162"/>
        </a:xfrm>
        <a:custGeom>
          <a:avLst/>
          <a:gdLst/>
          <a:ahLst/>
          <a:cxnLst/>
          <a:rect l="0" t="0" r="0" b="0"/>
          <a:pathLst>
            <a:path>
              <a:moveTo>
                <a:pt x="0" y="665162"/>
              </a:moveTo>
              <a:lnTo>
                <a:pt x="268843" y="665162"/>
              </a:lnTo>
              <a:lnTo>
                <a:pt x="268843" y="0"/>
              </a:lnTo>
              <a:lnTo>
                <a:pt x="537687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672838" y="921441"/>
        <a:ext cx="42765" cy="42765"/>
      </dsp:txXfrm>
    </dsp:sp>
    <dsp:sp modelId="{91E87075-D5D9-4CF6-B29C-1C1E60DCEA1F}">
      <dsp:nvSpPr>
        <dsp:cNvPr id="0" name=""/>
        <dsp:cNvSpPr/>
      </dsp:nvSpPr>
      <dsp:spPr>
        <a:xfrm>
          <a:off x="1199254" y="1275405"/>
          <a:ext cx="537687" cy="1084386"/>
        </a:xfrm>
        <a:custGeom>
          <a:avLst/>
          <a:gdLst/>
          <a:ahLst/>
          <a:cxnLst/>
          <a:rect l="0" t="0" r="0" b="0"/>
          <a:pathLst>
            <a:path>
              <a:moveTo>
                <a:pt x="0" y="1084386"/>
              </a:moveTo>
              <a:lnTo>
                <a:pt x="268843" y="1084386"/>
              </a:lnTo>
              <a:lnTo>
                <a:pt x="268843" y="0"/>
              </a:lnTo>
              <a:lnTo>
                <a:pt x="537687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437839" y="1787339"/>
        <a:ext cx="60518" cy="60518"/>
      </dsp:txXfrm>
    </dsp:sp>
    <dsp:sp modelId="{1AC21E4C-45BC-4117-B8D9-3C990B47D9C9}">
      <dsp:nvSpPr>
        <dsp:cNvPr id="0" name=""/>
        <dsp:cNvSpPr/>
      </dsp:nvSpPr>
      <dsp:spPr>
        <a:xfrm rot="16200000">
          <a:off x="-1367528" y="1949969"/>
          <a:ext cx="4313921" cy="8196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PILLAR  1: Infrastructure</a:t>
          </a:r>
          <a:endParaRPr lang="en-GB" sz="3400" kern="1200" dirty="0"/>
        </a:p>
      </dsp:txBody>
      <dsp:txXfrm>
        <a:off x="-1367528" y="1949969"/>
        <a:ext cx="4313921" cy="819645"/>
      </dsp:txXfrm>
    </dsp:sp>
    <dsp:sp modelId="{AE8DD5B6-44ED-4C12-98D9-D27B08C1887A}">
      <dsp:nvSpPr>
        <dsp:cNvPr id="0" name=""/>
        <dsp:cNvSpPr/>
      </dsp:nvSpPr>
      <dsp:spPr>
        <a:xfrm>
          <a:off x="1736941" y="640684"/>
          <a:ext cx="2688435" cy="12694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SO1: </a:t>
          </a:r>
          <a:r>
            <a:rPr lang="en-GB" sz="1600" b="1" kern="1200" dirty="0" smtClean="0">
              <a:latin typeface="Century Gothic" panose="020B0502020202020204" pitchFamily="34" charset="0"/>
            </a:rPr>
            <a:t>Accelerate Digital Infrastructure Development and Accessibility</a:t>
          </a:r>
          <a:endParaRPr lang="en-GB" sz="1600" b="1" kern="1200" dirty="0"/>
        </a:p>
      </dsp:txBody>
      <dsp:txXfrm>
        <a:off x="1736941" y="640684"/>
        <a:ext cx="2688435" cy="1269441"/>
      </dsp:txXfrm>
    </dsp:sp>
    <dsp:sp modelId="{E798200E-7CFC-4F32-82D4-725016E5F6D3}">
      <dsp:nvSpPr>
        <dsp:cNvPr id="0" name=""/>
        <dsp:cNvSpPr/>
      </dsp:nvSpPr>
      <dsp:spPr>
        <a:xfrm>
          <a:off x="4963064" y="4488"/>
          <a:ext cx="2688435" cy="12115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>
              <a:latin typeface="Century Gothic" panose="020B0502020202020204" pitchFamily="34" charset="0"/>
            </a:rPr>
            <a:t>DO1: </a:t>
          </a:r>
          <a:r>
            <a:rPr lang="en-GB" sz="1200" kern="1200" dirty="0" smtClean="0">
              <a:latin typeface="Century Gothic" panose="020B0502020202020204" pitchFamily="34" charset="0"/>
            </a:rPr>
            <a:t>Accessibility and affordable digital services by investing in retail digital infrastructure and implementing policies that lower the costs of digital access</a:t>
          </a:r>
          <a:endParaRPr lang="en-GB" sz="1200" b="1" kern="1200" dirty="0"/>
        </a:p>
      </dsp:txBody>
      <dsp:txXfrm>
        <a:off x="4963064" y="4488"/>
        <a:ext cx="2688435" cy="1211509"/>
      </dsp:txXfrm>
    </dsp:sp>
    <dsp:sp modelId="{55B686F9-1DE6-4850-A638-A9AB25872CB5}">
      <dsp:nvSpPr>
        <dsp:cNvPr id="0" name=""/>
        <dsp:cNvSpPr/>
      </dsp:nvSpPr>
      <dsp:spPr>
        <a:xfrm>
          <a:off x="4963064" y="1420908"/>
          <a:ext cx="2688435" cy="1125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DO2: </a:t>
          </a:r>
          <a:r>
            <a:rPr lang="en-GB" sz="1200" kern="1200" dirty="0" smtClean="0">
              <a:latin typeface="Century Gothic" panose="020B0502020202020204" pitchFamily="34" charset="0"/>
            </a:rPr>
            <a:t>High-quality, reliable, digital infrastructure supporting a wide range of use cases, from basic access to advanced digital applications.</a:t>
          </a:r>
          <a:endParaRPr lang="en-GB" sz="1200" b="1" kern="1200" dirty="0"/>
        </a:p>
      </dsp:txBody>
      <dsp:txXfrm>
        <a:off x="4963064" y="1420908"/>
        <a:ext cx="2688435" cy="1125413"/>
      </dsp:txXfrm>
    </dsp:sp>
    <dsp:sp modelId="{F975EE47-3158-49FF-A784-D31F990572F3}">
      <dsp:nvSpPr>
        <dsp:cNvPr id="0" name=""/>
        <dsp:cNvSpPr/>
      </dsp:nvSpPr>
      <dsp:spPr>
        <a:xfrm>
          <a:off x="1736941" y="2738566"/>
          <a:ext cx="2688435" cy="1340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SO2: </a:t>
          </a:r>
          <a:r>
            <a:rPr lang="en-GB" sz="1600" b="1" kern="1200" dirty="0" smtClean="0">
              <a:latin typeface="Century Gothic" panose="020B0502020202020204" pitchFamily="34" charset="0"/>
            </a:rPr>
            <a:t>Strong cybersecurity measures to protect digital infrastructure against emerging threats and vulnerabilities.</a:t>
          </a:r>
          <a:endParaRPr lang="en-GB" sz="1600" b="1" kern="1200" dirty="0"/>
        </a:p>
      </dsp:txBody>
      <dsp:txXfrm>
        <a:off x="1736941" y="2738566"/>
        <a:ext cx="2688435" cy="1340332"/>
      </dsp:txXfrm>
    </dsp:sp>
    <dsp:sp modelId="{3588C52A-E3AE-45A1-A8BF-BA5818000683}">
      <dsp:nvSpPr>
        <dsp:cNvPr id="0" name=""/>
        <dsp:cNvSpPr/>
      </dsp:nvSpPr>
      <dsp:spPr>
        <a:xfrm>
          <a:off x="4963064" y="2751233"/>
          <a:ext cx="2762233" cy="13149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/>
            <a:t>DO: </a:t>
          </a:r>
          <a:r>
            <a:rPr lang="en-GB" sz="1200" kern="1200" dirty="0" smtClean="0">
              <a:latin typeface="Century Gothic" panose="020B0502020202020204" pitchFamily="34" charset="0"/>
            </a:rPr>
            <a:t>Robust network resilience and disaster risk reduction strategies to ensure continuity of digital services in adverse situations.</a:t>
          </a:r>
          <a:endParaRPr lang="en-GB" sz="1200" b="1" kern="1200" dirty="0"/>
        </a:p>
      </dsp:txBody>
      <dsp:txXfrm>
        <a:off x="4963064" y="2751233"/>
        <a:ext cx="2762233" cy="13149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CC7D8-9070-40EB-B1EE-A0A6C4ACCCFD}">
      <dsp:nvSpPr>
        <dsp:cNvPr id="0" name=""/>
        <dsp:cNvSpPr/>
      </dsp:nvSpPr>
      <dsp:spPr>
        <a:xfrm>
          <a:off x="4442536" y="3318019"/>
          <a:ext cx="5624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42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709689" y="3349678"/>
        <a:ext cx="28121" cy="28121"/>
      </dsp:txXfrm>
    </dsp:sp>
    <dsp:sp modelId="{0CE0C91A-E9AE-482E-99B5-F9EF842E6969}">
      <dsp:nvSpPr>
        <dsp:cNvPr id="0" name=""/>
        <dsp:cNvSpPr/>
      </dsp:nvSpPr>
      <dsp:spPr>
        <a:xfrm>
          <a:off x="1067972" y="2260620"/>
          <a:ext cx="562427" cy="11031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1213" y="0"/>
              </a:lnTo>
              <a:lnTo>
                <a:pt x="281213" y="1103118"/>
              </a:lnTo>
              <a:lnTo>
                <a:pt x="562427" y="11031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18230" y="2781224"/>
        <a:ext cx="61911" cy="61911"/>
      </dsp:txXfrm>
    </dsp:sp>
    <dsp:sp modelId="{4C0DCCA1-6BA7-4232-A4E4-1B71D7B80CB1}">
      <dsp:nvSpPr>
        <dsp:cNvPr id="0" name=""/>
        <dsp:cNvSpPr/>
      </dsp:nvSpPr>
      <dsp:spPr>
        <a:xfrm>
          <a:off x="4442536" y="1177567"/>
          <a:ext cx="5624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42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709689" y="1209226"/>
        <a:ext cx="28121" cy="28121"/>
      </dsp:txXfrm>
    </dsp:sp>
    <dsp:sp modelId="{91E87075-D5D9-4CF6-B29C-1C1E60DCEA1F}">
      <dsp:nvSpPr>
        <dsp:cNvPr id="0" name=""/>
        <dsp:cNvSpPr/>
      </dsp:nvSpPr>
      <dsp:spPr>
        <a:xfrm>
          <a:off x="1067972" y="1223287"/>
          <a:ext cx="562427" cy="1037333"/>
        </a:xfrm>
        <a:custGeom>
          <a:avLst/>
          <a:gdLst/>
          <a:ahLst/>
          <a:cxnLst/>
          <a:rect l="0" t="0" r="0" b="0"/>
          <a:pathLst>
            <a:path>
              <a:moveTo>
                <a:pt x="0" y="1037333"/>
              </a:moveTo>
              <a:lnTo>
                <a:pt x="281213" y="1037333"/>
              </a:lnTo>
              <a:lnTo>
                <a:pt x="281213" y="0"/>
              </a:lnTo>
              <a:lnTo>
                <a:pt x="562427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19686" y="1712453"/>
        <a:ext cx="58999" cy="58999"/>
      </dsp:txXfrm>
    </dsp:sp>
    <dsp:sp modelId="{1AC21E4C-45BC-4117-B8D9-3C990B47D9C9}">
      <dsp:nvSpPr>
        <dsp:cNvPr id="0" name=""/>
        <dsp:cNvSpPr/>
      </dsp:nvSpPr>
      <dsp:spPr>
        <a:xfrm rot="16200000">
          <a:off x="-1616914" y="1831941"/>
          <a:ext cx="4512414" cy="857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PILLAR  2: Digital Skills</a:t>
          </a:r>
          <a:endParaRPr lang="en-GB" sz="3900" kern="1200" dirty="0"/>
        </a:p>
      </dsp:txBody>
      <dsp:txXfrm>
        <a:off x="-1616914" y="1831941"/>
        <a:ext cx="4512414" cy="857358"/>
      </dsp:txXfrm>
    </dsp:sp>
    <dsp:sp modelId="{AE8DD5B6-44ED-4C12-98D9-D27B08C1887A}">
      <dsp:nvSpPr>
        <dsp:cNvPr id="0" name=""/>
        <dsp:cNvSpPr/>
      </dsp:nvSpPr>
      <dsp:spPr>
        <a:xfrm>
          <a:off x="1630399" y="341849"/>
          <a:ext cx="2812136" cy="17628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>
              <a:latin typeface="Century Gothic" panose="020B0502020202020204" pitchFamily="34" charset="0"/>
            </a:rPr>
            <a:t>SO1: </a:t>
          </a:r>
          <a:r>
            <a:rPr lang="en-GB" sz="2600" b="1" kern="1200" dirty="0" smtClean="0">
              <a:latin typeface="Century Gothic" panose="020B0502020202020204" pitchFamily="34" charset="0"/>
            </a:rPr>
            <a:t>Basic Literacy</a:t>
          </a:r>
        </a:p>
      </dsp:txBody>
      <dsp:txXfrm>
        <a:off x="1630399" y="341849"/>
        <a:ext cx="2812136" cy="1762875"/>
      </dsp:txXfrm>
    </dsp:sp>
    <dsp:sp modelId="{E798200E-7CFC-4F32-82D4-725016E5F6D3}">
      <dsp:nvSpPr>
        <dsp:cNvPr id="0" name=""/>
        <dsp:cNvSpPr/>
      </dsp:nvSpPr>
      <dsp:spPr>
        <a:xfrm>
          <a:off x="5004964" y="291436"/>
          <a:ext cx="2812136" cy="1863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>
              <a:latin typeface="Century Gothic" panose="020B0502020202020204" pitchFamily="34" charset="0"/>
            </a:rPr>
            <a:t>DO: </a:t>
          </a:r>
          <a:r>
            <a:rPr lang="en-GB" sz="1800" b="0" kern="1200" dirty="0" smtClean="0">
              <a:latin typeface="Century Gothic" panose="020B0502020202020204" pitchFamily="34" charset="0"/>
            </a:rPr>
            <a:t>Basic digital literacy among all age groups, ensuring that every citizen can navigate the digital world with confidence.</a:t>
          </a:r>
        </a:p>
      </dsp:txBody>
      <dsp:txXfrm>
        <a:off x="5004964" y="291436"/>
        <a:ext cx="2812136" cy="1863700"/>
      </dsp:txXfrm>
    </dsp:sp>
    <dsp:sp modelId="{F975EE47-3158-49FF-A784-D31F990572F3}">
      <dsp:nvSpPr>
        <dsp:cNvPr id="0" name=""/>
        <dsp:cNvSpPr/>
      </dsp:nvSpPr>
      <dsp:spPr>
        <a:xfrm>
          <a:off x="1630399" y="2548086"/>
          <a:ext cx="2812136" cy="16313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>
              <a:latin typeface="Century Gothic" panose="020B0502020202020204" pitchFamily="34" charset="0"/>
            </a:rPr>
            <a:t>SO2: </a:t>
          </a:r>
          <a:r>
            <a:rPr lang="en-GB" sz="2600" b="1" kern="1200" dirty="0" smtClean="0">
              <a:latin typeface="Century Gothic" panose="020B0502020202020204" pitchFamily="34" charset="0"/>
            </a:rPr>
            <a:t>Digital Pedagogies and ICT Curriculum Reform</a:t>
          </a:r>
          <a:endParaRPr lang="en-GB" sz="2600" b="1" kern="1200" dirty="0">
            <a:latin typeface="Century Gothic" panose="020B0502020202020204" pitchFamily="34" charset="0"/>
          </a:endParaRPr>
        </a:p>
      </dsp:txBody>
      <dsp:txXfrm>
        <a:off x="1630399" y="2548086"/>
        <a:ext cx="2812136" cy="1631305"/>
      </dsp:txXfrm>
    </dsp:sp>
    <dsp:sp modelId="{3588C52A-E3AE-45A1-A8BF-BA5818000683}">
      <dsp:nvSpPr>
        <dsp:cNvPr id="0" name=""/>
        <dsp:cNvSpPr/>
      </dsp:nvSpPr>
      <dsp:spPr>
        <a:xfrm>
          <a:off x="5004964" y="2369477"/>
          <a:ext cx="2889330" cy="198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 smtClean="0"/>
            <a:t>DO: </a:t>
          </a:r>
          <a:r>
            <a:rPr lang="en-GB" sz="2000" kern="1200" dirty="0" smtClean="0">
              <a:latin typeface="Century Gothic" panose="020B0502020202020204" pitchFamily="34" charset="0"/>
            </a:rPr>
            <a:t>Students are equipped with the skills required for innovation and problem-solving in a digital context.</a:t>
          </a:r>
          <a:endParaRPr lang="en-GB" sz="2000" b="1" kern="1200" dirty="0"/>
        </a:p>
      </dsp:txBody>
      <dsp:txXfrm>
        <a:off x="5004964" y="2369477"/>
        <a:ext cx="2889330" cy="198852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CC7D8-9070-40EB-B1EE-A0A6C4ACCCFD}">
      <dsp:nvSpPr>
        <dsp:cNvPr id="0" name=""/>
        <dsp:cNvSpPr/>
      </dsp:nvSpPr>
      <dsp:spPr>
        <a:xfrm>
          <a:off x="4442536" y="3318019"/>
          <a:ext cx="5624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42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709689" y="3349678"/>
        <a:ext cx="28121" cy="28121"/>
      </dsp:txXfrm>
    </dsp:sp>
    <dsp:sp modelId="{0CE0C91A-E9AE-482E-99B5-F9EF842E6969}">
      <dsp:nvSpPr>
        <dsp:cNvPr id="0" name=""/>
        <dsp:cNvSpPr/>
      </dsp:nvSpPr>
      <dsp:spPr>
        <a:xfrm>
          <a:off x="1067972" y="2260620"/>
          <a:ext cx="562427" cy="11031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1213" y="0"/>
              </a:lnTo>
              <a:lnTo>
                <a:pt x="281213" y="1103118"/>
              </a:lnTo>
              <a:lnTo>
                <a:pt x="562427" y="11031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18230" y="2781224"/>
        <a:ext cx="61911" cy="61911"/>
      </dsp:txXfrm>
    </dsp:sp>
    <dsp:sp modelId="{4C0DCCA1-6BA7-4232-A4E4-1B71D7B80CB1}">
      <dsp:nvSpPr>
        <dsp:cNvPr id="0" name=""/>
        <dsp:cNvSpPr/>
      </dsp:nvSpPr>
      <dsp:spPr>
        <a:xfrm>
          <a:off x="4442536" y="1177567"/>
          <a:ext cx="5624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42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709689" y="1209226"/>
        <a:ext cx="28121" cy="28121"/>
      </dsp:txXfrm>
    </dsp:sp>
    <dsp:sp modelId="{91E87075-D5D9-4CF6-B29C-1C1E60DCEA1F}">
      <dsp:nvSpPr>
        <dsp:cNvPr id="0" name=""/>
        <dsp:cNvSpPr/>
      </dsp:nvSpPr>
      <dsp:spPr>
        <a:xfrm>
          <a:off x="1067972" y="1223287"/>
          <a:ext cx="562427" cy="1037333"/>
        </a:xfrm>
        <a:custGeom>
          <a:avLst/>
          <a:gdLst/>
          <a:ahLst/>
          <a:cxnLst/>
          <a:rect l="0" t="0" r="0" b="0"/>
          <a:pathLst>
            <a:path>
              <a:moveTo>
                <a:pt x="0" y="1037333"/>
              </a:moveTo>
              <a:lnTo>
                <a:pt x="281213" y="1037333"/>
              </a:lnTo>
              <a:lnTo>
                <a:pt x="281213" y="0"/>
              </a:lnTo>
              <a:lnTo>
                <a:pt x="562427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19686" y="1712453"/>
        <a:ext cx="58999" cy="58999"/>
      </dsp:txXfrm>
    </dsp:sp>
    <dsp:sp modelId="{1AC21E4C-45BC-4117-B8D9-3C990B47D9C9}">
      <dsp:nvSpPr>
        <dsp:cNvPr id="0" name=""/>
        <dsp:cNvSpPr/>
      </dsp:nvSpPr>
      <dsp:spPr>
        <a:xfrm rot="16200000">
          <a:off x="-1616914" y="1831941"/>
          <a:ext cx="4512414" cy="857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b="1" kern="1200" dirty="0" smtClean="0"/>
            <a:t>PILLAR  2: Digital Skills</a:t>
          </a:r>
          <a:endParaRPr lang="en-GB" sz="3700" b="1" kern="1200" dirty="0"/>
        </a:p>
      </dsp:txBody>
      <dsp:txXfrm>
        <a:off x="-1616914" y="1831941"/>
        <a:ext cx="4512414" cy="857358"/>
      </dsp:txXfrm>
    </dsp:sp>
    <dsp:sp modelId="{AE8DD5B6-44ED-4C12-98D9-D27B08C1887A}">
      <dsp:nvSpPr>
        <dsp:cNvPr id="0" name=""/>
        <dsp:cNvSpPr/>
      </dsp:nvSpPr>
      <dsp:spPr>
        <a:xfrm>
          <a:off x="1630399" y="341849"/>
          <a:ext cx="2812136" cy="17628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 smtClean="0">
              <a:latin typeface="Century Gothic" panose="020B0502020202020204" pitchFamily="34" charset="0"/>
            </a:rPr>
            <a:t>SO3: </a:t>
          </a:r>
          <a:r>
            <a:rPr lang="en-GB" sz="2100" b="1" kern="1200" dirty="0" smtClean="0">
              <a:latin typeface="Century Gothic" panose="020B0502020202020204" pitchFamily="34" charset="0"/>
            </a:rPr>
            <a:t>Educational Administration and Staff </a:t>
          </a:r>
          <a:r>
            <a:rPr lang="en-GB" sz="2100" b="1" kern="1200" dirty="0" smtClean="0">
              <a:latin typeface="Century Gothic" panose="020B0502020202020204" pitchFamily="34" charset="0"/>
            </a:rPr>
            <a:t>Capacity</a:t>
          </a:r>
          <a:endParaRPr lang="en-GB" sz="2100" b="1" kern="1200" dirty="0" smtClean="0">
            <a:latin typeface="Century Gothic" panose="020B0502020202020204" pitchFamily="34" charset="0"/>
          </a:endParaRPr>
        </a:p>
      </dsp:txBody>
      <dsp:txXfrm>
        <a:off x="1630399" y="341849"/>
        <a:ext cx="2812136" cy="1762875"/>
      </dsp:txXfrm>
    </dsp:sp>
    <dsp:sp modelId="{E798200E-7CFC-4F32-82D4-725016E5F6D3}">
      <dsp:nvSpPr>
        <dsp:cNvPr id="0" name=""/>
        <dsp:cNvSpPr/>
      </dsp:nvSpPr>
      <dsp:spPr>
        <a:xfrm>
          <a:off x="5004964" y="291436"/>
          <a:ext cx="2812136" cy="1863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dirty="0" smtClean="0">
              <a:latin typeface="Century Gothic" panose="020B0502020202020204" pitchFamily="34" charset="0"/>
            </a:rPr>
            <a:t>DO</a:t>
          </a:r>
          <a:r>
            <a:rPr lang="en-GB" sz="1400" b="0" kern="1200" dirty="0" smtClean="0">
              <a:latin typeface="Century Gothic" panose="020B0502020202020204" pitchFamily="34" charset="0"/>
            </a:rPr>
            <a:t>: Capacitate digitally literate educators and administrators, focusing on the adoption of digital tools and resources in educational settings, thereby enhancing the quality and relevance of education.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400" b="0" kern="1200" dirty="0" smtClean="0">
            <a:latin typeface="Century Gothic" panose="020B0502020202020204" pitchFamily="34" charset="0"/>
          </a:endParaRPr>
        </a:p>
      </dsp:txBody>
      <dsp:txXfrm>
        <a:off x="5004964" y="291436"/>
        <a:ext cx="2812136" cy="1863700"/>
      </dsp:txXfrm>
    </dsp:sp>
    <dsp:sp modelId="{F975EE47-3158-49FF-A784-D31F990572F3}">
      <dsp:nvSpPr>
        <dsp:cNvPr id="0" name=""/>
        <dsp:cNvSpPr/>
      </dsp:nvSpPr>
      <dsp:spPr>
        <a:xfrm>
          <a:off x="1630399" y="2548086"/>
          <a:ext cx="2812136" cy="16313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 smtClean="0">
              <a:latin typeface="Century Gothic" panose="020B0502020202020204" pitchFamily="34" charset="0"/>
            </a:rPr>
            <a:t>SO4</a:t>
          </a:r>
          <a:r>
            <a:rPr lang="en-US" sz="2100" kern="1200" dirty="0" smtClean="0">
              <a:latin typeface="Century Gothic" panose="020B0502020202020204" pitchFamily="34" charset="0"/>
            </a:rPr>
            <a:t>: </a:t>
          </a:r>
          <a:r>
            <a:rPr lang="en-GB" sz="2100" b="1" kern="1200" dirty="0" smtClean="0">
              <a:latin typeface="Century Gothic" panose="020B0502020202020204" pitchFamily="34" charset="0"/>
            </a:rPr>
            <a:t>Demand-led Skilling and Job </a:t>
          </a:r>
          <a:r>
            <a:rPr lang="en-GB" sz="2100" b="1" kern="1200" dirty="0" smtClean="0">
              <a:latin typeface="Century Gothic" panose="020B0502020202020204" pitchFamily="34" charset="0"/>
            </a:rPr>
            <a:t>Creation</a:t>
          </a:r>
          <a:endParaRPr lang="en-GB" sz="2100" b="1" kern="1200" dirty="0" smtClean="0">
            <a:latin typeface="Century Gothic" panose="020B0502020202020204" pitchFamily="34" charset="0"/>
          </a:endParaRPr>
        </a:p>
      </dsp:txBody>
      <dsp:txXfrm>
        <a:off x="1630399" y="2548086"/>
        <a:ext cx="2812136" cy="1631305"/>
      </dsp:txXfrm>
    </dsp:sp>
    <dsp:sp modelId="{3588C52A-E3AE-45A1-A8BF-BA5818000683}">
      <dsp:nvSpPr>
        <dsp:cNvPr id="0" name=""/>
        <dsp:cNvSpPr/>
      </dsp:nvSpPr>
      <dsp:spPr>
        <a:xfrm>
          <a:off x="5004964" y="2369477"/>
          <a:ext cx="2889330" cy="198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 smtClean="0"/>
            <a:t>DO</a:t>
          </a:r>
          <a:r>
            <a:rPr lang="en-GB" sz="1800" b="1" kern="1200" dirty="0" smtClean="0"/>
            <a:t>: </a:t>
          </a:r>
          <a:r>
            <a:rPr lang="en-GB" sz="1800" kern="1200" dirty="0" smtClean="0">
              <a:latin typeface="Century Gothic" panose="020B0502020202020204" pitchFamily="34" charset="0"/>
            </a:rPr>
            <a:t>Prepare individuals for the digital economy, emphasizing hands-on, practical experience</a:t>
          </a:r>
          <a:r>
            <a:rPr lang="en-GB" sz="2000" kern="1200" dirty="0" smtClean="0">
              <a:latin typeface="Century Gothic" panose="020B0502020202020204" pitchFamily="34" charset="0"/>
            </a:rPr>
            <a:t>.</a:t>
          </a:r>
          <a:endParaRPr lang="en-GB" sz="2000" b="1" kern="1200" dirty="0"/>
        </a:p>
      </dsp:txBody>
      <dsp:txXfrm>
        <a:off x="5004964" y="2369477"/>
        <a:ext cx="2889330" cy="198852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CC7D8-9070-40EB-B1EE-A0A6C4ACCCFD}">
      <dsp:nvSpPr>
        <dsp:cNvPr id="0" name=""/>
        <dsp:cNvSpPr/>
      </dsp:nvSpPr>
      <dsp:spPr>
        <a:xfrm>
          <a:off x="4442536" y="3318019"/>
          <a:ext cx="5624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42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709689" y="3349678"/>
        <a:ext cx="28121" cy="28121"/>
      </dsp:txXfrm>
    </dsp:sp>
    <dsp:sp modelId="{0CE0C91A-E9AE-482E-99B5-F9EF842E6969}">
      <dsp:nvSpPr>
        <dsp:cNvPr id="0" name=""/>
        <dsp:cNvSpPr/>
      </dsp:nvSpPr>
      <dsp:spPr>
        <a:xfrm>
          <a:off x="1067972" y="2260620"/>
          <a:ext cx="562427" cy="11031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1213" y="0"/>
              </a:lnTo>
              <a:lnTo>
                <a:pt x="281213" y="1103118"/>
              </a:lnTo>
              <a:lnTo>
                <a:pt x="562427" y="11031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18230" y="2781224"/>
        <a:ext cx="61911" cy="61911"/>
      </dsp:txXfrm>
    </dsp:sp>
    <dsp:sp modelId="{4C0DCCA1-6BA7-4232-A4E4-1B71D7B80CB1}">
      <dsp:nvSpPr>
        <dsp:cNvPr id="0" name=""/>
        <dsp:cNvSpPr/>
      </dsp:nvSpPr>
      <dsp:spPr>
        <a:xfrm>
          <a:off x="4442536" y="1177567"/>
          <a:ext cx="5624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42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709689" y="1209226"/>
        <a:ext cx="28121" cy="28121"/>
      </dsp:txXfrm>
    </dsp:sp>
    <dsp:sp modelId="{91E87075-D5D9-4CF6-B29C-1C1E60DCEA1F}">
      <dsp:nvSpPr>
        <dsp:cNvPr id="0" name=""/>
        <dsp:cNvSpPr/>
      </dsp:nvSpPr>
      <dsp:spPr>
        <a:xfrm>
          <a:off x="1067972" y="1223287"/>
          <a:ext cx="562427" cy="1037333"/>
        </a:xfrm>
        <a:custGeom>
          <a:avLst/>
          <a:gdLst/>
          <a:ahLst/>
          <a:cxnLst/>
          <a:rect l="0" t="0" r="0" b="0"/>
          <a:pathLst>
            <a:path>
              <a:moveTo>
                <a:pt x="0" y="1037333"/>
              </a:moveTo>
              <a:lnTo>
                <a:pt x="281213" y="1037333"/>
              </a:lnTo>
              <a:lnTo>
                <a:pt x="281213" y="0"/>
              </a:lnTo>
              <a:lnTo>
                <a:pt x="562427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19686" y="1712453"/>
        <a:ext cx="58999" cy="58999"/>
      </dsp:txXfrm>
    </dsp:sp>
    <dsp:sp modelId="{1AC21E4C-45BC-4117-B8D9-3C990B47D9C9}">
      <dsp:nvSpPr>
        <dsp:cNvPr id="0" name=""/>
        <dsp:cNvSpPr/>
      </dsp:nvSpPr>
      <dsp:spPr>
        <a:xfrm rot="16200000">
          <a:off x="-1616914" y="1831941"/>
          <a:ext cx="4512414" cy="857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PILLAR  3: Digital Government</a:t>
          </a:r>
          <a:endParaRPr lang="en-GB" sz="2900" kern="1200" dirty="0"/>
        </a:p>
      </dsp:txBody>
      <dsp:txXfrm>
        <a:off x="-1616914" y="1831941"/>
        <a:ext cx="4512414" cy="857358"/>
      </dsp:txXfrm>
    </dsp:sp>
    <dsp:sp modelId="{AE8DD5B6-44ED-4C12-98D9-D27B08C1887A}">
      <dsp:nvSpPr>
        <dsp:cNvPr id="0" name=""/>
        <dsp:cNvSpPr/>
      </dsp:nvSpPr>
      <dsp:spPr>
        <a:xfrm>
          <a:off x="1630399" y="341849"/>
          <a:ext cx="2812136" cy="17628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SO1: </a:t>
          </a:r>
          <a:r>
            <a:rPr lang="en-GB" sz="2800" b="1" kern="1200" dirty="0" smtClean="0">
              <a:latin typeface="Century Gothic" panose="020B0502020202020204" pitchFamily="34" charset="0"/>
            </a:rPr>
            <a:t>Digital Identity</a:t>
          </a:r>
          <a:endParaRPr lang="en-GB" sz="2800" b="1" kern="1200" dirty="0"/>
        </a:p>
      </dsp:txBody>
      <dsp:txXfrm>
        <a:off x="1630399" y="341849"/>
        <a:ext cx="2812136" cy="1762875"/>
      </dsp:txXfrm>
    </dsp:sp>
    <dsp:sp modelId="{E798200E-7CFC-4F32-82D4-725016E5F6D3}">
      <dsp:nvSpPr>
        <dsp:cNvPr id="0" name=""/>
        <dsp:cNvSpPr/>
      </dsp:nvSpPr>
      <dsp:spPr>
        <a:xfrm>
          <a:off x="5004964" y="291436"/>
          <a:ext cx="2812136" cy="18637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>
              <a:latin typeface="Century Gothic" panose="020B0502020202020204" pitchFamily="34" charset="0"/>
            </a:rPr>
            <a:t>DO: </a:t>
          </a:r>
          <a:r>
            <a:rPr lang="en-GB" sz="1200" kern="1200" dirty="0" smtClean="0">
              <a:latin typeface="Century Gothic" panose="020B0502020202020204" pitchFamily="34" charset="0"/>
            </a:rPr>
            <a:t>Empower Namibians with a unique digital ID which will form the core requirement to access digital public services.</a:t>
          </a:r>
          <a:endParaRPr lang="en-GB" sz="1200" b="1" kern="1200" dirty="0"/>
        </a:p>
      </dsp:txBody>
      <dsp:txXfrm>
        <a:off x="5004964" y="291436"/>
        <a:ext cx="2812136" cy="1863700"/>
      </dsp:txXfrm>
    </dsp:sp>
    <dsp:sp modelId="{F975EE47-3158-49FF-A784-D31F990572F3}">
      <dsp:nvSpPr>
        <dsp:cNvPr id="0" name=""/>
        <dsp:cNvSpPr/>
      </dsp:nvSpPr>
      <dsp:spPr>
        <a:xfrm>
          <a:off x="1630399" y="2548086"/>
          <a:ext cx="2812136" cy="16313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SO2: </a:t>
          </a:r>
          <a:r>
            <a:rPr lang="en-GB" sz="2800" b="1" kern="1200" dirty="0" smtClean="0">
              <a:latin typeface="Century Gothic" panose="020B0502020202020204" pitchFamily="34" charset="0"/>
            </a:rPr>
            <a:t>Digital Public </a:t>
          </a:r>
          <a:r>
            <a:rPr lang="en-GB" sz="2800" b="1" kern="1200" dirty="0" smtClean="0">
              <a:latin typeface="Century Gothic" panose="020B0502020202020204" pitchFamily="34" charset="0"/>
            </a:rPr>
            <a:t>Services</a:t>
          </a:r>
          <a:endParaRPr lang="en-GB" sz="2800" kern="1200" dirty="0"/>
        </a:p>
      </dsp:txBody>
      <dsp:txXfrm>
        <a:off x="1630399" y="2548086"/>
        <a:ext cx="2812136" cy="1631305"/>
      </dsp:txXfrm>
    </dsp:sp>
    <dsp:sp modelId="{3588C52A-E3AE-45A1-A8BF-BA5818000683}">
      <dsp:nvSpPr>
        <dsp:cNvPr id="0" name=""/>
        <dsp:cNvSpPr/>
      </dsp:nvSpPr>
      <dsp:spPr>
        <a:xfrm>
          <a:off x="5004964" y="2369477"/>
          <a:ext cx="2889330" cy="198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/>
            <a:t>DO: </a:t>
          </a:r>
          <a:r>
            <a:rPr lang="en-GB" sz="1200" kern="1200" dirty="0" smtClean="0">
              <a:latin typeface="Century Gothic" panose="020B0502020202020204" pitchFamily="34" charset="0"/>
            </a:rPr>
            <a:t>Increased</a:t>
          </a:r>
          <a:r>
            <a:rPr lang="en-GB" sz="1200" b="1" u="sng" kern="1200" dirty="0" smtClean="0"/>
            <a:t> </a:t>
          </a:r>
          <a:r>
            <a:rPr lang="en-GB" sz="1200" kern="1200" dirty="0" smtClean="0">
              <a:latin typeface="Century Gothic" panose="020B0502020202020204" pitchFamily="34" charset="0"/>
            </a:rPr>
            <a:t>government data sharing to allow for improved accessibility and efficiency of public services through a single gateway portal for digital public services.</a:t>
          </a:r>
          <a:endParaRPr lang="en-GB" sz="1200" b="1" kern="1200" dirty="0"/>
        </a:p>
      </dsp:txBody>
      <dsp:txXfrm>
        <a:off x="5004964" y="2369477"/>
        <a:ext cx="2889330" cy="198852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CC7D8-9070-40EB-B1EE-A0A6C4ACCCFD}">
      <dsp:nvSpPr>
        <dsp:cNvPr id="0" name=""/>
        <dsp:cNvSpPr/>
      </dsp:nvSpPr>
      <dsp:spPr>
        <a:xfrm>
          <a:off x="4442536" y="3090105"/>
          <a:ext cx="5624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42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709689" y="3121764"/>
        <a:ext cx="28121" cy="28121"/>
      </dsp:txXfrm>
    </dsp:sp>
    <dsp:sp modelId="{0CE0C91A-E9AE-482E-99B5-F9EF842E6969}">
      <dsp:nvSpPr>
        <dsp:cNvPr id="0" name=""/>
        <dsp:cNvSpPr/>
      </dsp:nvSpPr>
      <dsp:spPr>
        <a:xfrm>
          <a:off x="1067972" y="2260620"/>
          <a:ext cx="562427" cy="8752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1213" y="0"/>
              </a:lnTo>
              <a:lnTo>
                <a:pt x="281213" y="875204"/>
              </a:lnTo>
              <a:lnTo>
                <a:pt x="562427" y="87520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23177" y="2672214"/>
        <a:ext cx="52017" cy="52017"/>
      </dsp:txXfrm>
    </dsp:sp>
    <dsp:sp modelId="{4C0DCCA1-6BA7-4232-A4E4-1B71D7B80CB1}">
      <dsp:nvSpPr>
        <dsp:cNvPr id="0" name=""/>
        <dsp:cNvSpPr/>
      </dsp:nvSpPr>
      <dsp:spPr>
        <a:xfrm>
          <a:off x="4442536" y="1309478"/>
          <a:ext cx="5624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42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709689" y="1341137"/>
        <a:ext cx="28121" cy="28121"/>
      </dsp:txXfrm>
    </dsp:sp>
    <dsp:sp modelId="{91E87075-D5D9-4CF6-B29C-1C1E60DCEA1F}">
      <dsp:nvSpPr>
        <dsp:cNvPr id="0" name=""/>
        <dsp:cNvSpPr/>
      </dsp:nvSpPr>
      <dsp:spPr>
        <a:xfrm>
          <a:off x="1067972" y="1355198"/>
          <a:ext cx="562427" cy="905422"/>
        </a:xfrm>
        <a:custGeom>
          <a:avLst/>
          <a:gdLst/>
          <a:ahLst/>
          <a:cxnLst/>
          <a:rect l="0" t="0" r="0" b="0"/>
          <a:pathLst>
            <a:path>
              <a:moveTo>
                <a:pt x="0" y="905422"/>
              </a:moveTo>
              <a:lnTo>
                <a:pt x="281213" y="905422"/>
              </a:lnTo>
              <a:lnTo>
                <a:pt x="281213" y="0"/>
              </a:lnTo>
              <a:lnTo>
                <a:pt x="562427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22539" y="1781262"/>
        <a:ext cx="53294" cy="53294"/>
      </dsp:txXfrm>
    </dsp:sp>
    <dsp:sp modelId="{1AC21E4C-45BC-4117-B8D9-3C990B47D9C9}">
      <dsp:nvSpPr>
        <dsp:cNvPr id="0" name=""/>
        <dsp:cNvSpPr/>
      </dsp:nvSpPr>
      <dsp:spPr>
        <a:xfrm rot="16200000">
          <a:off x="-1616914" y="1831941"/>
          <a:ext cx="4512414" cy="857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PILLAR  3: Digital Government</a:t>
          </a:r>
          <a:endParaRPr lang="en-GB" sz="2400" kern="1200" dirty="0"/>
        </a:p>
      </dsp:txBody>
      <dsp:txXfrm>
        <a:off x="-1616914" y="1831941"/>
        <a:ext cx="4512414" cy="857358"/>
      </dsp:txXfrm>
    </dsp:sp>
    <dsp:sp modelId="{AE8DD5B6-44ED-4C12-98D9-D27B08C1887A}">
      <dsp:nvSpPr>
        <dsp:cNvPr id="0" name=""/>
        <dsp:cNvSpPr/>
      </dsp:nvSpPr>
      <dsp:spPr>
        <a:xfrm>
          <a:off x="1630399" y="636054"/>
          <a:ext cx="2812136" cy="1438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SO3: </a:t>
          </a:r>
          <a:r>
            <a:rPr lang="en-GB" sz="2000" b="1" kern="1200" dirty="0" smtClean="0">
              <a:latin typeface="Century Gothic" panose="020B0502020202020204" pitchFamily="34" charset="0"/>
            </a:rPr>
            <a:t>Change Management and Public Sector Capacity</a:t>
          </a:r>
          <a:endParaRPr lang="en-GB" sz="2000" b="1" kern="1200" dirty="0"/>
        </a:p>
      </dsp:txBody>
      <dsp:txXfrm>
        <a:off x="1630399" y="636054"/>
        <a:ext cx="2812136" cy="1438287"/>
      </dsp:txXfrm>
    </dsp:sp>
    <dsp:sp modelId="{E798200E-7CFC-4F32-82D4-725016E5F6D3}">
      <dsp:nvSpPr>
        <dsp:cNvPr id="0" name=""/>
        <dsp:cNvSpPr/>
      </dsp:nvSpPr>
      <dsp:spPr>
        <a:xfrm>
          <a:off x="5004964" y="588817"/>
          <a:ext cx="2812136" cy="1532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>
              <a:latin typeface="Century Gothic" panose="020B0502020202020204" pitchFamily="34" charset="0"/>
            </a:rPr>
            <a:t>DO: </a:t>
          </a:r>
          <a:r>
            <a:rPr lang="en-GB" sz="1200" kern="1200" dirty="0" smtClean="0">
              <a:latin typeface="Century Gothic" panose="020B0502020202020204" pitchFamily="34" charset="0"/>
            </a:rPr>
            <a:t>Train a digitally literate public service that are champions of digital government with competent public sector IT specialists to maintain the government's IT infrastructure</a:t>
          </a:r>
          <a:endParaRPr lang="en-GB" sz="1200" b="1" kern="1200" dirty="0"/>
        </a:p>
      </dsp:txBody>
      <dsp:txXfrm>
        <a:off x="5004964" y="588817"/>
        <a:ext cx="2812136" cy="1532760"/>
      </dsp:txXfrm>
    </dsp:sp>
    <dsp:sp modelId="{F975EE47-3158-49FF-A784-D31F990572F3}">
      <dsp:nvSpPr>
        <dsp:cNvPr id="0" name=""/>
        <dsp:cNvSpPr/>
      </dsp:nvSpPr>
      <dsp:spPr>
        <a:xfrm>
          <a:off x="1630399" y="2386463"/>
          <a:ext cx="2812136" cy="1498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SO4: </a:t>
          </a:r>
          <a:r>
            <a:rPr lang="en-GB" sz="2000" b="1" kern="1200" dirty="0" smtClean="0">
              <a:latin typeface="Century Gothic" panose="020B0502020202020204" pitchFamily="34" charset="0"/>
            </a:rPr>
            <a:t>Government Data Centre and Cloud Plan</a:t>
          </a:r>
          <a:endParaRPr lang="en-GB" sz="2000" b="1" kern="1200" dirty="0"/>
        </a:p>
      </dsp:txBody>
      <dsp:txXfrm>
        <a:off x="1630399" y="2386463"/>
        <a:ext cx="2812136" cy="1498723"/>
      </dsp:txXfrm>
    </dsp:sp>
    <dsp:sp modelId="{3588C52A-E3AE-45A1-A8BF-BA5818000683}">
      <dsp:nvSpPr>
        <dsp:cNvPr id="0" name=""/>
        <dsp:cNvSpPr/>
      </dsp:nvSpPr>
      <dsp:spPr>
        <a:xfrm>
          <a:off x="5004964" y="2335918"/>
          <a:ext cx="2889330" cy="1599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/>
            <a:t>DO: </a:t>
          </a:r>
          <a:r>
            <a:rPr lang="en-GB" sz="1200" kern="1200" dirty="0" smtClean="0">
              <a:latin typeface="Century Gothic" panose="020B0502020202020204" pitchFamily="34" charset="0"/>
            </a:rPr>
            <a:t>Design proactive government data storage plans to ensure critical public digital infrastructure is secure and resilient.</a:t>
          </a:r>
          <a:endParaRPr lang="en-GB" sz="1200" b="1" kern="1200" dirty="0"/>
        </a:p>
      </dsp:txBody>
      <dsp:txXfrm>
        <a:off x="5004964" y="2335918"/>
        <a:ext cx="2889330" cy="15998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60054-CD5F-418A-B961-C84E8B1E6620}">
      <dsp:nvSpPr>
        <dsp:cNvPr id="0" name=""/>
        <dsp:cNvSpPr/>
      </dsp:nvSpPr>
      <dsp:spPr>
        <a:xfrm>
          <a:off x="4443299" y="3789803"/>
          <a:ext cx="5635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352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710975" y="3821434"/>
        <a:ext cx="28176" cy="28176"/>
      </dsp:txXfrm>
    </dsp:sp>
    <dsp:sp modelId="{5D0E97D8-288D-4EDD-82DF-8ADEADB1D588}">
      <dsp:nvSpPr>
        <dsp:cNvPr id="0" name=""/>
        <dsp:cNvSpPr/>
      </dsp:nvSpPr>
      <dsp:spPr>
        <a:xfrm>
          <a:off x="1062134" y="2260620"/>
          <a:ext cx="563527" cy="15749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1763" y="0"/>
              </a:lnTo>
              <a:lnTo>
                <a:pt x="281763" y="1574902"/>
              </a:lnTo>
              <a:lnTo>
                <a:pt x="563527" y="15749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02081" y="3006254"/>
        <a:ext cx="83634" cy="83634"/>
      </dsp:txXfrm>
    </dsp:sp>
    <dsp:sp modelId="{D1BCC7D8-9070-40EB-B1EE-A0A6C4ACCCFD}">
      <dsp:nvSpPr>
        <dsp:cNvPr id="0" name=""/>
        <dsp:cNvSpPr/>
      </dsp:nvSpPr>
      <dsp:spPr>
        <a:xfrm>
          <a:off x="4443299" y="2329545"/>
          <a:ext cx="5635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352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710975" y="2361177"/>
        <a:ext cx="28176" cy="28176"/>
      </dsp:txXfrm>
    </dsp:sp>
    <dsp:sp modelId="{0CE0C91A-E9AE-482E-99B5-F9EF842E6969}">
      <dsp:nvSpPr>
        <dsp:cNvPr id="0" name=""/>
        <dsp:cNvSpPr/>
      </dsp:nvSpPr>
      <dsp:spPr>
        <a:xfrm>
          <a:off x="1062134" y="2260620"/>
          <a:ext cx="563527" cy="1146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1763" y="0"/>
              </a:lnTo>
              <a:lnTo>
                <a:pt x="281763" y="114644"/>
              </a:lnTo>
              <a:lnTo>
                <a:pt x="563527" y="11464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29521" y="2303566"/>
        <a:ext cx="28753" cy="28753"/>
      </dsp:txXfrm>
    </dsp:sp>
    <dsp:sp modelId="{4C0DCCA1-6BA7-4232-A4E4-1B71D7B80CB1}">
      <dsp:nvSpPr>
        <dsp:cNvPr id="0" name=""/>
        <dsp:cNvSpPr/>
      </dsp:nvSpPr>
      <dsp:spPr>
        <a:xfrm>
          <a:off x="4443299" y="765176"/>
          <a:ext cx="5635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352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710975" y="796808"/>
        <a:ext cx="28176" cy="28176"/>
      </dsp:txXfrm>
    </dsp:sp>
    <dsp:sp modelId="{91E87075-D5D9-4CF6-B29C-1C1E60DCEA1F}">
      <dsp:nvSpPr>
        <dsp:cNvPr id="0" name=""/>
        <dsp:cNvSpPr/>
      </dsp:nvSpPr>
      <dsp:spPr>
        <a:xfrm>
          <a:off x="1062134" y="810896"/>
          <a:ext cx="563527" cy="1449723"/>
        </a:xfrm>
        <a:custGeom>
          <a:avLst/>
          <a:gdLst/>
          <a:ahLst/>
          <a:cxnLst/>
          <a:rect l="0" t="0" r="0" b="0"/>
          <a:pathLst>
            <a:path>
              <a:moveTo>
                <a:pt x="0" y="1449723"/>
              </a:moveTo>
              <a:lnTo>
                <a:pt x="281763" y="1449723"/>
              </a:lnTo>
              <a:lnTo>
                <a:pt x="281763" y="0"/>
              </a:lnTo>
              <a:lnTo>
                <a:pt x="563527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05013" y="1496873"/>
        <a:ext cx="77769" cy="77769"/>
      </dsp:txXfrm>
    </dsp:sp>
    <dsp:sp modelId="{1AC21E4C-45BC-4117-B8D9-3C990B47D9C9}">
      <dsp:nvSpPr>
        <dsp:cNvPr id="0" name=""/>
        <dsp:cNvSpPr/>
      </dsp:nvSpPr>
      <dsp:spPr>
        <a:xfrm rot="16200000">
          <a:off x="-1628003" y="1831102"/>
          <a:ext cx="4521241" cy="8590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PILLAR  4: Digital and Innovation</a:t>
          </a:r>
          <a:endParaRPr lang="en-GB" sz="2900" kern="1200" dirty="0"/>
        </a:p>
      </dsp:txBody>
      <dsp:txXfrm>
        <a:off x="-1628003" y="1831102"/>
        <a:ext cx="4521241" cy="859035"/>
      </dsp:txXfrm>
    </dsp:sp>
    <dsp:sp modelId="{AE8DD5B6-44ED-4C12-98D9-D27B08C1887A}">
      <dsp:nvSpPr>
        <dsp:cNvPr id="0" name=""/>
        <dsp:cNvSpPr/>
      </dsp:nvSpPr>
      <dsp:spPr>
        <a:xfrm>
          <a:off x="1625662" y="157196"/>
          <a:ext cx="2817637" cy="1307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SO1: </a:t>
          </a:r>
          <a:r>
            <a:rPr lang="en-GB" sz="1400" b="1" kern="1200" dirty="0" smtClean="0">
              <a:latin typeface="Century Gothic" panose="020B0502020202020204" pitchFamily="34" charset="0"/>
            </a:rPr>
            <a:t>Entrepreneurship Ecosystem Deepening</a:t>
          </a:r>
          <a:endParaRPr lang="en-GB" sz="1400" b="1" kern="1200" dirty="0"/>
        </a:p>
      </dsp:txBody>
      <dsp:txXfrm>
        <a:off x="1625662" y="157196"/>
        <a:ext cx="2817637" cy="1307400"/>
      </dsp:txXfrm>
    </dsp:sp>
    <dsp:sp modelId="{E798200E-7CFC-4F32-82D4-725016E5F6D3}">
      <dsp:nvSpPr>
        <dsp:cNvPr id="0" name=""/>
        <dsp:cNvSpPr/>
      </dsp:nvSpPr>
      <dsp:spPr>
        <a:xfrm>
          <a:off x="5006827" y="167908"/>
          <a:ext cx="2817637" cy="12859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>
              <a:latin typeface="Century Gothic" panose="020B0502020202020204" pitchFamily="34" charset="0"/>
            </a:rPr>
            <a:t>DO: </a:t>
          </a:r>
          <a:r>
            <a:rPr lang="en-GB" sz="1200" kern="1200" dirty="0" smtClean="0">
              <a:latin typeface="Century Gothic" panose="020B0502020202020204" pitchFamily="34" charset="0"/>
            </a:rPr>
            <a:t>Establish a fertile ground for innovation and entrepreneurship to drive context relevant and bottom-up economic growth.</a:t>
          </a:r>
          <a:endParaRPr lang="en-GB" sz="1200" b="1" kern="1200" dirty="0"/>
        </a:p>
      </dsp:txBody>
      <dsp:txXfrm>
        <a:off x="5006827" y="167908"/>
        <a:ext cx="2817637" cy="1285976"/>
      </dsp:txXfrm>
    </dsp:sp>
    <dsp:sp modelId="{F975EE47-3158-49FF-A784-D31F990572F3}">
      <dsp:nvSpPr>
        <dsp:cNvPr id="0" name=""/>
        <dsp:cNvSpPr/>
      </dsp:nvSpPr>
      <dsp:spPr>
        <a:xfrm>
          <a:off x="1625662" y="1861132"/>
          <a:ext cx="2817637" cy="10282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/>
            <a:t>SO2: </a:t>
          </a:r>
          <a:r>
            <a:rPr lang="en-GB" sz="1300" b="1" kern="1200" dirty="0" smtClean="0">
              <a:latin typeface="Century Gothic" panose="020B0502020202020204" pitchFamily="34" charset="0"/>
            </a:rPr>
            <a:t>Digital Industrialization Strategy</a:t>
          </a:r>
          <a:endParaRPr lang="en-GB" sz="1300" b="1" kern="1200" dirty="0"/>
        </a:p>
      </dsp:txBody>
      <dsp:txXfrm>
        <a:off x="1625662" y="1861132"/>
        <a:ext cx="2817637" cy="1028265"/>
      </dsp:txXfrm>
    </dsp:sp>
    <dsp:sp modelId="{3588C52A-E3AE-45A1-A8BF-BA5818000683}">
      <dsp:nvSpPr>
        <dsp:cNvPr id="0" name=""/>
        <dsp:cNvSpPr/>
      </dsp:nvSpPr>
      <dsp:spPr>
        <a:xfrm>
          <a:off x="5006827" y="1668643"/>
          <a:ext cx="2894981" cy="14132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/>
            <a:t>DO: </a:t>
          </a:r>
          <a:r>
            <a:rPr lang="en-GB" sz="1200" kern="1200" dirty="0" smtClean="0">
              <a:latin typeface="Century Gothic" panose="020B0502020202020204" pitchFamily="34" charset="0"/>
            </a:rPr>
            <a:t>Propel Namibia into a leading position in the digital economy, utilising tech in high impact economic and social sectors.</a:t>
          </a:r>
          <a:endParaRPr lang="en-GB" sz="1200" b="1" kern="1200" dirty="0"/>
        </a:p>
      </dsp:txBody>
      <dsp:txXfrm>
        <a:off x="5006827" y="1668643"/>
        <a:ext cx="2894981" cy="1413242"/>
      </dsp:txXfrm>
    </dsp:sp>
    <dsp:sp modelId="{C97F89A6-899C-42E9-AD7E-152BDC8B0364}">
      <dsp:nvSpPr>
        <dsp:cNvPr id="0" name=""/>
        <dsp:cNvSpPr/>
      </dsp:nvSpPr>
      <dsp:spPr>
        <a:xfrm>
          <a:off x="1625662" y="3307001"/>
          <a:ext cx="2817637" cy="10570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b="1" kern="1200" dirty="0" smtClean="0">
              <a:latin typeface="Century Gothic" panose="020B0502020202020204" pitchFamily="34" charset="0"/>
            </a:rPr>
            <a:t>SO3: Research and Innovation Agenda</a:t>
          </a:r>
          <a:endParaRPr lang="en-GB" sz="1300" b="1" kern="1200" dirty="0"/>
        </a:p>
      </dsp:txBody>
      <dsp:txXfrm>
        <a:off x="1625662" y="3307001"/>
        <a:ext cx="2817637" cy="1057043"/>
      </dsp:txXfrm>
    </dsp:sp>
    <dsp:sp modelId="{8D498601-E1C1-4339-8941-42336E96F182}">
      <dsp:nvSpPr>
        <dsp:cNvPr id="0" name=""/>
        <dsp:cNvSpPr/>
      </dsp:nvSpPr>
      <dsp:spPr>
        <a:xfrm>
          <a:off x="5006827" y="3296645"/>
          <a:ext cx="2817637" cy="1077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/>
            <a:t>DO: </a:t>
          </a:r>
          <a:r>
            <a:rPr lang="en-GB" sz="1300" kern="1200" dirty="0" smtClean="0">
              <a:latin typeface="Century Gothic" panose="020B0502020202020204" pitchFamily="34" charset="0"/>
            </a:rPr>
            <a:t>Established mechanisms and partnerships for development-oriented and market driven research and development.</a:t>
          </a:r>
          <a:endParaRPr lang="en-GB" sz="1300" b="1" kern="1200" dirty="0"/>
        </a:p>
      </dsp:txBody>
      <dsp:txXfrm>
        <a:off x="5006827" y="3296645"/>
        <a:ext cx="2817637" cy="107775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60054-CD5F-418A-B961-C84E8B1E6620}">
      <dsp:nvSpPr>
        <dsp:cNvPr id="0" name=""/>
        <dsp:cNvSpPr/>
      </dsp:nvSpPr>
      <dsp:spPr>
        <a:xfrm>
          <a:off x="4442536" y="3762945"/>
          <a:ext cx="5624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42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709689" y="3794604"/>
        <a:ext cx="28121" cy="28121"/>
      </dsp:txXfrm>
    </dsp:sp>
    <dsp:sp modelId="{5D0E97D8-288D-4EDD-82DF-8ADEADB1D588}">
      <dsp:nvSpPr>
        <dsp:cNvPr id="0" name=""/>
        <dsp:cNvSpPr/>
      </dsp:nvSpPr>
      <dsp:spPr>
        <a:xfrm>
          <a:off x="1067972" y="2260620"/>
          <a:ext cx="562427" cy="1548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1213" y="0"/>
              </a:lnTo>
              <a:lnTo>
                <a:pt x="281213" y="1548044"/>
              </a:lnTo>
              <a:lnTo>
                <a:pt x="562427" y="154804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08010" y="2993466"/>
        <a:ext cx="82352" cy="82352"/>
      </dsp:txXfrm>
    </dsp:sp>
    <dsp:sp modelId="{D1BCC7D8-9070-40EB-B1EE-A0A6C4ACCCFD}">
      <dsp:nvSpPr>
        <dsp:cNvPr id="0" name=""/>
        <dsp:cNvSpPr/>
      </dsp:nvSpPr>
      <dsp:spPr>
        <a:xfrm>
          <a:off x="4442536" y="2239165"/>
          <a:ext cx="5624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42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709689" y="2270825"/>
        <a:ext cx="28121" cy="28121"/>
      </dsp:txXfrm>
    </dsp:sp>
    <dsp:sp modelId="{0CE0C91A-E9AE-482E-99B5-F9EF842E6969}">
      <dsp:nvSpPr>
        <dsp:cNvPr id="0" name=""/>
        <dsp:cNvSpPr/>
      </dsp:nvSpPr>
      <dsp:spPr>
        <a:xfrm>
          <a:off x="1067972" y="2214900"/>
          <a:ext cx="5624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1213" y="45720"/>
              </a:lnTo>
              <a:lnTo>
                <a:pt x="281213" y="69985"/>
              </a:lnTo>
              <a:lnTo>
                <a:pt x="562427" y="699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35112" y="2246546"/>
        <a:ext cx="28147" cy="28147"/>
      </dsp:txXfrm>
    </dsp:sp>
    <dsp:sp modelId="{4C0DCCA1-6BA7-4232-A4E4-1B71D7B80CB1}">
      <dsp:nvSpPr>
        <dsp:cNvPr id="0" name=""/>
        <dsp:cNvSpPr/>
      </dsp:nvSpPr>
      <dsp:spPr>
        <a:xfrm>
          <a:off x="4442536" y="739058"/>
          <a:ext cx="5624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427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4709689" y="770717"/>
        <a:ext cx="28121" cy="28121"/>
      </dsp:txXfrm>
    </dsp:sp>
    <dsp:sp modelId="{91E87075-D5D9-4CF6-B29C-1C1E60DCEA1F}">
      <dsp:nvSpPr>
        <dsp:cNvPr id="0" name=""/>
        <dsp:cNvSpPr/>
      </dsp:nvSpPr>
      <dsp:spPr>
        <a:xfrm>
          <a:off x="1067972" y="784778"/>
          <a:ext cx="562427" cy="1475842"/>
        </a:xfrm>
        <a:custGeom>
          <a:avLst/>
          <a:gdLst/>
          <a:ahLst/>
          <a:cxnLst/>
          <a:rect l="0" t="0" r="0" b="0"/>
          <a:pathLst>
            <a:path>
              <a:moveTo>
                <a:pt x="0" y="1475842"/>
              </a:moveTo>
              <a:lnTo>
                <a:pt x="281213" y="1475842"/>
              </a:lnTo>
              <a:lnTo>
                <a:pt x="281213" y="0"/>
              </a:lnTo>
              <a:lnTo>
                <a:pt x="562427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09701" y="1483214"/>
        <a:ext cx="78968" cy="78968"/>
      </dsp:txXfrm>
    </dsp:sp>
    <dsp:sp modelId="{1AC21E4C-45BC-4117-B8D9-3C990B47D9C9}">
      <dsp:nvSpPr>
        <dsp:cNvPr id="0" name=""/>
        <dsp:cNvSpPr/>
      </dsp:nvSpPr>
      <dsp:spPr>
        <a:xfrm rot="16200000">
          <a:off x="-1616914" y="1831941"/>
          <a:ext cx="4512414" cy="857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PILLAR  5: Policy &amp; Regulation</a:t>
          </a:r>
          <a:endParaRPr lang="en-GB" sz="2900" kern="1200" dirty="0"/>
        </a:p>
      </dsp:txBody>
      <dsp:txXfrm>
        <a:off x="-1616914" y="1831941"/>
        <a:ext cx="4512414" cy="857358"/>
      </dsp:txXfrm>
    </dsp:sp>
    <dsp:sp modelId="{AE8DD5B6-44ED-4C12-98D9-D27B08C1887A}">
      <dsp:nvSpPr>
        <dsp:cNvPr id="0" name=""/>
        <dsp:cNvSpPr/>
      </dsp:nvSpPr>
      <dsp:spPr>
        <a:xfrm>
          <a:off x="1630399" y="132353"/>
          <a:ext cx="2812136" cy="13048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 smtClean="0"/>
            <a:t>SO1: </a:t>
          </a:r>
          <a:r>
            <a:rPr lang="en-GB" sz="2100" b="1" kern="1200" dirty="0" smtClean="0">
              <a:latin typeface="Century Gothic" panose="020B0502020202020204" pitchFamily="34" charset="0"/>
            </a:rPr>
            <a:t>Emerging Technology Governance</a:t>
          </a:r>
          <a:endParaRPr lang="en-GB" sz="2100" b="1" kern="1200" dirty="0"/>
        </a:p>
      </dsp:txBody>
      <dsp:txXfrm>
        <a:off x="1630399" y="132353"/>
        <a:ext cx="2812136" cy="1304848"/>
      </dsp:txXfrm>
    </dsp:sp>
    <dsp:sp modelId="{E798200E-7CFC-4F32-82D4-725016E5F6D3}">
      <dsp:nvSpPr>
        <dsp:cNvPr id="0" name=""/>
        <dsp:cNvSpPr/>
      </dsp:nvSpPr>
      <dsp:spPr>
        <a:xfrm>
          <a:off x="5004964" y="181947"/>
          <a:ext cx="2812136" cy="1205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0" kern="1200" dirty="0" smtClean="0">
              <a:latin typeface="Century Gothic" panose="020B0502020202020204" pitchFamily="34" charset="0"/>
            </a:rPr>
            <a:t>DO: Ensuring that innovation is nurtured while implementing necessary security measures and ethical safeguards.</a:t>
          </a:r>
          <a:endParaRPr lang="en-GB" sz="1400" b="0" kern="1200" dirty="0"/>
        </a:p>
      </dsp:txBody>
      <dsp:txXfrm>
        <a:off x="5004964" y="181947"/>
        <a:ext cx="2812136" cy="1205660"/>
      </dsp:txXfrm>
    </dsp:sp>
    <dsp:sp modelId="{F975EE47-3158-49FF-A784-D31F990572F3}">
      <dsp:nvSpPr>
        <dsp:cNvPr id="0" name=""/>
        <dsp:cNvSpPr/>
      </dsp:nvSpPr>
      <dsp:spPr>
        <a:xfrm>
          <a:off x="1630399" y="1716448"/>
          <a:ext cx="2812136" cy="11368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 smtClean="0"/>
            <a:t>SO2: </a:t>
          </a:r>
          <a:r>
            <a:rPr lang="en-GB" sz="2100" b="1" kern="1200" dirty="0" smtClean="0">
              <a:latin typeface="Century Gothic" panose="020B0502020202020204" pitchFamily="34" charset="0"/>
            </a:rPr>
            <a:t>Adoption of Outstanding Legislation</a:t>
          </a:r>
          <a:endParaRPr lang="en-GB" sz="2100" b="1" kern="1200" dirty="0"/>
        </a:p>
      </dsp:txBody>
      <dsp:txXfrm>
        <a:off x="1630399" y="1716448"/>
        <a:ext cx="2812136" cy="1136874"/>
      </dsp:txXfrm>
    </dsp:sp>
    <dsp:sp modelId="{3588C52A-E3AE-45A1-A8BF-BA5818000683}">
      <dsp:nvSpPr>
        <dsp:cNvPr id="0" name=""/>
        <dsp:cNvSpPr/>
      </dsp:nvSpPr>
      <dsp:spPr>
        <a:xfrm>
          <a:off x="5004964" y="1601948"/>
          <a:ext cx="2889330" cy="13658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0" kern="1200" dirty="0" smtClean="0"/>
            <a:t>DO: Adoption and implementation of this legislation creates an enabling </a:t>
          </a:r>
          <a:r>
            <a:rPr lang="en-GB" sz="1200" b="0" kern="1200" dirty="0" smtClean="0"/>
            <a:t>environment</a:t>
          </a:r>
          <a:r>
            <a:rPr lang="en-GB" sz="1400" b="0" kern="1200" dirty="0" smtClean="0"/>
            <a:t> for Namibia to leverage digital technologies for economic growth, innovation, and enhanced public service delivery</a:t>
          </a:r>
          <a:endParaRPr lang="en-GB" sz="1400" b="0" kern="1200" dirty="0"/>
        </a:p>
      </dsp:txBody>
      <dsp:txXfrm>
        <a:off x="5004964" y="1601948"/>
        <a:ext cx="2889330" cy="1365875"/>
      </dsp:txXfrm>
    </dsp:sp>
    <dsp:sp modelId="{C97F89A6-899C-42E9-AD7E-152BDC8B0364}">
      <dsp:nvSpPr>
        <dsp:cNvPr id="0" name=""/>
        <dsp:cNvSpPr/>
      </dsp:nvSpPr>
      <dsp:spPr>
        <a:xfrm>
          <a:off x="1630399" y="3228443"/>
          <a:ext cx="2812136" cy="11604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b="1" kern="1200" dirty="0" smtClean="0">
              <a:latin typeface="Century Gothic" panose="020B0502020202020204" pitchFamily="34" charset="0"/>
            </a:rPr>
            <a:t>SO3:Regulatory Sandboxes</a:t>
          </a:r>
          <a:endParaRPr lang="en-GB" sz="2100" b="1" kern="1200" dirty="0"/>
        </a:p>
      </dsp:txBody>
      <dsp:txXfrm>
        <a:off x="1630399" y="3228443"/>
        <a:ext cx="2812136" cy="1160443"/>
      </dsp:txXfrm>
    </dsp:sp>
    <dsp:sp modelId="{8D498601-E1C1-4339-8941-42336E96F182}">
      <dsp:nvSpPr>
        <dsp:cNvPr id="0" name=""/>
        <dsp:cNvSpPr/>
      </dsp:nvSpPr>
      <dsp:spPr>
        <a:xfrm>
          <a:off x="5004964" y="3182163"/>
          <a:ext cx="2812136" cy="12530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kern="1200" dirty="0" smtClean="0"/>
            <a:t>DO: </a:t>
          </a:r>
          <a:r>
            <a:rPr lang="en-GB" sz="1800" b="0" kern="1200" dirty="0" smtClean="0">
              <a:latin typeface="Century Gothic" panose="020B0502020202020204" pitchFamily="34" charset="0"/>
            </a:rPr>
            <a:t>Accelerated regulation of emerging digital services through responsive regulatory innovation</a:t>
          </a:r>
          <a:endParaRPr lang="en-GB" sz="1800" b="0" kern="1200" dirty="0"/>
        </a:p>
      </dsp:txBody>
      <dsp:txXfrm>
        <a:off x="5004964" y="3182163"/>
        <a:ext cx="2812136" cy="125300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6DC291-B202-4BF8-B6E3-B0AFC7CFB0CD}">
      <dsp:nvSpPr>
        <dsp:cNvPr id="0" name=""/>
        <dsp:cNvSpPr/>
      </dsp:nvSpPr>
      <dsp:spPr>
        <a:xfrm>
          <a:off x="571447" y="0"/>
          <a:ext cx="6476405" cy="392214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C732E-4BA8-4FCE-9962-4091AF9D8B3E}">
      <dsp:nvSpPr>
        <dsp:cNvPr id="0" name=""/>
        <dsp:cNvSpPr/>
      </dsp:nvSpPr>
      <dsp:spPr>
        <a:xfrm>
          <a:off x="121830" y="1187200"/>
          <a:ext cx="1186812" cy="148062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400" b="1" kern="1200" dirty="0" smtClean="0"/>
            <a:t>Validation by </a:t>
          </a:r>
          <a:endParaRPr lang="en-GB" sz="1400" b="1" kern="1200" dirty="0" smtClean="0"/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key stakeholders</a:t>
          </a:r>
          <a:endParaRPr lang="en-GB" sz="1400" b="1" kern="1200" dirty="0" smtClean="0"/>
        </a:p>
      </dsp:txBody>
      <dsp:txXfrm>
        <a:off x="179765" y="1245135"/>
        <a:ext cx="1070942" cy="1364753"/>
      </dsp:txXfrm>
    </dsp:sp>
    <dsp:sp modelId="{CBBBAC94-029A-49A5-BDE5-54DCCE348072}">
      <dsp:nvSpPr>
        <dsp:cNvPr id="0" name=""/>
        <dsp:cNvSpPr/>
      </dsp:nvSpPr>
      <dsp:spPr>
        <a:xfrm>
          <a:off x="1415598" y="1176642"/>
          <a:ext cx="1323572" cy="156885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dirty="0" smtClean="0"/>
            <a:t>Finalisation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dirty="0" smtClean="0"/>
            <a:t>Of the Strategy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400" b="1" kern="1200" dirty="0"/>
        </a:p>
      </dsp:txBody>
      <dsp:txXfrm>
        <a:off x="1480209" y="1241253"/>
        <a:ext cx="1194350" cy="1439634"/>
      </dsp:txXfrm>
    </dsp:sp>
    <dsp:sp modelId="{7D9577CE-A504-4DB4-8EA9-168C2A444AB8}">
      <dsp:nvSpPr>
        <dsp:cNvPr id="0" name=""/>
        <dsp:cNvSpPr/>
      </dsp:nvSpPr>
      <dsp:spPr>
        <a:xfrm>
          <a:off x="2964624" y="1176642"/>
          <a:ext cx="1352723" cy="156885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dirty="0" smtClean="0"/>
            <a:t>Submit Strategy to Cabinet for approval and implementation </a:t>
          </a:r>
          <a:endParaRPr lang="en-GB" sz="1400" b="1" kern="1200" dirty="0"/>
        </a:p>
      </dsp:txBody>
      <dsp:txXfrm>
        <a:off x="3030658" y="1242676"/>
        <a:ext cx="1220655" cy="1436788"/>
      </dsp:txXfrm>
    </dsp:sp>
    <dsp:sp modelId="{891BDCC2-52C0-4E4B-97BF-9F16E70C971E}">
      <dsp:nvSpPr>
        <dsp:cNvPr id="0" name=""/>
        <dsp:cNvSpPr/>
      </dsp:nvSpPr>
      <dsp:spPr>
        <a:xfrm>
          <a:off x="4542801" y="1176642"/>
          <a:ext cx="1494989" cy="156885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dirty="0" smtClean="0"/>
            <a:t>Launch the Strategy</a:t>
          </a:r>
          <a:endParaRPr lang="en-GB" sz="1400" b="1" kern="1200" dirty="0" smtClean="0"/>
        </a:p>
      </dsp:txBody>
      <dsp:txXfrm>
        <a:off x="4615780" y="1249621"/>
        <a:ext cx="1349031" cy="1422898"/>
      </dsp:txXfrm>
    </dsp:sp>
    <dsp:sp modelId="{E0365EED-B396-46F8-93B8-86E690772DBE}">
      <dsp:nvSpPr>
        <dsp:cNvPr id="0" name=""/>
        <dsp:cNvSpPr/>
      </dsp:nvSpPr>
      <dsp:spPr>
        <a:xfrm>
          <a:off x="6141563" y="1159870"/>
          <a:ext cx="1352723" cy="156885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dirty="0" smtClean="0"/>
            <a:t>Strategy implementation</a:t>
          </a:r>
          <a:endParaRPr lang="en-GB" sz="1400" b="1" i="0" kern="1200" dirty="0" smtClean="0"/>
        </a:p>
      </dsp:txBody>
      <dsp:txXfrm>
        <a:off x="6207597" y="1225904"/>
        <a:ext cx="1220655" cy="1436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03A55-2731-40A3-B16C-F106FC45D3EC}" type="datetimeFigureOut">
              <a:rPr lang="en-GB" smtClean="0"/>
              <a:pPr/>
              <a:t>08/09/2024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43CCA-A991-4C3A-B9BD-86A350EF78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461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FCE58-6D67-4E39-87CE-9CCB5168B991}" type="datetime1">
              <a:rPr lang="en-US" smtClean="0"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869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E1F6F-0133-4D38-ADD1-0C5F32AF9772}" type="datetime1">
              <a:rPr lang="en-US" smtClean="0"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37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8B81-BEE5-4A4B-BDB4-3D131C9B336A}" type="datetime1">
              <a:rPr lang="en-US" smtClean="0"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36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D19E-B7A6-4803-982C-2CB9F124346E}" type="datetime1">
              <a:rPr lang="en-US" smtClean="0"/>
              <a:t>9/8/2024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35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4D4F2-DFE7-4D27-888D-DA81431ECCFB}" type="datetime1">
              <a:rPr lang="en-US" smtClean="0"/>
              <a:t>9/8/2024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2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C4ADF-1874-42D8-BE7F-6F9E3D5533F3}" type="datetime1">
              <a:rPr lang="en-US" smtClean="0"/>
              <a:t>9/8/2024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193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D4430-A99A-4ABA-A887-98D85B100D37}" type="datetime1">
              <a:rPr lang="en-US" smtClean="0"/>
              <a:t>9/8/2024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749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F53B-496A-4A72-899B-53341A73F8FE}" type="datetime1">
              <a:rPr lang="en-US" smtClean="0"/>
              <a:t>9/8/2024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229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9DD03-1FB8-4B5F-A911-BE92A31DCE67}" type="datetime1">
              <a:rPr lang="en-US" smtClean="0"/>
              <a:t>9/8/2024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38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B158-77E8-4876-B4AF-B0A79C8CBCBA}" type="datetime1">
              <a:rPr lang="en-US" smtClean="0"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420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A9D20-0B6D-4D2F-82BA-48EA292BD7B2}" type="datetime1">
              <a:rPr lang="en-US" smtClean="0"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7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39ED3-AFA2-45CA-B93F-997895F308FD}" type="datetime1">
              <a:rPr lang="en-US" smtClean="0"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A667C-1F84-6840-A98D-B73F7CAC44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61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ICT PP Background-0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05" y="2030973"/>
            <a:ext cx="8813990" cy="36254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30973"/>
            <a:ext cx="7772400" cy="3402648"/>
          </a:xfrm>
        </p:spPr>
        <p:txBody>
          <a:bodyPr>
            <a:noAutofit/>
          </a:bodyPr>
          <a:lstStyle/>
          <a:p>
            <a:r>
              <a:rPr lang="aa-ET" dirty="0"/>
              <a:t> </a:t>
            </a:r>
            <a:r>
              <a:rPr lang="en-US" dirty="0"/>
              <a:t/>
            </a:r>
            <a:br>
              <a:rPr lang="en-US" dirty="0"/>
            </a:br>
            <a:endParaRPr lang="en-GB" sz="2400" b="1" dirty="0"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06" y="898008"/>
            <a:ext cx="8714536" cy="4283591"/>
          </a:xfrm>
        </p:spPr>
        <p:txBody>
          <a:bodyPr>
            <a:normAutofit lnSpcReduction="10000"/>
          </a:bodyPr>
          <a:lstStyle/>
          <a:p>
            <a:endParaRPr lang="en-US" sz="1800" dirty="0">
              <a:solidFill>
                <a:schemeClr val="bg1"/>
              </a:solidFill>
              <a:latin typeface="Century Gothic" panose="020B0502020202020204" pitchFamily="34" charset="0"/>
              <a:cs typeface="Arial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Century Gothic" panose="020B0502020202020204" pitchFamily="34" charset="0"/>
                <a:cs typeface="Arial"/>
              </a:rPr>
              <a:t>TOPIC</a:t>
            </a:r>
          </a:p>
          <a:p>
            <a:endParaRPr lang="en-US" sz="2800" b="1" dirty="0">
              <a:solidFill>
                <a:schemeClr val="bg1"/>
              </a:solidFill>
              <a:latin typeface="Century Gothic" panose="020B0502020202020204" pitchFamily="34" charset="0"/>
              <a:cs typeface="Arial"/>
            </a:endParaRPr>
          </a:p>
          <a:p>
            <a:r>
              <a:rPr lang="en-US" sz="2800" b="1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/>
              </a:rPr>
              <a:t>National Digital strategy Plan 2025 - 2029</a:t>
            </a:r>
          </a:p>
          <a:p>
            <a:endParaRPr lang="en-US" sz="2200" b="1" i="1" dirty="0">
              <a:solidFill>
                <a:schemeClr val="bg1"/>
              </a:solidFill>
              <a:latin typeface="Century Gothic" panose="020B0502020202020204" pitchFamily="34" charset="0"/>
              <a:cs typeface="Arial"/>
            </a:endParaRPr>
          </a:p>
          <a:p>
            <a:r>
              <a:rPr lang="en-US" sz="2200" b="1" i="1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/>
              </a:rPr>
              <a:t>“The Framework for Digital Transformation” </a:t>
            </a:r>
          </a:p>
          <a:p>
            <a:endParaRPr lang="en-US" sz="2200" b="1" i="1" dirty="0">
              <a:solidFill>
                <a:schemeClr val="bg1"/>
              </a:solidFill>
              <a:latin typeface="Century Gothic" panose="020B0502020202020204" pitchFamily="34" charset="0"/>
              <a:cs typeface="Arial"/>
            </a:endParaRPr>
          </a:p>
          <a:p>
            <a:r>
              <a:rPr lang="en-US" sz="2200" b="1" i="1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/>
              </a:rPr>
              <a:t>MS. LINDA AIPINGE-NAKALE</a:t>
            </a:r>
          </a:p>
          <a:p>
            <a:r>
              <a:rPr lang="en-US" sz="2200" b="1" i="1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/>
              </a:rPr>
              <a:t>DIRECTOR: ICT DEVELOPMENT</a:t>
            </a:r>
          </a:p>
          <a:p>
            <a:r>
              <a:rPr lang="en-US" sz="2200" b="1" i="1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/>
              </a:rPr>
              <a:t>MINISTRY OF INFORMATION AND COMMUNICATION TECHNOLOGY</a:t>
            </a:r>
            <a:endParaRPr lang="en-US" sz="2200" b="1" i="1" dirty="0">
              <a:solidFill>
                <a:schemeClr val="bg1"/>
              </a:solidFill>
              <a:latin typeface="Century Gothic" panose="020B0502020202020204" pitchFamily="34" charset="0"/>
              <a:cs typeface="Arial"/>
            </a:endParaRPr>
          </a:p>
        </p:txBody>
      </p:sp>
      <p:pic>
        <p:nvPicPr>
          <p:cNvPr id="13" name="Picture 12" descr="D:\#Libraries\Desktop\Original coat-of-arms-landscape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448" y="394009"/>
            <a:ext cx="972000" cy="10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59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7403" y="1417015"/>
            <a:ext cx="7772400" cy="671498"/>
          </a:xfrm>
        </p:spPr>
        <p:txBody>
          <a:bodyPr>
            <a:normAutofit fontScale="90000"/>
          </a:bodyPr>
          <a:lstStyle/>
          <a:p>
            <a:r>
              <a:rPr lang="en-GB" dirty="0"/>
              <a:t> </a:t>
            </a:r>
            <a:r>
              <a:rPr lang="en-GB" b="1" dirty="0" smtClean="0">
                <a:latin typeface="Century Gothic" panose="020B0502020202020204" pitchFamily="34" charset="0"/>
              </a:rPr>
              <a:t>OUTLINE</a:t>
            </a:r>
            <a:endParaRPr lang="en-GB" b="1" dirty="0">
              <a:latin typeface="Century Gothic" panose="020B0502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7403" y="2142124"/>
            <a:ext cx="8261797" cy="4214225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1800" b="1" dirty="0" smtClean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1800" b="1" dirty="0" smtClean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1800" b="1" dirty="0" smtClean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1400" b="1" dirty="0" smtClean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 descr="D:\#Libraries\Desktop\Original coat-of-arms-landscape.jpg">
            <a:extLst>
              <a:ext uri="{FF2B5EF4-FFF2-40B4-BE49-F238E27FC236}">
                <a16:creationId xmlns:a16="http://schemas.microsoft.com/office/drawing/2014/main" id="{E8656BAD-D7ED-1225-9782-C3AD1B6FE40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000" y="339596"/>
            <a:ext cx="972000" cy="100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459686369"/>
              </p:ext>
            </p:extLst>
          </p:nvPr>
        </p:nvGraphicFramePr>
        <p:xfrm>
          <a:off x="1524000" y="232195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6457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7403" y="1417015"/>
            <a:ext cx="7772400" cy="671498"/>
          </a:xfrm>
        </p:spPr>
        <p:txBody>
          <a:bodyPr>
            <a:normAutofit fontScale="90000"/>
          </a:bodyPr>
          <a:lstStyle/>
          <a:p>
            <a:r>
              <a:rPr lang="en-GB" dirty="0"/>
              <a:t> </a:t>
            </a:r>
            <a:r>
              <a:rPr lang="en-GB" b="1" dirty="0">
                <a:latin typeface="Century Gothic" panose="020B0502020202020204" pitchFamily="34" charset="0"/>
              </a:rP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7403" y="2142124"/>
            <a:ext cx="8261797" cy="4214225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2000" dirty="0" smtClean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algn="just"/>
            <a:endParaRPr lang="en-US" sz="2000" dirty="0" smtClean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The </a:t>
            </a:r>
            <a:r>
              <a:rPr lang="en-GB" sz="2400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National </a:t>
            </a:r>
            <a:r>
              <a:rPr lang="en-GB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Digital Strategy (NDS</a:t>
            </a:r>
            <a:r>
              <a:rPr lang="en-GB" sz="2400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GB" sz="2400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a </a:t>
            </a:r>
            <a:r>
              <a:rPr lang="en-GB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comprehensive </a:t>
            </a:r>
            <a:r>
              <a:rPr lang="en-GB" sz="2400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blueprint for the Country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en-GB" sz="2400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to </a:t>
            </a:r>
            <a:r>
              <a:rPr lang="en-GB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harness digital technologies for economic growth, </a:t>
            </a:r>
            <a:r>
              <a:rPr lang="en-GB" sz="2400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social </a:t>
            </a:r>
            <a:r>
              <a:rPr lang="en-GB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inclusion, </a:t>
            </a:r>
            <a:r>
              <a:rPr lang="en-GB" sz="2400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and overall </a:t>
            </a:r>
            <a:r>
              <a:rPr lang="en-GB" sz="2400" dirty="0">
                <a:solidFill>
                  <a:schemeClr val="tx1"/>
                </a:solidFill>
                <a:latin typeface="Century Gothic" panose="020B0502020202020204" pitchFamily="34" charset="0"/>
              </a:rPr>
              <a:t>societal </a:t>
            </a:r>
            <a:r>
              <a:rPr lang="en-GB" sz="2400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advancement</a:t>
            </a:r>
            <a:endParaRPr lang="en-US" sz="2400" b="1" dirty="0" smtClean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 descr="D:\#Libraries\Desktop\Original coat-of-arms-landscape.jpg">
            <a:extLst>
              <a:ext uri="{FF2B5EF4-FFF2-40B4-BE49-F238E27FC236}">
                <a16:creationId xmlns:a16="http://schemas.microsoft.com/office/drawing/2014/main" id="{E8656BAD-D7ED-1225-9782-C3AD1B6FE40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000" y="339596"/>
            <a:ext cx="972000" cy="100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91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7403" y="1417015"/>
            <a:ext cx="7772400" cy="671498"/>
          </a:xfrm>
        </p:spPr>
        <p:txBody>
          <a:bodyPr>
            <a:normAutofit fontScale="90000"/>
          </a:bodyPr>
          <a:lstStyle/>
          <a:p>
            <a:r>
              <a:rPr lang="en-GB" dirty="0"/>
              <a:t> </a:t>
            </a:r>
            <a:r>
              <a:rPr lang="en-GB" b="1" dirty="0" smtClean="0">
                <a:latin typeface="Century Gothic" panose="020B0502020202020204" pitchFamily="34" charset="0"/>
              </a:rPr>
              <a:t>HIGH LEVEL STATEMENTS</a:t>
            </a:r>
            <a:endParaRPr lang="en-GB" b="1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 descr="D:\#Libraries\Desktop\Original coat-of-arms-landscape.jpg">
            <a:extLst>
              <a:ext uri="{FF2B5EF4-FFF2-40B4-BE49-F238E27FC236}">
                <a16:creationId xmlns:a16="http://schemas.microsoft.com/office/drawing/2014/main" id="{E8656BAD-D7ED-1225-9782-C3AD1B6FE40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000" y="339596"/>
            <a:ext cx="972000" cy="100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004091360"/>
              </p:ext>
            </p:extLst>
          </p:nvPr>
        </p:nvGraphicFramePr>
        <p:xfrm>
          <a:off x="755009" y="2416029"/>
          <a:ext cx="7594794" cy="4174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069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7403" y="1417015"/>
            <a:ext cx="7772400" cy="671498"/>
          </a:xfrm>
        </p:spPr>
        <p:txBody>
          <a:bodyPr>
            <a:normAutofit fontScale="90000"/>
          </a:bodyPr>
          <a:lstStyle/>
          <a:p>
            <a:r>
              <a:rPr lang="en-GB" dirty="0"/>
              <a:t>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b="1" dirty="0" smtClean="0">
                <a:latin typeface="Century Gothic" panose="020B0502020202020204" pitchFamily="34" charset="0"/>
              </a:rPr>
              <a:t>Challenges</a:t>
            </a:r>
            <a:r>
              <a:rPr lang="en-GB" b="1" dirty="0"/>
              <a:t/>
            </a:r>
            <a:br>
              <a:rPr lang="en-GB" b="1" dirty="0"/>
            </a:br>
            <a:endParaRPr lang="en-GB" b="1" dirty="0">
              <a:latin typeface="Century Gothic" panose="020B0502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7403" y="2142124"/>
            <a:ext cx="8261797" cy="4579351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Outdated/ inadequate digital </a:t>
            </a: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infrastructure</a:t>
            </a: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,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Inadequate digital </a:t>
            </a: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skills and education 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Outdated/ absent legislative and policy framework</a:t>
            </a:r>
            <a:endParaRPr lang="en-GB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A</a:t>
            </a: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ccess </a:t>
            </a: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to </a:t>
            </a: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electricity/ affordability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Access to ICT services/ affordability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Mobile </a:t>
            </a: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broadband penetration </a:t>
            </a:r>
            <a:endParaRPr lang="en-GB" sz="2000" dirty="0" smtClean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E-government roll out </a:t>
            </a:r>
            <a:endParaRPr lang="en-GB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Low </a:t>
            </a: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level of digitisation activities and integration of local </a:t>
            </a: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content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Low </a:t>
            </a: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intensity of mobile apps development </a:t>
            </a:r>
            <a:endParaRPr lang="en-GB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Security Concerns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Financial </a:t>
            </a:r>
            <a:r>
              <a:rPr lang="en-GB" sz="2000" dirty="0" smtClean="0">
                <a:solidFill>
                  <a:schemeClr val="tx1"/>
                </a:solidFill>
                <a:latin typeface="Century Gothic" panose="020B0502020202020204" pitchFamily="34" charset="0"/>
              </a:rPr>
              <a:t>constraints/ investment in ICT</a:t>
            </a:r>
            <a:endParaRPr lang="en-GB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 descr="D:\#Libraries\Desktop\Original coat-of-arms-landscape.jpg">
            <a:extLst>
              <a:ext uri="{FF2B5EF4-FFF2-40B4-BE49-F238E27FC236}">
                <a16:creationId xmlns:a16="http://schemas.microsoft.com/office/drawing/2014/main" id="{E8656BAD-D7ED-1225-9782-C3AD1B6FE40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000" y="339596"/>
            <a:ext cx="972000" cy="100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090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7403" y="1417015"/>
            <a:ext cx="7772400" cy="671498"/>
          </a:xfrm>
        </p:spPr>
        <p:txBody>
          <a:bodyPr>
            <a:normAutofit fontScale="90000"/>
          </a:bodyPr>
          <a:lstStyle/>
          <a:p>
            <a:r>
              <a:rPr lang="en-GB" dirty="0"/>
              <a:t>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b="1" dirty="0" smtClean="0">
                <a:latin typeface="Century Gothic" panose="020B0502020202020204" pitchFamily="34" charset="0"/>
              </a:rPr>
              <a:t>POLICY ALIGNMENT</a:t>
            </a:r>
            <a:r>
              <a:rPr lang="en-GB" b="1" dirty="0"/>
              <a:t/>
            </a:r>
            <a:br>
              <a:rPr lang="en-GB" b="1" dirty="0"/>
            </a:br>
            <a:endParaRPr lang="en-GB" b="1" dirty="0">
              <a:latin typeface="Century Gothic" panose="020B0502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7403" y="2142124"/>
            <a:ext cx="8261797" cy="4214225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 descr="D:\#Libraries\Desktop\Original coat-of-arms-landscape.jpg">
            <a:extLst>
              <a:ext uri="{FF2B5EF4-FFF2-40B4-BE49-F238E27FC236}">
                <a16:creationId xmlns:a16="http://schemas.microsoft.com/office/drawing/2014/main" id="{E8656BAD-D7ED-1225-9782-C3AD1B6FE40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000" y="339596"/>
            <a:ext cx="972000" cy="100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570243"/>
              </p:ext>
            </p:extLst>
          </p:nvPr>
        </p:nvGraphicFramePr>
        <p:xfrm>
          <a:off x="517302" y="2137805"/>
          <a:ext cx="8321898" cy="4218543"/>
        </p:xfrm>
        <a:graphic>
          <a:graphicData uri="http://schemas.openxmlformats.org/drawingml/2006/table">
            <a:tbl>
              <a:tblPr firstRow="1" firstCol="1" bandRow="1"/>
              <a:tblGrid>
                <a:gridCol w="2389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2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5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Thematic Area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Policy/Regulation/Strategy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04">
                <a:tc rowSpan="4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National Development Plans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D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Presidential 4IR Commission Report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04">
                <a:tc vMerge="1">
                  <a:txBody>
                    <a:bodyPr/>
                    <a:lstStyle/>
                    <a:p>
                      <a:endParaRPr lang="en-GB" sz="20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Harambee</a:t>
                      </a:r>
                      <a:r>
                        <a:rPr lang="en-GB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Prosperity Plan II (HPP2)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04">
                <a:tc vMerge="1">
                  <a:txBody>
                    <a:bodyPr/>
                    <a:lstStyle/>
                    <a:p>
                      <a:endParaRPr lang="en-GB" sz="20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National </a:t>
                      </a:r>
                      <a:r>
                        <a:rPr lang="en-GB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Development </a:t>
                      </a:r>
                      <a:r>
                        <a:rPr lang="en-GB" sz="2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Plan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04">
                <a:tc vMerge="1">
                  <a:txBody>
                    <a:bodyPr/>
                    <a:lstStyle/>
                    <a:p>
                      <a:endParaRPr lang="en-GB" sz="20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Vision 2030 for the Republic of Namibia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7007"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Digital Financial Services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D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National Payment System Vision and Strategy (2021–2025)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504">
                <a:tc vMerge="1">
                  <a:txBody>
                    <a:bodyPr/>
                    <a:lstStyle/>
                    <a:p>
                      <a:endParaRPr lang="en-GB" sz="20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Electronic Transactions Act 4 of 2019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504">
                <a:tc rowSpan="3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E-Government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D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E-government Strategic Action Plan 2014–2018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3504">
                <a:tc vMerge="1">
                  <a:txBody>
                    <a:bodyPr/>
                    <a:lstStyle/>
                    <a:p>
                      <a:endParaRPr lang="en-GB" sz="20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IT Policy for the Public Service 2008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3504">
                <a:tc vMerge="1">
                  <a:txBody>
                    <a:bodyPr/>
                    <a:lstStyle/>
                    <a:p>
                      <a:endParaRPr lang="en-GB" sz="20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E-government Policy for the Public Service 2005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97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7403" y="1417015"/>
            <a:ext cx="7772400" cy="671498"/>
          </a:xfrm>
        </p:spPr>
        <p:txBody>
          <a:bodyPr>
            <a:normAutofit fontScale="90000"/>
          </a:bodyPr>
          <a:lstStyle/>
          <a:p>
            <a:r>
              <a:rPr lang="en-GB" dirty="0"/>
              <a:t>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b="1" dirty="0" smtClean="0">
                <a:latin typeface="Century Gothic" panose="020B0502020202020204" pitchFamily="34" charset="0"/>
              </a:rPr>
              <a:t>POLICY ALIGNMENT</a:t>
            </a:r>
            <a:r>
              <a:rPr lang="en-GB" b="1" dirty="0"/>
              <a:t/>
            </a:r>
            <a:br>
              <a:rPr lang="en-GB" b="1" dirty="0"/>
            </a:br>
            <a:endParaRPr lang="en-GB" b="1" dirty="0">
              <a:latin typeface="Century Gothic" panose="020B0502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7403" y="2142124"/>
            <a:ext cx="8261797" cy="4214225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 descr="D:\#Libraries\Desktop\Original coat-of-arms-landscape.jpg">
            <a:extLst>
              <a:ext uri="{FF2B5EF4-FFF2-40B4-BE49-F238E27FC236}">
                <a16:creationId xmlns:a16="http://schemas.microsoft.com/office/drawing/2014/main" id="{E8656BAD-D7ED-1225-9782-C3AD1B6FE40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000" y="339596"/>
            <a:ext cx="972000" cy="100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462917"/>
              </p:ext>
            </p:extLst>
          </p:nvPr>
        </p:nvGraphicFramePr>
        <p:xfrm>
          <a:off x="517302" y="2137810"/>
          <a:ext cx="8109396" cy="3137884"/>
        </p:xfrm>
        <a:graphic>
          <a:graphicData uri="http://schemas.openxmlformats.org/drawingml/2006/table">
            <a:tbl>
              <a:tblPr firstRow="1" firstCol="1" bandRow="1"/>
              <a:tblGrid>
                <a:gridCol w="232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1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4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Thematic Area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Policy/Regulation/Strategy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342">
                <a:tc rowSpan="3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Broadband Development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D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Namibia Broadband Policy (2018–2022)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342">
                <a:tc vMerge="1">
                  <a:txBody>
                    <a:bodyPr/>
                    <a:lstStyle/>
                    <a:p>
                      <a:endParaRPr lang="en-GB" sz="20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Universal Service and Access Policy (2013)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684">
                <a:tc vMerge="1">
                  <a:txBody>
                    <a:bodyPr/>
                    <a:lstStyle/>
                    <a:p>
                      <a:endParaRPr lang="en-GB" sz="20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Overarching ICT Policy 2009 (OICTP 2009)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342"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Cybersecurity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D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National Cybersecurity Strategy and Awareness Raising Plan 2022–2027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342">
                <a:tc vMerge="1">
                  <a:txBody>
                    <a:bodyPr/>
                    <a:lstStyle/>
                    <a:p>
                      <a:endParaRPr lang="en-GB" sz="20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Cybercrime Bill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342"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Access to Information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D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Access to Information Act, 2022 (Act No. 8 of 2022)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7342">
                <a:tc vMerge="1">
                  <a:txBody>
                    <a:bodyPr/>
                    <a:lstStyle/>
                    <a:p>
                      <a:endParaRPr lang="en-GB" sz="20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Access to Information Regulations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47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7403" y="1417015"/>
            <a:ext cx="7772400" cy="671498"/>
          </a:xfrm>
        </p:spPr>
        <p:txBody>
          <a:bodyPr>
            <a:normAutofit fontScale="90000"/>
          </a:bodyPr>
          <a:lstStyle/>
          <a:p>
            <a:r>
              <a:rPr lang="en-GB" dirty="0"/>
              <a:t>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b="1" dirty="0" smtClean="0">
                <a:latin typeface="Century Gothic" panose="020B0502020202020204" pitchFamily="34" charset="0"/>
              </a:rPr>
              <a:t>POLICY ALIGNMENT</a:t>
            </a:r>
            <a:r>
              <a:rPr lang="en-GB" b="1" dirty="0"/>
              <a:t/>
            </a:r>
            <a:br>
              <a:rPr lang="en-GB" b="1" dirty="0"/>
            </a:br>
            <a:endParaRPr lang="en-GB" b="1" dirty="0">
              <a:latin typeface="Century Gothic" panose="020B0502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7403" y="2142124"/>
            <a:ext cx="8261797" cy="4214225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 descr="D:\#Libraries\Desktop\Original coat-of-arms-landscape.jpg">
            <a:extLst>
              <a:ext uri="{FF2B5EF4-FFF2-40B4-BE49-F238E27FC236}">
                <a16:creationId xmlns:a16="http://schemas.microsoft.com/office/drawing/2014/main" id="{E8656BAD-D7ED-1225-9782-C3AD1B6FE40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000" y="339596"/>
            <a:ext cx="972000" cy="100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856827"/>
              </p:ext>
            </p:extLst>
          </p:nvPr>
        </p:nvGraphicFramePr>
        <p:xfrm>
          <a:off x="517302" y="2137808"/>
          <a:ext cx="8109396" cy="4218540"/>
        </p:xfrm>
        <a:graphic>
          <a:graphicData uri="http://schemas.openxmlformats.org/drawingml/2006/table">
            <a:tbl>
              <a:tblPr firstRow="1" firstCol="1" bandRow="1"/>
              <a:tblGrid>
                <a:gridCol w="232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1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54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Thematic Area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Policy/Regulation/Strategy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5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Communication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D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Government Communication Strategy 2022–2027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090">
                <a:tc rowSpan="2">
                  <a:txBody>
                    <a:bodyPr/>
                    <a:lstStyle/>
                    <a:p>
                      <a:endParaRPr lang="en-GB" sz="20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Communications Amendment Act, 2020 (Act No. 6 of 2020)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090">
                <a:tc vMerge="1">
                  <a:txBody>
                    <a:bodyPr/>
                    <a:lstStyle/>
                    <a:p>
                      <a:endParaRPr lang="en-GB" sz="20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Electronic Transactions Act 4 of 2019 (Partially Enacted 2020)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463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Draft Legislation/Strategies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D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Draft Data Protection </a:t>
                      </a:r>
                      <a:r>
                        <a:rPr lang="en-GB" sz="2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Bill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090">
                <a:tc>
                  <a:txBody>
                    <a:bodyPr/>
                    <a:lstStyle/>
                    <a:p>
                      <a:endParaRPr lang="en-GB" sz="20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Digital Government Strategic Roadmap for Namibia 2024–2026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5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D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Cybercrime Bill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7655" marR="3765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563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7403" y="1417015"/>
            <a:ext cx="7772400" cy="411785"/>
          </a:xfrm>
        </p:spPr>
        <p:txBody>
          <a:bodyPr>
            <a:normAutofit fontScale="90000"/>
          </a:bodyPr>
          <a:lstStyle/>
          <a:p>
            <a:r>
              <a:rPr lang="en-GB" dirty="0"/>
              <a:t>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b="1" dirty="0" smtClean="0">
                <a:latin typeface="Century Gothic" panose="020B0502020202020204" pitchFamily="34" charset="0"/>
              </a:rPr>
              <a:t>ALIGNMENT</a:t>
            </a:r>
            <a:r>
              <a:rPr lang="en-GB" b="1" dirty="0"/>
              <a:t/>
            </a:r>
            <a:br>
              <a:rPr lang="en-GB" b="1" dirty="0"/>
            </a:br>
            <a:endParaRPr lang="en-GB" b="1" dirty="0">
              <a:latin typeface="Century Gothic" panose="020B0502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4" y="1828800"/>
            <a:ext cx="8459637" cy="48926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 descr="D:\#Libraries\Desktop\Original coat-of-arms-landscape.jpg">
            <a:extLst>
              <a:ext uri="{FF2B5EF4-FFF2-40B4-BE49-F238E27FC236}">
                <a16:creationId xmlns:a16="http://schemas.microsoft.com/office/drawing/2014/main" id="{E8656BAD-D7ED-1225-9782-C3AD1B6FE40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000" y="339596"/>
            <a:ext cx="972000" cy="100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448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469" y="1167144"/>
            <a:ext cx="7429500" cy="799679"/>
          </a:xfrm>
        </p:spPr>
        <p:txBody>
          <a:bodyPr anchor="t">
            <a:normAutofit/>
          </a:bodyPr>
          <a:lstStyle/>
          <a:p>
            <a:r>
              <a:rPr lang="en-US" sz="2800" b="1" dirty="0" smtClean="0">
                <a:latin typeface="Century Gothic" panose="020B0502020202020204" pitchFamily="34" charset="0"/>
              </a:rPr>
              <a:t>METHODOLOGY/APROACH</a:t>
            </a:r>
            <a:r>
              <a:rPr lang="en-US" sz="1425" dirty="0"/>
              <a:t/>
            </a:r>
            <a:br>
              <a:rPr lang="en-US" sz="1425" dirty="0"/>
            </a:br>
            <a:endParaRPr lang="en-US" sz="1425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05817-7BB3-4140-859D-E66772D83BEE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 descr="D:\#Libraries\Desktop\Original coat-of-arms-landscape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219" y="103230"/>
            <a:ext cx="972000" cy="100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315098612"/>
              </p:ext>
            </p:extLst>
          </p:nvPr>
        </p:nvGraphicFramePr>
        <p:xfrm>
          <a:off x="455469" y="1759788"/>
          <a:ext cx="8032923" cy="45965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51793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215" y="1374869"/>
            <a:ext cx="1977138" cy="5346605"/>
          </a:xfrm>
        </p:spPr>
        <p:txBody>
          <a:bodyPr vert="vert270" anchor="ctr">
            <a:normAutofit/>
          </a:bodyPr>
          <a:lstStyle/>
          <a:p>
            <a:r>
              <a:rPr lang="en-US" sz="3600" b="1" dirty="0" smtClean="0">
                <a:latin typeface="Century Gothic" panose="020B0502020202020204" pitchFamily="34" charset="0"/>
              </a:rPr>
              <a:t>STRATEGIC FRAMEWORK</a:t>
            </a:r>
            <a:r>
              <a:rPr lang="en-US" sz="4000" dirty="0" smtClean="0">
                <a:latin typeface="Century Gothic" panose="020B0502020202020204" pitchFamily="34" charset="0"/>
              </a:rPr>
              <a:t/>
            </a:r>
            <a:br>
              <a:rPr lang="en-US" sz="4000" dirty="0" smtClean="0">
                <a:latin typeface="Century Gothic" panose="020B0502020202020204" pitchFamily="34" charset="0"/>
              </a:rPr>
            </a:br>
            <a:endParaRPr lang="en-US" sz="4000" dirty="0"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05817-7BB3-4140-859D-E66772D83BEE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9" y="368942"/>
            <a:ext cx="975445" cy="1005927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573579" y="435994"/>
            <a:ext cx="7436328" cy="5987408"/>
            <a:chOff x="0" y="-65256"/>
            <a:chExt cx="4617326" cy="3907270"/>
          </a:xfrm>
        </p:grpSpPr>
        <p:sp>
          <p:nvSpPr>
            <p:cNvPr id="12" name="Isosceles Triangle 11"/>
            <p:cNvSpPr/>
            <p:nvPr/>
          </p:nvSpPr>
          <p:spPr>
            <a:xfrm>
              <a:off x="466794" y="-65256"/>
              <a:ext cx="3702636" cy="1011488"/>
            </a:xfrm>
            <a:prstGeom prst="triangle">
              <a:avLst>
                <a:gd name="adj" fmla="val 49648"/>
              </a:avLst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sp>
          <p:nvSpPr>
            <p:cNvPr id="13" name="Rectangle: Rounded Corners 41996984"/>
            <p:cNvSpPr/>
            <p:nvPr/>
          </p:nvSpPr>
          <p:spPr>
            <a:xfrm>
              <a:off x="438646" y="1666473"/>
              <a:ext cx="704255" cy="1155204"/>
            </a:xfrm>
            <a:prstGeom prst="round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55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55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55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55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/>
              </a:r>
              <a:b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</a:br>
              <a:r>
                <a:rPr lang="en-US" sz="9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/>
              </a:r>
              <a:br>
                <a:rPr lang="en-US" sz="9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</a:br>
              <a:r>
                <a:rPr lang="en-US" sz="9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Digital Infrastructure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4" name="Rectangle: Rounded Corners 1155146060"/>
            <p:cNvSpPr/>
            <p:nvPr/>
          </p:nvSpPr>
          <p:spPr>
            <a:xfrm>
              <a:off x="1199159" y="1669684"/>
              <a:ext cx="704255" cy="1155204"/>
            </a:xfrm>
            <a:prstGeom prst="round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/>
              </a:r>
              <a:b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</a:br>
              <a: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/>
              </a:r>
              <a:b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</a:br>
              <a: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Digital Skills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" name="Rectangle: Rounded Corners 270484382"/>
            <p:cNvSpPr/>
            <p:nvPr/>
          </p:nvSpPr>
          <p:spPr>
            <a:xfrm>
              <a:off x="1958170" y="1669684"/>
              <a:ext cx="704255" cy="1155204"/>
            </a:xfrm>
            <a:prstGeom prst="round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/>
              </a:r>
              <a:b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</a:br>
              <a: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/>
              </a:r>
              <a:b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</a:br>
              <a: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Digital Government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" name="Rectangle: Rounded Corners 1506236183"/>
            <p:cNvSpPr/>
            <p:nvPr/>
          </p:nvSpPr>
          <p:spPr>
            <a:xfrm>
              <a:off x="2716298" y="1669684"/>
              <a:ext cx="704255" cy="1155204"/>
            </a:xfrm>
            <a:prstGeom prst="round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/>
              </a:r>
              <a:b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</a:br>
              <a: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/>
              </a:r>
              <a:b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</a:br>
              <a: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Industry and Innovation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" name="Rectangle: Rounded Corners 782691700"/>
            <p:cNvSpPr/>
            <p:nvPr/>
          </p:nvSpPr>
          <p:spPr>
            <a:xfrm>
              <a:off x="441915" y="2910424"/>
              <a:ext cx="3752394" cy="420753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14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CROSS-CUTTING THEMES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11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Gender and Youth | Cybersecurity | Emerging Technology  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8" name="Rectangle: Rounded Corners 1161084413"/>
            <p:cNvSpPr/>
            <p:nvPr/>
          </p:nvSpPr>
          <p:spPr>
            <a:xfrm>
              <a:off x="0" y="3421261"/>
              <a:ext cx="4617326" cy="420753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14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FOUNDATIONAL VALUES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14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Whole-of-society approach| Sustainability | Agility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" name="Rectangle: Rounded Corners 75309976"/>
            <p:cNvSpPr/>
            <p:nvPr/>
          </p:nvSpPr>
          <p:spPr>
            <a:xfrm>
              <a:off x="3474426" y="1665135"/>
              <a:ext cx="704255" cy="1155204"/>
            </a:xfrm>
            <a:prstGeom prst="round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6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450"/>
                </a:spcAft>
              </a:pPr>
              <a: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/>
              </a:r>
              <a:b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</a:br>
              <a: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/>
              </a:r>
              <a:b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</a:br>
              <a: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Policy and Regulation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20" name="Google Shape;57;p13"/>
            <p:cNvPicPr preferRelativeResize="0"/>
            <p:nvPr/>
          </p:nvPicPr>
          <p:blipFill>
            <a:blip r:embed="rId3">
              <a:alphaModFix/>
              <a:biLevel thresh="25000"/>
            </a:blip>
            <a:stretch>
              <a:fillRect/>
            </a:stretch>
          </p:blipFill>
          <p:spPr>
            <a:xfrm>
              <a:off x="610078" y="1977214"/>
              <a:ext cx="358689" cy="3586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58;p13"/>
            <p:cNvPicPr preferRelativeResize="0"/>
            <p:nvPr/>
          </p:nvPicPr>
          <p:blipFill>
            <a:blip r:embed="rId4">
              <a:alphaModFix/>
              <a:biLevel thresh="25000"/>
            </a:blip>
            <a:stretch>
              <a:fillRect/>
            </a:stretch>
          </p:blipFill>
          <p:spPr>
            <a:xfrm>
              <a:off x="1369995" y="1977214"/>
              <a:ext cx="361081" cy="3586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60;p13"/>
            <p:cNvPicPr preferRelativeResize="0"/>
            <p:nvPr/>
          </p:nvPicPr>
          <p:blipFill>
            <a:blip r:embed="rId5">
              <a:alphaModFix/>
              <a:biLevel thresh="25000"/>
            </a:blip>
            <a:stretch>
              <a:fillRect/>
            </a:stretch>
          </p:blipFill>
          <p:spPr>
            <a:xfrm>
              <a:off x="2873759" y="1932136"/>
              <a:ext cx="389055" cy="389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61;p13"/>
            <p:cNvPicPr preferRelativeResize="0"/>
            <p:nvPr/>
          </p:nvPicPr>
          <p:blipFill>
            <a:blip r:embed="rId6">
              <a:alphaModFix/>
              <a:biLevel thresh="25000"/>
            </a:blip>
            <a:stretch>
              <a:fillRect/>
            </a:stretch>
          </p:blipFill>
          <p:spPr>
            <a:xfrm>
              <a:off x="3665516" y="1964552"/>
              <a:ext cx="322075" cy="3242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59;p13"/>
            <p:cNvPicPr preferRelativeResize="0"/>
            <p:nvPr/>
          </p:nvPicPr>
          <p:blipFill>
            <a:blip r:embed="rId7">
              <a:alphaModFix/>
              <a:biLevel thresh="25000"/>
            </a:blip>
            <a:stretch>
              <a:fillRect/>
            </a:stretch>
          </p:blipFill>
          <p:spPr>
            <a:xfrm>
              <a:off x="2137517" y="1974244"/>
              <a:ext cx="342295" cy="3445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TextBox 10"/>
            <p:cNvSpPr txBox="1"/>
            <p:nvPr/>
          </p:nvSpPr>
          <p:spPr>
            <a:xfrm>
              <a:off x="1160647" y="173886"/>
              <a:ext cx="2313779" cy="81751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450"/>
                </a:spcAft>
              </a:pPr>
              <a:r>
                <a:rPr lang="en-US" sz="2000" b="1" kern="120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VISION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450"/>
                </a:spcAft>
              </a:pPr>
              <a:r>
                <a:rPr lang="en-US" sz="1100" kern="120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/>
              </a:r>
              <a:br>
                <a:rPr lang="en-US" sz="1100" kern="120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</a:br>
              <a:r>
                <a:rPr lang="en-US" sz="1100" kern="120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Empower Namibians to thrive in a digital era by strategically leveraging digital innovations for national development.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6" name="TextBox 12"/>
            <p:cNvSpPr txBox="1"/>
            <p:nvPr/>
          </p:nvSpPr>
          <p:spPr>
            <a:xfrm>
              <a:off x="451908" y="1697233"/>
              <a:ext cx="682775" cy="23490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120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PILLAR 1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7" name="TextBox 13"/>
            <p:cNvSpPr txBox="1"/>
            <p:nvPr/>
          </p:nvSpPr>
          <p:spPr>
            <a:xfrm>
              <a:off x="1205908" y="1694780"/>
              <a:ext cx="682776" cy="3937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PILLAR 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8" name="TextBox 14"/>
            <p:cNvSpPr txBox="1"/>
            <p:nvPr/>
          </p:nvSpPr>
          <p:spPr>
            <a:xfrm>
              <a:off x="1984469" y="1694780"/>
              <a:ext cx="645934" cy="3937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PILLAR 3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9" name="TextBox 15"/>
            <p:cNvSpPr txBox="1"/>
            <p:nvPr/>
          </p:nvSpPr>
          <p:spPr>
            <a:xfrm>
              <a:off x="2740923" y="1694780"/>
              <a:ext cx="650846" cy="3937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PILLAR 4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" name="TextBox 16"/>
            <p:cNvSpPr txBox="1"/>
            <p:nvPr/>
          </p:nvSpPr>
          <p:spPr>
            <a:xfrm>
              <a:off x="3504746" y="1694780"/>
              <a:ext cx="645934" cy="3937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PILLAR 4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1" name="Rectangle: Rounded Corners 1279496874"/>
            <p:cNvSpPr/>
            <p:nvPr/>
          </p:nvSpPr>
          <p:spPr>
            <a:xfrm>
              <a:off x="429395" y="1058906"/>
              <a:ext cx="3740035" cy="557937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MISSION</a:t>
              </a:r>
              <a: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/>
              </a:r>
              <a:br>
                <a:rPr lang="en-US" sz="1000" b="1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</a:br>
              <a:r>
                <a:rPr lang="en-US" sz="10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Realise a future where the benefits of digitalisation extend across the nation in the next 5 years; bridging the digital divide, promoting digital literacy, access digital public services and creating greater economic opportunities for all Namibians.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3352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4508" y="1040878"/>
            <a:ext cx="67055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 smtClean="0">
                <a:solidFill>
                  <a:prstClr val="black"/>
                </a:solidFill>
                <a:latin typeface="Century Gothic" panose="020B0502020202020204" pitchFamily="34" charset="0"/>
              </a:rPr>
              <a:t>PILLAR FOCUS</a:t>
            </a:r>
            <a:endParaRPr lang="en-GB" sz="3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584" y="34951"/>
            <a:ext cx="975445" cy="1005927"/>
          </a:xfrm>
          <a:prstGeom prst="rect">
            <a:avLst/>
          </a:prstGeom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080177835"/>
              </p:ext>
            </p:extLst>
          </p:nvPr>
        </p:nvGraphicFramePr>
        <p:xfrm>
          <a:off x="581892" y="1731818"/>
          <a:ext cx="8104908" cy="4521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977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4508" y="1040878"/>
            <a:ext cx="67055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 smtClean="0">
                <a:solidFill>
                  <a:prstClr val="black"/>
                </a:solidFill>
                <a:latin typeface="Century Gothic" panose="020B0502020202020204" pitchFamily="34" charset="0"/>
              </a:rPr>
              <a:t>PILLAR FOCUS</a:t>
            </a:r>
            <a:endParaRPr lang="en-GB" sz="3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584" y="34951"/>
            <a:ext cx="975445" cy="1005927"/>
          </a:xfrm>
          <a:prstGeom prst="rect">
            <a:avLst/>
          </a:prstGeom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302852199"/>
              </p:ext>
            </p:extLst>
          </p:nvPr>
        </p:nvGraphicFramePr>
        <p:xfrm>
          <a:off x="581892" y="1731818"/>
          <a:ext cx="8104908" cy="4521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1001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4508" y="1040878"/>
            <a:ext cx="67055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 smtClean="0">
                <a:solidFill>
                  <a:prstClr val="black"/>
                </a:solidFill>
                <a:latin typeface="Century Gothic" panose="020B0502020202020204" pitchFamily="34" charset="0"/>
              </a:rPr>
              <a:t>PILLAR FOCUS</a:t>
            </a:r>
            <a:endParaRPr lang="en-GB" sz="3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584" y="34951"/>
            <a:ext cx="975445" cy="1005927"/>
          </a:xfrm>
          <a:prstGeom prst="rect">
            <a:avLst/>
          </a:prstGeom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432652459"/>
              </p:ext>
            </p:extLst>
          </p:nvPr>
        </p:nvGraphicFramePr>
        <p:xfrm>
          <a:off x="581892" y="1731818"/>
          <a:ext cx="8104908" cy="4521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440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4508" y="1040878"/>
            <a:ext cx="67055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 smtClean="0">
                <a:solidFill>
                  <a:prstClr val="black"/>
                </a:solidFill>
                <a:latin typeface="Century Gothic" panose="020B0502020202020204" pitchFamily="34" charset="0"/>
              </a:rPr>
              <a:t>PILLAR FOCUS</a:t>
            </a:r>
            <a:endParaRPr lang="en-GB" sz="3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584" y="34951"/>
            <a:ext cx="975445" cy="1005927"/>
          </a:xfrm>
          <a:prstGeom prst="rect">
            <a:avLst/>
          </a:prstGeom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234118652"/>
              </p:ext>
            </p:extLst>
          </p:nvPr>
        </p:nvGraphicFramePr>
        <p:xfrm>
          <a:off x="581892" y="1731818"/>
          <a:ext cx="8104908" cy="4521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9016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4508" y="1040878"/>
            <a:ext cx="67055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 smtClean="0">
                <a:solidFill>
                  <a:prstClr val="black"/>
                </a:solidFill>
                <a:latin typeface="Century Gothic" panose="020B0502020202020204" pitchFamily="34" charset="0"/>
              </a:rPr>
              <a:t>PILLAR FOCUS</a:t>
            </a:r>
            <a:endParaRPr lang="en-GB" sz="3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584" y="34951"/>
            <a:ext cx="975445" cy="1005927"/>
          </a:xfrm>
          <a:prstGeom prst="rect">
            <a:avLst/>
          </a:prstGeom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793523082"/>
              </p:ext>
            </p:extLst>
          </p:nvPr>
        </p:nvGraphicFramePr>
        <p:xfrm>
          <a:off x="581892" y="1731818"/>
          <a:ext cx="8104908" cy="4521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9322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4508" y="1040878"/>
            <a:ext cx="67055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 smtClean="0">
                <a:solidFill>
                  <a:prstClr val="black"/>
                </a:solidFill>
                <a:latin typeface="Century Gothic" panose="020B0502020202020204" pitchFamily="34" charset="0"/>
              </a:rPr>
              <a:t>PILLAR FOCUS</a:t>
            </a:r>
            <a:endParaRPr lang="en-GB" sz="3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584" y="34951"/>
            <a:ext cx="975445" cy="1005927"/>
          </a:xfrm>
          <a:prstGeom prst="rect">
            <a:avLst/>
          </a:prstGeom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89169664"/>
              </p:ext>
            </p:extLst>
          </p:nvPr>
        </p:nvGraphicFramePr>
        <p:xfrm>
          <a:off x="581892" y="1731818"/>
          <a:ext cx="8104908" cy="4521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004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4508" y="1040878"/>
            <a:ext cx="67055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 smtClean="0">
                <a:solidFill>
                  <a:prstClr val="black"/>
                </a:solidFill>
                <a:latin typeface="Century Gothic" panose="020B0502020202020204" pitchFamily="34" charset="0"/>
              </a:rPr>
              <a:t>PILLAR FOCUS</a:t>
            </a:r>
            <a:endParaRPr lang="en-GB" sz="3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584" y="34951"/>
            <a:ext cx="975445" cy="1005927"/>
          </a:xfrm>
          <a:prstGeom prst="rect">
            <a:avLst/>
          </a:prstGeom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751765337"/>
              </p:ext>
            </p:extLst>
          </p:nvPr>
        </p:nvGraphicFramePr>
        <p:xfrm>
          <a:off x="581892" y="1731818"/>
          <a:ext cx="8104908" cy="4521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80311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4508" y="1040878"/>
            <a:ext cx="67555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solidFill>
                  <a:prstClr val="black"/>
                </a:solidFill>
                <a:latin typeface="Century Gothic" panose="020B0502020202020204" pitchFamily="34" charset="0"/>
              </a:rPr>
              <a:t>IMPLEMENTATION: GOVERNANCE MODEL</a:t>
            </a:r>
            <a:endParaRPr lang="en-GB" sz="24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lvl="0"/>
            <a:endParaRPr lang="en-GB" sz="3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584" y="34951"/>
            <a:ext cx="975445" cy="100592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CDC69D7-1E0C-0322-BB4D-625A79475454}"/>
              </a:ext>
            </a:extLst>
          </p:cNvPr>
          <p:cNvGrpSpPr/>
          <p:nvPr/>
        </p:nvGrpSpPr>
        <p:grpSpPr>
          <a:xfrm>
            <a:off x="724619" y="1828164"/>
            <a:ext cx="7815532" cy="4528185"/>
            <a:chOff x="223717" y="61130"/>
            <a:chExt cx="7139027" cy="3652964"/>
          </a:xfrm>
        </p:grpSpPr>
        <p:sp>
          <p:nvSpPr>
            <p:cNvPr id="7" name="Rectangle: Rounded Corners 2107511341">
              <a:extLst>
                <a:ext uri="{FF2B5EF4-FFF2-40B4-BE49-F238E27FC236}">
                  <a16:creationId xmlns:a16="http://schemas.microsoft.com/office/drawing/2014/main" id="{C69F42EB-3CD1-F41E-5DBB-D34DA03AAE85}"/>
                </a:ext>
              </a:extLst>
            </p:cNvPr>
            <p:cNvSpPr/>
            <p:nvPr/>
          </p:nvSpPr>
          <p:spPr>
            <a:xfrm>
              <a:off x="4068915" y="961180"/>
              <a:ext cx="2340297" cy="668866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kern="120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National Digital Strategy Executive Think Tank</a:t>
              </a:r>
              <a:endPara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" name="Rectangle: Rounded Corners 776793929">
              <a:extLst>
                <a:ext uri="{FF2B5EF4-FFF2-40B4-BE49-F238E27FC236}">
                  <a16:creationId xmlns:a16="http://schemas.microsoft.com/office/drawing/2014/main" id="{B3BA74D3-8E32-B1B5-374A-5251124F30AC}"/>
                </a:ext>
              </a:extLst>
            </p:cNvPr>
            <p:cNvSpPr/>
            <p:nvPr/>
          </p:nvSpPr>
          <p:spPr>
            <a:xfrm>
              <a:off x="4055848" y="1920570"/>
              <a:ext cx="2340297" cy="668866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kern="120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Implementation Stakeholders</a:t>
              </a:r>
              <a:endPara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9" name="Rectangle: Rounded Corners 1879042172">
              <a:extLst>
                <a:ext uri="{FF2B5EF4-FFF2-40B4-BE49-F238E27FC236}">
                  <a16:creationId xmlns:a16="http://schemas.microsoft.com/office/drawing/2014/main" id="{75F479B9-FC67-5872-2356-3EB2630512CA}"/>
                </a:ext>
              </a:extLst>
            </p:cNvPr>
            <p:cNvSpPr/>
            <p:nvPr/>
          </p:nvSpPr>
          <p:spPr>
            <a:xfrm>
              <a:off x="6500359" y="61130"/>
              <a:ext cx="862385" cy="2566769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kern="120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MICT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12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 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" name="Rectangle: Rounded Corners 1810292949">
              <a:extLst>
                <a:ext uri="{FF2B5EF4-FFF2-40B4-BE49-F238E27FC236}">
                  <a16:creationId xmlns:a16="http://schemas.microsoft.com/office/drawing/2014/main" id="{5890D550-84B3-8CC9-5A16-E5DC713D712C}"/>
                </a:ext>
              </a:extLst>
            </p:cNvPr>
            <p:cNvSpPr/>
            <p:nvPr/>
          </p:nvSpPr>
          <p:spPr>
            <a:xfrm>
              <a:off x="4055848" y="81502"/>
              <a:ext cx="2340297" cy="541866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kern="1200" dirty="0" smtClean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MICT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" name="Arrow: Right 490387783">
              <a:extLst>
                <a:ext uri="{FF2B5EF4-FFF2-40B4-BE49-F238E27FC236}">
                  <a16:creationId xmlns:a16="http://schemas.microsoft.com/office/drawing/2014/main" id="{C989C561-4BE0-2F67-9D6D-C1FCF3A1D140}"/>
                </a:ext>
              </a:extLst>
            </p:cNvPr>
            <p:cNvSpPr/>
            <p:nvPr/>
          </p:nvSpPr>
          <p:spPr>
            <a:xfrm>
              <a:off x="3164380" y="1127196"/>
              <a:ext cx="781902" cy="431800"/>
            </a:xfrm>
            <a:prstGeom prst="rightArrow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Arrow: Right 1224041689">
              <a:extLst>
                <a:ext uri="{FF2B5EF4-FFF2-40B4-BE49-F238E27FC236}">
                  <a16:creationId xmlns:a16="http://schemas.microsoft.com/office/drawing/2014/main" id="{EAD81458-B291-CA83-D674-37697D185EC5}"/>
                </a:ext>
              </a:extLst>
            </p:cNvPr>
            <p:cNvSpPr/>
            <p:nvPr/>
          </p:nvSpPr>
          <p:spPr>
            <a:xfrm>
              <a:off x="3151312" y="2069655"/>
              <a:ext cx="781902" cy="431800"/>
            </a:xfrm>
            <a:prstGeom prst="rightArrow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Arrow: Right 252303229">
              <a:extLst>
                <a:ext uri="{FF2B5EF4-FFF2-40B4-BE49-F238E27FC236}">
                  <a16:creationId xmlns:a16="http://schemas.microsoft.com/office/drawing/2014/main" id="{C80DC81C-BE03-831A-8073-EC50C85A53C6}"/>
                </a:ext>
              </a:extLst>
            </p:cNvPr>
            <p:cNvSpPr/>
            <p:nvPr/>
          </p:nvSpPr>
          <p:spPr>
            <a:xfrm>
              <a:off x="3175490" y="167092"/>
              <a:ext cx="816987" cy="431800"/>
            </a:xfrm>
            <a:prstGeom prst="rightArrow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TextBox 15">
              <a:extLst>
                <a:ext uri="{FF2B5EF4-FFF2-40B4-BE49-F238E27FC236}">
                  <a16:creationId xmlns:a16="http://schemas.microsoft.com/office/drawing/2014/main" id="{B9E4170B-56F0-54D3-0A41-16D7DF6D4A8A}"/>
                </a:ext>
              </a:extLst>
            </p:cNvPr>
            <p:cNvSpPr txBox="1"/>
            <p:nvPr/>
          </p:nvSpPr>
          <p:spPr>
            <a:xfrm>
              <a:off x="240652" y="103273"/>
              <a:ext cx="2832849" cy="70288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just">
                <a:spcBef>
                  <a:spcPts val="0"/>
                </a:spcBef>
                <a:spcAft>
                  <a:spcPts val="0"/>
                </a:spcAft>
              </a:pPr>
              <a:r>
                <a:rPr lang="en-GB" sz="1600" dirty="0">
                  <a:ln>
                    <a:noFill/>
                  </a:ln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ea typeface="Times New Roman" panose="02020603050405020304" pitchFamily="18" charset="0"/>
                </a:rPr>
                <a:t>Ministry of ICT leadership provides high-level oversight on the development of the NDS</a:t>
              </a:r>
              <a:r>
                <a:rPr lang="en-GB" sz="1000" dirty="0">
                  <a:ln>
                    <a:noFill/>
                  </a:ln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ea typeface="Times New Roman" panose="02020603050405020304" pitchFamily="18" charset="0"/>
                </a:rPr>
                <a:t>.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" name="TextBox 16">
              <a:extLst>
                <a:ext uri="{FF2B5EF4-FFF2-40B4-BE49-F238E27FC236}">
                  <a16:creationId xmlns:a16="http://schemas.microsoft.com/office/drawing/2014/main" id="{F6F5FA57-4E48-64F3-3BEB-BA652C0BC4DB}"/>
                </a:ext>
              </a:extLst>
            </p:cNvPr>
            <p:cNvSpPr txBox="1"/>
            <p:nvPr/>
          </p:nvSpPr>
          <p:spPr>
            <a:xfrm>
              <a:off x="223717" y="1022048"/>
              <a:ext cx="2831460" cy="10673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just">
                <a:spcBef>
                  <a:spcPts val="0"/>
                </a:spcBef>
                <a:spcAft>
                  <a:spcPts val="0"/>
                </a:spcAft>
              </a:pPr>
              <a:r>
                <a:rPr lang="en-GB" sz="1400" dirty="0">
                  <a:ln>
                    <a:noFill/>
                  </a:ln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ea typeface="Times New Roman" panose="02020603050405020304" pitchFamily="18" charset="0"/>
                </a:rPr>
                <a:t>The Steering Committee, called the ‘Executive Think Tank’ of the NDS is the coordination body for the implementation and monitoring of the Strategy</a:t>
              </a:r>
              <a:r>
                <a:rPr lang="en-GB" sz="1000" dirty="0">
                  <a:ln>
                    <a:noFill/>
                  </a:ln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ea typeface="Times New Roman" panose="02020603050405020304" pitchFamily="18" charset="0"/>
                </a:rPr>
                <a:t>.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" name="TextBox 17">
              <a:extLst>
                <a:ext uri="{FF2B5EF4-FFF2-40B4-BE49-F238E27FC236}">
                  <a16:creationId xmlns:a16="http://schemas.microsoft.com/office/drawing/2014/main" id="{E318A68E-79CB-1B9F-D193-157C82EC4E2B}"/>
                </a:ext>
              </a:extLst>
            </p:cNvPr>
            <p:cNvSpPr txBox="1"/>
            <p:nvPr/>
          </p:nvSpPr>
          <p:spPr>
            <a:xfrm>
              <a:off x="223717" y="2016984"/>
              <a:ext cx="2886314" cy="9166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just">
                <a:spcBef>
                  <a:spcPts val="0"/>
                </a:spcBef>
                <a:spcAft>
                  <a:spcPts val="0"/>
                </a:spcAft>
              </a:pPr>
              <a:r>
                <a:rPr lang="en-GB" sz="1400" dirty="0">
                  <a:ln>
                    <a:noFill/>
                  </a:ln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ea typeface="Times New Roman" panose="02020603050405020304" pitchFamily="18" charset="0"/>
                </a:rPr>
                <a:t>Implementation Stakeholders are entities involved with strategic actions in the implementation plan.</a:t>
              </a:r>
              <a:endPara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" name="Arrow: Left-Up 502280508">
              <a:extLst>
                <a:ext uri="{FF2B5EF4-FFF2-40B4-BE49-F238E27FC236}">
                  <a16:creationId xmlns:a16="http://schemas.microsoft.com/office/drawing/2014/main" id="{382E0409-E57C-1D21-0A3D-8CB77CDEC86B}"/>
                </a:ext>
              </a:extLst>
            </p:cNvPr>
            <p:cNvSpPr/>
            <p:nvPr/>
          </p:nvSpPr>
          <p:spPr>
            <a:xfrm>
              <a:off x="3151188" y="2758010"/>
              <a:ext cx="3928760" cy="695555"/>
            </a:xfrm>
            <a:prstGeom prst="leftUpArrow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TextBox 20">
              <a:extLst>
                <a:ext uri="{FF2B5EF4-FFF2-40B4-BE49-F238E27FC236}">
                  <a16:creationId xmlns:a16="http://schemas.microsoft.com/office/drawing/2014/main" id="{05A1C32F-0690-B386-87A0-98A7A386879B}"/>
                </a:ext>
              </a:extLst>
            </p:cNvPr>
            <p:cNvSpPr txBox="1"/>
            <p:nvPr/>
          </p:nvSpPr>
          <p:spPr>
            <a:xfrm>
              <a:off x="223717" y="2886068"/>
              <a:ext cx="2725870" cy="8280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just">
                <a:spcBef>
                  <a:spcPts val="0"/>
                </a:spcBef>
                <a:spcAft>
                  <a:spcPts val="0"/>
                </a:spcAft>
              </a:pPr>
              <a:r>
                <a:rPr lang="en-GB" sz="1500" dirty="0">
                  <a:ln>
                    <a:noFill/>
                  </a:ln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ea typeface="Times New Roman" panose="02020603050405020304" pitchFamily="18" charset="0"/>
                </a:rPr>
                <a:t>MICT provides secretariat to support to the bodies involved in the strategy implementation.</a:t>
              </a:r>
              <a:endParaRPr lang="en-GB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405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59125" y="1040878"/>
            <a:ext cx="838487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solidFill>
                  <a:prstClr val="black"/>
                </a:solidFill>
                <a:latin typeface="Century Gothic" panose="020B0502020202020204" pitchFamily="34" charset="0"/>
              </a:rPr>
              <a:t>IMPLEMENTATION: ROLES &amp; RESPONSIBILITIES</a:t>
            </a:r>
            <a:endParaRPr lang="en-GB" sz="24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lvl="0"/>
            <a:endParaRPr lang="en-GB" sz="3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584" y="34951"/>
            <a:ext cx="975445" cy="10059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60" y="2046805"/>
            <a:ext cx="8891940" cy="458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83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59125" y="1040878"/>
            <a:ext cx="79276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prstClr val="black"/>
                </a:solidFill>
                <a:latin typeface="Century Gothic" panose="020B0502020202020204" pitchFamily="34" charset="0"/>
              </a:rPr>
              <a:t>MONITORING, EVALUATION AND REPORTING APPROACH</a:t>
            </a:r>
            <a:endParaRPr lang="en-GB" sz="24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584" y="34951"/>
            <a:ext cx="975445" cy="1005927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418649"/>
              </p:ext>
            </p:extLst>
          </p:nvPr>
        </p:nvGraphicFramePr>
        <p:xfrm>
          <a:off x="623455" y="1871873"/>
          <a:ext cx="8063346" cy="4484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2687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7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7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78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Report 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Prepared By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Submitted to </a:t>
                      </a:r>
                      <a:endParaRPr lang="en-GB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782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Quarterly Progress Report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M&amp;E Sub Committee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NDSETT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782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Annual Report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NDSETT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Ministry of ICT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782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Mid Term Evaluation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NDSETT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Ministry of ICT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121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End term Evaluation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Minister of ICT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effectLst/>
                        </a:rPr>
                        <a:t>Cabinet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86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88507"/>
            <a:ext cx="7772400" cy="671498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entury Gothic" panose="020B0502020202020204" pitchFamily="34" charset="0"/>
              </a:rPr>
              <a:t>WAY FORWARD</a:t>
            </a:r>
            <a:endParaRPr lang="en-GB" sz="2800" b="1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5" name="Picture 4" descr="D:\#Libraries\Desktop\Original coat-of-arms-landscape.jpg">
            <a:extLst>
              <a:ext uri="{FF2B5EF4-FFF2-40B4-BE49-F238E27FC236}">
                <a16:creationId xmlns:a16="http://schemas.microsoft.com/office/drawing/2014/main" id="{E8656BAD-D7ED-1225-9782-C3AD1B6FE40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000" y="339596"/>
            <a:ext cx="972000" cy="10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34925" y="2171465"/>
            <a:ext cx="782327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sz="2000" dirty="0">
              <a:latin typeface="Century Gothic" panose="020B0502020202020204" pitchFamily="34" charset="0"/>
            </a:endParaRPr>
          </a:p>
          <a:p>
            <a:endParaRPr lang="en-GB" sz="2400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GB" sz="2400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GB" sz="2400" dirty="0"/>
          </a:p>
          <a:p>
            <a:pPr marL="342900" indent="-342900">
              <a:buFont typeface="+mj-lt"/>
              <a:buAutoNum type="arabicPeriod"/>
            </a:pPr>
            <a:endParaRPr lang="en-GB" sz="3600" dirty="0"/>
          </a:p>
          <a:p>
            <a:endParaRPr lang="en-GB" sz="3600" dirty="0"/>
          </a:p>
          <a:p>
            <a:endParaRPr lang="en-GB" sz="3600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094548794"/>
              </p:ext>
            </p:extLst>
          </p:nvPr>
        </p:nvGraphicFramePr>
        <p:xfrm>
          <a:off x="685800" y="2160005"/>
          <a:ext cx="7619301" cy="3922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041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FCF40F-E9C2-727A-5E51-3B6AD82281E3}"/>
              </a:ext>
            </a:extLst>
          </p:cNvPr>
          <p:cNvSpPr txBox="1"/>
          <p:nvPr/>
        </p:nvSpPr>
        <p:spPr>
          <a:xfrm>
            <a:off x="1070485" y="3285732"/>
            <a:ext cx="72670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T</a:t>
            </a:r>
            <a:r>
              <a:rPr lang="en-US" sz="2800" b="1" dirty="0" smtClean="0">
                <a:latin typeface="Century Gothic" panose="020B0502020202020204" pitchFamily="34" charset="0"/>
              </a:rPr>
              <a:t>HANK </a:t>
            </a:r>
            <a:r>
              <a:rPr lang="en-US" sz="2800" b="1" dirty="0">
                <a:latin typeface="Century Gothic" panose="020B0502020202020204" pitchFamily="34" charset="0"/>
              </a:rPr>
              <a:t>YOU</a:t>
            </a:r>
            <a:r>
              <a:rPr lang="en-US" sz="2800" b="1" dirty="0" smtClean="0">
                <a:latin typeface="Century Gothic" panose="020B0502020202020204" pitchFamily="34" charset="0"/>
              </a:rPr>
              <a:t>!</a:t>
            </a:r>
          </a:p>
          <a:p>
            <a:pPr algn="ctr"/>
            <a:endParaRPr lang="en-US" sz="2800" b="1" dirty="0">
              <a:latin typeface="Century Gothic" panose="020B0502020202020204" pitchFamily="34" charset="0"/>
            </a:endParaRPr>
          </a:p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Q &amp; A?</a:t>
            </a:r>
          </a:p>
          <a:p>
            <a:pPr algn="ctr"/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67C-1F84-6840-A98D-B73F7CAC444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407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6650</TotalTime>
  <Words>1152</Words>
  <Application>Microsoft Office PowerPoint</Application>
  <PresentationFormat>On-screen Show (4:3)</PresentationFormat>
  <Paragraphs>266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Century Gothic</vt:lpstr>
      <vt:lpstr>Times New Roman</vt:lpstr>
      <vt:lpstr>Wingdings</vt:lpstr>
      <vt:lpstr>Office Theme</vt:lpstr>
      <vt:lpstr>  </vt:lpstr>
      <vt:lpstr> OUTLINE</vt:lpstr>
      <vt:lpstr> INTRODUCTION</vt:lpstr>
      <vt:lpstr> HIGH LEVEL STATEMENTS</vt:lpstr>
      <vt:lpstr>  Challenges </vt:lpstr>
      <vt:lpstr>  POLICY ALIGNMENT </vt:lpstr>
      <vt:lpstr>  POLICY ALIGNMENT </vt:lpstr>
      <vt:lpstr>  POLICY ALIGNMENT </vt:lpstr>
      <vt:lpstr>  ALIGNMENT </vt:lpstr>
      <vt:lpstr>METHODOLOGY/APROACH </vt:lpstr>
      <vt:lpstr>STRATEGIC FRAMEWORK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WAY FORWARD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Microsoft Office User</dc:creator>
  <cp:lastModifiedBy>Linda Aipinge</cp:lastModifiedBy>
  <cp:revision>359</cp:revision>
  <cp:lastPrinted>2021-08-03T12:05:10Z</cp:lastPrinted>
  <dcterms:created xsi:type="dcterms:W3CDTF">2021-04-09T10:42:36Z</dcterms:created>
  <dcterms:modified xsi:type="dcterms:W3CDTF">2024-09-08T18:45:59Z</dcterms:modified>
</cp:coreProperties>
</file>